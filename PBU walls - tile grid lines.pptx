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notesSlides/notesSlide2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3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24575,'0'2'0,"1"0"0,0-1 0,0 1 0,0-1 0,0 1 0,0-1 0,0 1 0,0-1 0,1 0 0,-1 1 0,0-1 0,1 0 0,-1 0 0,1 0 0,-1 0 0,1 0 0,2 1 0,30 13 0,-29-13 0,0 0 0,0-1 0,0 0 0,0-1 0,0 1 0,0-1 0,0 0 0,1 0 0,-1 0 0,0-1 0,0 0 0,0 0 0,0 0 0,0-1 0,0 1 0,0-1 0,-1 0 0,1-1 0,0 1 0,4-4 0,7-7 0,0 0 0,-1-2 0,26-30 0,-29 30 0,1 2 0,0-1 0,1 1 0,20-15 0,83-55-15,-73 50-1335,-31 24-5476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24575,'1'5'0,"0"-1"0,1 1 0,-1-1 0,1 1 0,0-1 0,0 0 0,1 0 0,4 6 0,5 11 0,-2 2 0,-4-10 0,-1 0 0,2-1 0,-1 0 0,15 19 0,-19-28 0,0-1 0,1 1 0,-1-1 0,0 0 0,1 0 0,0 0 0,-1 0 0,1-1 0,0 1 0,0-1 0,0 1 0,0-1 0,0 0 0,0 0 0,0 0 0,0-1 0,0 1 0,1-1 0,-1 0 0,0 1 0,0-2 0,0 1 0,1 0 0,-1-1 0,4 0 0,2-2 0,0 1 0,0-2 0,0 1 0,-1-1 0,1-1 0,-1 1 0,0-1 0,-1-1 0,1 1 0,11-13 0,114-75 0,-104 71 0,1 2 0,44-23 0,-47 29 0,0-1 0,-1-2 0,-1 0 0,27-25 0,-43 32-170,1 1-1,0 0 0,0 1 1,1 0-1,0 0 0,0 1 1,21-9-1,-16 11-6655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24575,'0'2'0,"1"0"0,-1 0 0,1 0 0,-1 0 0,1 0 0,0 0 0,0 0 0,0-1 0,0 1 0,0 0 0,0 0 0,1-1 0,-1 1 0,1-1 0,-1 1 0,1-1 0,-1 0 0,1 1 0,0-1 0,-1 0 0,1 0 0,0 0 0,0-1 0,0 1 0,0 0 0,0-1 0,2 1 0,56 10 0,-48-10 0,0 0 0,0-1 0,0 0 0,0-1 0,-1-1 0,1 0 0,0 0 0,-1-1 0,0-1 0,0 0 0,0 0 0,0-1 0,0 0 0,-1-1 0,0 0 0,0-1 0,14-13 0,-13 11 0,0 0 0,0 1 0,0 0 0,16-7 0,-13 7 0,-1 1 0,-1-2 0,16-12 0,9-9 0,78-49 0,-73 52 0,6 0 0,-35 20 0,0 0 0,-1 0 0,0-1 0,15-13 0,45-31-1365,-61 41-5461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1 245 24575,'1'10'0,"0"-1"0,1 1 0,0 0 0,0-1 0,1 1 0,1-1 0,-1 0 0,2 0 0,-1 0 0,1 0 0,0-1 0,13 15 0,-14-19 0,-1 0 0,1 0 0,0 0 0,0-1 0,1 0 0,-1 1 0,1-2 0,0 1 0,-1 0 0,1-1 0,6 2 0,-7-3 0,-1-1 0,1 1 0,-1-1 0,1 1 0,-1-1 0,1 0 0,-1-1 0,1 1 0,-1-1 0,1 1 0,-1-1 0,1 0 0,-1 0 0,0-1 0,0 1 0,1 0 0,-1-1 0,4-3 0,161-127 0,-57 42 0,-71 62 50,47-24-1,-51 32-537,-1-1 0,39-32 0,-62 43-6338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7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24575,'1'4'0,"1"0"0,-1 0 0,1-1 0,0 1 0,0 0 0,0-1 0,1 1 0,-1-1 0,7 6 0,4 8 0,5 15 0,-13-22 0,1 1 0,0-1 0,13 16 0,-16-23 0,0 0 0,0 0 0,0 0 0,0-1 0,1 0 0,-1 1 0,1-1 0,-1-1 0,1 1 0,0 0 0,0-1 0,0 0 0,0 0 0,7 1 0,-1-1 0,-1 0 0,1 0 0,-1-2 0,1 1 0,-1-1 0,1 0 0,-1-1 0,11-3 0,1-3 0,0-1 0,25-15 0,-4 5 0,-30 14 0,0-1 0,0 0 0,0-1 0,14-11 0,20-15 0,1 2 0,65-32 0,-68 38 0,120-71 0,-109 68 83,-44 24-445,1-2 0,0 0 0,20-14 0,-18 7-6464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28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24575,'1'9'0,"0"0"0,1 0 0,0-1 0,0 1 0,1-1 0,0 0 0,0 0 0,1 0 0,0 0 0,9 13 0,9 10 0,29 31 0,-40-50 0,-7-7 0,1 1 0,0-1 0,1 0 0,-1 0 0,1 0 0,0-1 0,0 0 0,1 0 0,-1-1 0,1 0 0,0 0 0,-1 0 0,1-1 0,1 0 0,-1 0 0,0-1 0,0 1 0,1-2 0,10 1 0,-5-3 0,0 0 0,0 0 0,0-1 0,0-1 0,-1 0 0,1-1 0,-1 0 0,0-1 0,22-14 0,33-18 0,145-56 0,-62 30 0,-120 50 0,131-68 0,-91 46 0,-49 26 0,0-1 0,-1 0 0,24-20 0,-14 8-36,36-32-1293,-54 42-5497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1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24575,'0'18'0,"0"7"0,5 51 0,-3-68 0,-1 1 0,2-1 0,-1 0 0,1 0 0,0 0 0,1-1 0,0 1 0,0-1 0,10 14 0,12 14 0,-19-25 0,0 0 0,1 0 0,0-1 0,0 0 0,15 11 0,-20-17 0,1-1 0,0 0 0,1 0 0,-1 0 0,0 0 0,0-1 0,1 1 0,-1-1 0,1 0 0,-1-1 0,1 1 0,0-1 0,-1 0 0,1 0 0,-1 0 0,1 0 0,-1-1 0,9-2 0,7-3 0,-1-1 0,0-1 0,-1-1 0,0 0 0,0-1 0,28-22 0,-18 13 0,56-38 0,13-20 0,-50 35 0,2 3 0,81-52 0,-37 35-1365,-80 47-5461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0 262 24575,'2'0'0,"1"1"0,-1-1 0,0 1 0,0-1 0,1 1 0,-1 0 0,0 0 0,0 0 0,0 0 0,0 1 0,0-1 0,0 0 0,-1 1 0,1-1 0,3 5 0,24 31 0,-17-20 0,-8-11 0,0 0 0,1 0 0,0 0 0,0-1 0,0 1 0,0-1 0,1-1 0,0 1 0,0-1 0,0 0 0,1 0 0,-1-1 0,1 0 0,0 0 0,0-1 0,0 1 0,0-2 0,0 1 0,1-1 0,-1 0 0,0 0 0,11-1 0,-3 1 0,1-1 0,-1 0 0,1-1 0,-1-1 0,1 0 0,-1-1 0,0-1 0,0 0 0,0-1 0,0-1 0,-1 0 0,25-16 0,-17 9 0,1 1 0,26-10 0,-29 14 0,-1-1 0,0-1 0,36-23 0,3-8 0,69-37 0,-115 71 0,138-65 0,-60 25-1365,-69 36-5461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1 243 24575,'0'16'0,"1"1"0,1 0 0,0-1 0,1 1 0,1-1 0,0 0 0,1 0 0,11 23 0,-13-34 0,-1 0 0,1 0 0,0 0 0,0-1 0,0 1 0,1-1 0,-1 0 0,1 0 0,0 0 0,0-1 0,1 1 0,-1-1 0,1 0 0,-1 0 0,1 0 0,0-1 0,0 0 0,0 0 0,1 0 0,-1-1 0,0 1 0,1-1 0,-1 0 0,1-1 0,-1 0 0,1 1 0,-1-2 0,11 0 0,5-5 0,-1 0 0,0-1 0,-1-1 0,0 0 0,0-2 0,-1 0 0,28-21 0,37-20 0,59-45 0,-111 76 0,-2-1 0,-1-1 0,0-2 0,47-53 0,-54 55 0,46-37-1365,-56 49-5461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24575,'0'9'0,"0"1"0,0-1 0,1 1 0,1-1 0,0 0 0,0 1 0,1-1 0,6 16 0,-7-21 0,1 0 0,-1-1 0,1 1 0,-1-1 0,1 0 0,0 0 0,0 0 0,1 0 0,-1 0 0,0 0 0,1-1 0,0 0 0,0 0 0,-1 0 0,1 0 0,0 0 0,1-1 0,-1 0 0,0 0 0,0 0 0,8 0 0,0 0 0,0 0 0,-1-1 0,1-1 0,0 0 0,0 0 0,-1-1 0,1-1 0,-1 0 0,0 0 0,18-9 0,1-3 0,-1-2 0,37-29 0,-30 21 0,-12 10 0,1 2 0,33-15 0,1 1 0,45-18 90,-63 28-818,43-23 1,-68 31-6099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23 24575,'-2'57'0,"0"-38"0,1 1 0,1-1 0,1 1 0,0-1 0,7 29 0,-7-45 0,0 0 0,0 0 0,1 0 0,-1 0 0,0 0 0,1 0 0,0 0 0,0 0 0,0-1 0,0 1 0,0-1 0,1 0 0,-1 1 0,1-1 0,-1 0 0,1 0 0,0-1 0,0 1 0,0-1 0,0 1 0,0-1 0,0 0 0,0 0 0,0 0 0,0 0 0,1-1 0,-1 1 0,0-1 0,0 0 0,1 0 0,-1 0 0,5-1 0,10-2 0,0-1 0,1 0 0,-2-1 0,29-12 0,-16 6 0,14-4 0,0-2 0,45-25 0,-65 31 0,-1 1 0,1 1 0,34-7 0,-33 9 0,0-1 0,0 0 0,26-14 0,-20 5-455,1 1 0,55-18 0,-70 29-6371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6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3 182 24575,'-1'28'0,"0"-17"0,1-1 0,0 0 0,1 0 0,-1 0 0,2 0 0,3 14 0,-4-21 0,1 0 0,-1-1 0,0 1 0,1-1 0,0 1 0,0-1 0,0 0 0,0 1 0,0-1 0,0 0 0,0 0 0,1-1 0,-1 1 0,1 0 0,-1-1 0,1 1 0,-1-1 0,1 0 0,0 0 0,0 0 0,0 0 0,0-1 0,0 1 0,0-1 0,0 1 0,4-1 0,3 0 0,0-1 0,0 0 0,0 0 0,-1-1 0,1 0 0,0-1 0,-1 0 0,1 0 0,8-6 0,82-45 0,-95 51 0,132-83 0,-102 67 0,9-7 0,91-38 0,-122 58-138,0 0-1,-1-1 0,1 0 1,10-10-1,-16 12-533,12-9-6154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24575,'1'1'0,"0"-1"0,0 1 0,0 0 0,0-1 0,1 1 0,-1 0 0,0-1 0,0 1 0,-1 0 0,1 0 0,0 0 0,0 0 0,0 0 0,-1 0 0,1 0 0,0 0 0,-1 0 0,1 1 0,0 1 0,12 31 0,-10-25 0,-1-5 0,-1 0 0,1-1 0,-1 1 0,1 0 0,0-1 0,0 0 0,1 0 0,-1 1 0,1-1 0,-1-1 0,1 1 0,0 0 0,0-1 0,0 1 0,1-1 0,3 2 0,-4-3 0,-1 0 0,1-1 0,0 1 0,-1-1 0,1 0 0,0 0 0,0 0 0,0 0 0,-1 0 0,1-1 0,0 1 0,0-1 0,-1 0 0,1 1 0,0-1 0,-1-1 0,1 1 0,-1 0 0,1-1 0,-1 1 0,0-1 0,0 1 0,4-5 0,17-15 0,35-42 0,9-9 0,150-143 0,-184 191-1365,-16 17-5461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38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24575,'0'11'0,"0"0"0,1 0 0,0 0 0,0 0 0,1-1 0,1 1 0,0 0 0,8 16 0,-10-24 0,1 0 0,0 0 0,0 0 0,0-1 0,0 1 0,0 0 0,1-1 0,-1 0 0,1 0 0,0 0 0,0 0 0,-1 0 0,1 0 0,0-1 0,1 1 0,-1-1 0,0 0 0,0 0 0,0 0 0,1 0 0,-1-1 0,1 1 0,-1-1 0,0 0 0,1 0 0,-1 0 0,1 0 0,-1-1 0,0 1 0,1-1 0,4-2 0,15-5 0,-1-1 0,0-1 0,-1-2 0,0 0 0,-1 0 0,0-2 0,21-20 0,7-3 0,112-97 0,-27 19 0,-124 106-273,1 1 0,0 0 0,1 0 0,18-9 0,-12 10-6553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0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0 312 24575,'0'4'0,"1"1"0,0 0 0,0 0 0,0 0 0,1-1 0,-1 1 0,1-1 0,0 1 0,1-1 0,-1 0 0,4 5 0,38 47 0,-14-21 0,-29-33 0,1 1 0,0 0 0,0-1 0,0 1 0,0-1 0,0 0 0,1 1 0,-1-1 0,1-1 0,0 1 0,-1 0 0,1 0 0,0-1 0,0 0 0,0 1 0,3 0 0,-3-2 0,0-1 0,0 1 0,0 0 0,0-1 0,0 0 0,0 1 0,-1-1 0,1 0 0,0 0 0,0-1 0,-1 1 0,1-1 0,-1 1 0,0-1 0,1 0 0,-1 0 0,0 0 0,3-3 0,164-168 0,87-63 0,-192 185-1365,-49 39-5461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1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24575,'2'0'0,"-1"0"0,1 0 0,0 0 0,0 0 0,0 0 0,-1 1 0,1-1 0,0 1 0,0-1 0,-1 1 0,1 0 0,-1 0 0,1 0 0,0 0 0,-1 0 0,0 0 0,1 0 0,-1 0 0,0 0 0,1 1 0,-1-1 0,0 1 0,0-1 0,0 1 0,0-1 0,1 4 0,1 3 0,-1 0 0,0 0 0,0 1 0,1 15 0,-3-19 0,0-1 0,0 1 0,1 0 0,-1-1 0,1 1 0,0 0 0,0-1 0,1 1 0,0-1 0,-1 0 0,1 1 0,1-1 0,-1 0 0,0 0 0,1 0 0,0-1 0,0 1 0,4 3 0,-4-5 0,0-1 0,0 0 0,1 0 0,-1 0 0,0 0 0,1 0 0,-1-1 0,0 1 0,1-1 0,-1 0 0,0 0 0,1 0 0,-1-1 0,1 1 0,-1-1 0,0 1 0,1-1 0,-1-1 0,0 1 0,0 0 0,0-1 0,0 1 0,4-4 0,8-5 0,-1 0 0,0-2 0,17-17 0,-11 10 0,29-20 0,-36 31 0,-1-1 0,0-1 0,-1 0 0,0-1 0,17-21 0,63-73 0,-3 7-1365,-75 82-5461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24575,'2'0'0,"-1"1"0,0 0 0,1-1 0,-1 1 0,0 0 0,0-1 0,0 1 0,1 0 0,-1 0 0,0 0 0,0 0 0,0 0 0,0 0 0,-1 0 0,1 0 0,0 1 0,0-1 0,0 1 0,15 30 0,-12-24 0,1 2 0,1 0 0,0 0 0,0 0 0,1-1 0,0 0 0,1 0 0,0-1 0,12 10 0,-17-15 0,1-1 0,-1 1 0,1-1 0,0 0 0,0-1 0,0 1 0,0 0 0,0-1 0,0 0 0,0 0 0,1 0 0,-1-1 0,0 1 0,1-1 0,-1 0 0,0-1 0,1 1 0,-1-1 0,0 1 0,0-1 0,1 0 0,-1-1 0,0 1 0,7-4 0,149-90 0,-88 47 0,-57 35 0,2 2 0,32-19 0,-32 21 0,-1-1 0,0-1 0,16-14 0,-16 12 0,0 1 0,31-17 0,-15 11-1365,-18 11-5461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4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24575,'-1'3'0,"1"0"0,0 0 0,0 0 0,0 0 0,1 0 0,-1 0 0,1-1 0,-1 1 0,1 0 0,0 0 0,0 0 0,0-1 0,0 1 0,1 0 0,-1-1 0,1 0 0,0 1 0,-1-1 0,5 4 0,-3-4 0,0-1 0,0 0 0,1 1 0,-1-1 0,0-1 0,1 1 0,-1 0 0,1-1 0,-1 0 0,1 0 0,-1 0 0,1 0 0,-1 0 0,0-1 0,1 1 0,4-2 0,7-2 0,0 0 0,-1 0 0,0-1 0,0-1 0,0-1 0,-1 0 0,0 0 0,0-1 0,-1-1 0,0 0 0,0-1 0,-1 0 0,0-1 0,14-19 0,-18 22 27,0 1-1,0 1 0,1-1 1,15-9-1,21-20-1523,-34 24-5329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24575,'3'12'0,"0"0"0,1 0 0,0-1 0,1 1 0,1-1 0,0 0 0,0-1 0,1 1 0,0-1 0,1 0 0,0-1 0,0 0 0,13 10 0,-19-17 0,1-1 0,0 0 0,0 0 0,0 0 0,-1 0 0,1 0 0,0-1 0,0 1 0,0-1 0,0 0 0,0 0 0,0 0 0,0 0 0,0 0 0,0-1 0,0 1 0,0-1 0,0 0 0,0 0 0,-1 0 0,1 0 0,0-1 0,0 1 0,-1-1 0,5-2 0,9-8 0,0 1 0,25-26 0,-27 24 0,120-100 0,-97 76 103,6-5-1571,-30 34-5358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7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 24575,'-2'47'0,"0"-32"0,1-1 0,1 1 0,0-1 0,1 1 0,1-1 0,5 24 0,-6-37 0,-1 1 0,1 0 0,0-1 0,0 1 0,-1-1 0,1 1 0,0-1 0,0 1 0,1-1 0,-1 1 0,0-1 0,0 0 0,1 0 0,-1 0 0,1 0 0,-1 0 0,1 0 0,-1 0 0,1 0 0,-1-1 0,1 1 0,0-1 0,-1 1 0,1-1 0,0 1 0,0-1 0,-1 0 0,1 0 0,0 0 0,0 0 0,0 0 0,-1 0 0,1-1 0,0 1 0,-1 0 0,1-1 0,0 0 0,-1 1 0,1-1 0,0 0 0,-1 0 0,2-1 0,12-6 0,-1 0 0,-1-1 0,23-20 0,-14 11 0,44-24-365,76-37 0,-121 69-270,-5 1-6191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48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59 24575,'-1'56'0,"2"64"0,-1-118 0,1 1 0,-1-1 0,0 1 0,1-1 0,-1 1 0,1-1 0,0 1 0,0-1 0,0 0 0,0 1 0,0-1 0,1 0 0,-1 0 0,0 0 0,1 0 0,0 0 0,-1 0 0,1 0 0,0-1 0,0 1 0,3 1 0,-2-1 0,1-1 0,0 1 0,-1-1 0,1 0 0,0 0 0,0-1 0,0 1 0,0-1 0,0 0 0,0 0 0,0 0 0,5-1 0,7-2 0,0-1 0,0 0 0,0-1 0,0-1 0,17-9 0,1 0 0,-23 10 0,-1 1 0,1-1 0,-2 0 0,1-1 0,0 0 0,11-11 0,-6 4 0,0 2 0,1 0 0,22-11 0,-23 13 0,0 0 0,-1 0 0,0-1 0,20-19 0,18-27-1365,-42 43-5461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53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24575,'1'3'0,"-1"0"0,1 0 0,1-1 0,-1 1 0,0 0 0,1 0 0,-1-1 0,1 1 0,0-1 0,0 1 0,4 3 0,11 18 0,-7 8 0,-9-25 0,1 0 0,1 0 0,-1 0 0,1 0 0,0 0 0,7 11 0,-9-17 0,0 0 0,0 0 0,-1 0 0,1 0 0,0-1 0,0 1 0,0 0 0,0-1 0,0 1 0,0-1 0,0 1 0,0-1 0,0 1 0,0-1 0,0 0 0,0 1 0,1-1 0,-1 0 0,2 0 0,-1 0 0,1-1 0,-1 1 0,1-1 0,-1 0 0,0 0 0,0 0 0,1 0 0,-1 0 0,0-1 0,0 1 0,0 0 0,3-4 0,8-8 0,0 0 0,19-26 0,-22 25 0,1 1 0,1 0 0,16-15 0,11-15 0,-33 35 0,0 1 0,0-1 0,1 1 0,15-12 0,10-6 29,-23 17-378,0 0 1,1 1-1,16-9 1,-11 9-6478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56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24575,'0'24'0,"1"0"0,6 35 0,-5-50 0,0 0 0,1 0 0,0 0 0,0 0 0,1 0 0,0-1 0,1 0 0,-1 1 0,9 9 0,-11-16 0,-1 0 0,0-1 0,1 1 0,-1-1 0,1 1 0,-1-1 0,1 1 0,0-1 0,0 0 0,0 0 0,-1 0 0,1 0 0,0 0 0,0 0 0,1 0 0,-1-1 0,0 1 0,0-1 0,0 0 0,0 1 0,0-1 0,1 0 0,-1 0 0,0 0 0,0-1 0,0 1 0,0 0 0,0-1 0,1 0 0,-1 1 0,0-1 0,0 0 0,3-2 0,5-4 0,1-1 0,-2 0 0,1 0 0,-1-1 0,9-11 0,-12 13 0,0 0 0,1 0 0,0 1 0,0 0 0,14-9 0,-10 10 0,0 0 0,-1-1 0,1 0 0,-1 0 0,0-1 0,-1-1 0,11-9 0,-3 2 0,1 1 0,0 1 0,1 1 0,26-12 0,8-6 0,-36 21-1365,-2 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2:58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24575,'0'20'0,"0"-1"0,7 38 0,-5-50 0,0 0 0,0 1 0,1-1 0,0 0 0,0 0 0,0 0 0,1-1 0,0 1 0,1-1 0,7 9 0,-9-12 0,1 0 0,-1 0 0,1 0 0,0-1 0,0 1 0,0-1 0,1 0 0,-1 0 0,0 0 0,1-1 0,-1 0 0,1 0 0,0 0 0,-1 0 0,1-1 0,0 1 0,-1-1 0,1-1 0,0 1 0,-1-1 0,1 1 0,0-1 0,-1 0 0,1-1 0,7-3 0,4-1 0,0-1 0,-1-1 0,0 0 0,-1-1 0,25-20 0,-7 4-341,1 1 0,2 2-1,50-24 1,-69 38-6485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2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0 495 24575,'2'7'0,"-1"0"0,1 0 0,0 0 0,1-1 0,-1 1 0,1-1 0,1 1 0,4 7 0,11 22 0,-19-34 0,1 1 0,-1-1 0,1 0 0,0 0 0,0 0 0,0 0 0,0 0 0,0 0 0,0 0 0,0 0 0,1-1 0,-1 1 0,1 0 0,-1-1 0,1 1 0,0-1 0,-1 1 0,1-1 0,0 0 0,0 0 0,0 0 0,0 0 0,0 0 0,0 0 0,0 0 0,1-1 0,-1 1 0,0-1 0,0 0 0,0 0 0,1 1 0,-1-1 0,0-1 0,0 1 0,1 0 0,-1 0 0,0-1 0,0 0 0,0 1 0,0-1 0,0 0 0,3-1 0,9-6 0,0 0 0,-1-1 0,0-1 0,0 0 0,10-12 0,-1 3 0,222-158 0,-222 161 0,98-77 0,-27 18 0,126-101-1365,-205 164-5461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2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1 541 24575,'5'2'0,"0"0"0,0 1 0,-1-1 0,1 1 0,-1 0 0,1 0 0,-1 0 0,0 1 0,0 0 0,0 0 0,6 8 0,0-1 0,-6-7 0,0 0 0,0 0 0,1 0 0,-1-1 0,1 0 0,0 1 0,0-2 0,0 1 0,1-1 0,9 4 0,-12-6 0,0 1 0,0-1 0,0 0 0,0 0 0,0 0 0,0-1 0,0 1 0,0-1 0,0 1 0,0-1 0,0 0 0,0 0 0,0-1 0,0 1 0,-1-1 0,1 1 0,-1-1 0,1 0 0,-1 0 0,1 0 0,-1 0 0,3-4 0,113-102 0,-77 73 0,-1-2 0,47-57 0,-41 41 63,67-60 0,38-43-1554,-141 143-5335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0 366 24575,'4'2'0,"-1"0"0,0 0 0,0 1 0,0-1 0,-1 1 0,1 0 0,-1 0 0,1 0 0,-1 0 0,0 0 0,0 0 0,1 4 0,7 7 0,-9-11 0,1-1 0,0 0 0,0 0 0,-1 0 0,1 0 0,0 0 0,1 0 0,-1 0 0,0-1 0,0 1 0,1-1 0,-1 0 0,1 0 0,-1 0 0,1 0 0,-1 0 0,1 0 0,0-1 0,0 1 0,3-1 0,-3 0 0,0-1 0,0 0 0,-1 0 0,1 0 0,0-1 0,-1 1 0,1 0 0,-1-1 0,1 0 0,-1 0 0,0 0 0,0 0 0,0 0 0,0 0 0,0 0 0,0-1 0,0 1 0,-1-1 0,2-3 0,14-19 0,32-36 0,3-4 0,-33 42 0,1 0 0,1 2 0,44-35 0,-14 11 0,46-37-1365,-85 72-5461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1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24575,'3'1'0,"0"0"0,0 1 0,1-1 0,-1 1 0,0 0 0,0 0 0,-1 0 0,1 0 0,0 1 0,-1-1 0,1 1 0,-1-1 0,0 1 0,0 0 0,0 0 0,0 0 0,0 0 0,2 5 0,17 22 0,-19-28 0,0 0 0,-1-1 0,1 1 0,0 0 0,1-1 0,-1 0 0,0 1 0,0-1 0,1 0 0,-1 0 0,0 0 0,1-1 0,-1 1 0,1-1 0,-1 1 0,1-1 0,0 0 0,-1 0 0,1 0 0,-1 0 0,1 0 0,-1 0 0,1-1 0,-1 0 0,1 1 0,-1-1 0,1 0 0,-1 0 0,0 0 0,0 0 0,1-1 0,-1 1 0,0-1 0,2-1 0,7-7 0,0-1 0,-1 0 0,0-1 0,15-24 0,8-8 0,1 11 0,2 2 0,74-50 0,-71 54 0,-25 16-1365,-4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24575,'2'3'0,"0"1"0,0 0 0,1-1 0,-1 0 0,1 0 0,0 1 0,-1-1 0,1-1 0,1 1 0,-1 0 0,6 3 0,12 12 0,-12-7 0,-6-6 0,1-1 0,-1 0 0,1 0 0,0 0 0,0 0 0,1 0 0,5 3 0,-8-6 0,0 0 0,-1-1 0,1 1 0,0-1 0,0 0 0,-1 0 0,1 1 0,0-1 0,0 0 0,0 0 0,0-1 0,-1 1 0,1 0 0,0-1 0,0 1 0,-1-1 0,1 1 0,0-1 0,-1 0 0,1 0 0,0 0 0,-1 0 0,1 0 0,-1 0 0,0 0 0,1 0 0,0-2 0,9-8 0,-1 0 0,0 0 0,-1-1 0,11-18 0,-10 15 0,0 1 0,22-25 0,91-87-1365,-113 114-5461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1 318 24575,'0'7'0,"0"0"0,1 1 0,0-1 0,1 0 0,0 0 0,0 0 0,0 0 0,6 11 0,-8-16 0,1 0 0,0 0 0,0 0 0,1 0 0,-1-1 0,0 1 0,1 0 0,-1 0 0,1-1 0,-1 1 0,1-1 0,0 1 0,0-1 0,0 0 0,0 0 0,0 0 0,0 0 0,0 0 0,0 0 0,0 0 0,0-1 0,0 1 0,0-1 0,1 0 0,-1 0 0,0 1 0,0-1 0,0 0 0,1-1 0,2 0 0,9-4 0,-1-1 0,0-1 0,0 0 0,-1 0 0,0-1 0,0-1 0,-1 0 0,0-1 0,0 0 0,10-13 0,40-35 0,49-39 0,9-8 0,-71 55-1365,-36 37-5461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8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24575,'1'7'0,"-1"-1"0,1 1 0,0 0 0,1 0 0,-1-1 0,1 1 0,1-1 0,-1 0 0,1 1 0,0-1 0,0 0 0,1-1 0,0 1 0,8 8 0,1 5 0,16 31 0,-24-38 0,2 0 0,0 0 0,0-1 0,1 0 0,10 11 0,-15-19 0,0 0 0,0-1 0,0 1 0,0-1 0,1 0 0,-1 0 0,1 0 0,0-1 0,-1 1 0,1-1 0,0 0 0,0 0 0,0 0 0,0 0 0,0-1 0,0 1 0,0-1 0,0 0 0,0-1 0,0 1 0,7-2 0,-1-1 0,1 0 0,-1-1 0,-1 0 0,1 0 0,0-1 0,-1 0 0,0-1 0,15-12 0,5-8 0,30-33 0,-6 5 0,-30 33-109,169-170-1147,-178 177-5570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3:3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24575,'20'53'0,"-20"-53"0,5 17 0,1 0 0,1-1 0,0 0 0,1 0 0,10 16 0,-17-30 0,1 0 0,-1 0 0,1 1 0,0-1 0,0 0 0,0-1 0,0 1 0,0 0 0,0-1 0,0 1 0,0-1 0,1 1 0,-1-1 0,1 0 0,-1 0 0,1 0 0,-1 0 0,1-1 0,-1 1 0,1-1 0,0 1 0,-1-1 0,1 0 0,0 0 0,-1 0 0,1-1 0,0 1 0,-1 0 0,1-1 0,-1 0 0,1 0 0,-1 0 0,1 0 0,-1 0 0,1 0 0,-1 0 0,0-1 0,0 0 0,1 1 0,-1-1 0,-1 0 0,3-2 0,27-24 0,36-43 0,-47 48 0,1 1 0,1 0 0,0 2 0,32-22 0,-42 32-28,0 0 1,0-1-1,-1-1 0,-1 0 0,0 0 0,9-15 0,1 1-1142,-11 13-5656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05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0 596 24575,'2'2'0,"1"0"0,-1-1 0,0 1 0,0 0 0,0 0 0,0 0 0,-1 1 0,1-1 0,0 0 0,-1 1 0,0-1 0,1 1 0,-1-1 0,0 1 0,0 0 0,-1-1 0,2 5 0,5 11 0,-6-16 0,0 0 0,0 0 0,0-1 0,0 1 0,0 0 0,0-1 0,0 1 0,1-1 0,-1 1 0,1-1 0,-1 0 0,1 0 0,0 0 0,-1 0 0,1 0 0,0 0 0,0 0 0,0 0 0,-1 0 0,1-1 0,0 1 0,0-1 0,0 0 0,4 1 0,-3-2 0,1 0 0,-1 1 0,1-2 0,-1 1 0,1 0 0,-1-1 0,0 1 0,1-1 0,-1 0 0,0 0 0,0 0 0,4-4 0,6-8 0,0 0 0,0 0 0,-2-1 0,12-18 0,100-155 0,-88 133 0,17-24 0,-22 44 0,44-37 0,-19 19 0,-42 42 44,1 0 0,22-14 1,11-9-1543,-32 23-5328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06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24575,'0'11'0,"1"0"0,1-1 0,0 1 0,0-1 0,1 0 0,0 0 0,1 0 0,0 0 0,0 0 0,1-1 0,9 14 0,-4-10 0,0 0 0,1 0 0,0-1 0,1 0 0,1-1 0,23 16 0,-33-25 0,-1 0 0,1-1 0,0 1 0,1-1 0,-1 0 0,0 0 0,0 0 0,0 0 0,1-1 0,-1 1 0,0-1 0,0 0 0,1 0 0,-1 0 0,0 0 0,4-2 0,0 1 0,0-1 0,0 0 0,0-1 0,0 0 0,0 0 0,-1-1 0,7-3 0,4-6 0,0 0 0,-1-1 0,0-1 0,17-20 0,-5 2 0,160-175 0,-170 189 0,-1 0 0,-1 0 0,22-36 0,-31 44 15,1 0 1,0 1-1,1-1 0,0 1 0,1 1 0,15-13 0,23-23-1486,-37 33-5355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0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1 575 24575,'1'4'0,"0"0"0,1 0 0,0 0 0,-1-1 0,2 1 0,-1-1 0,0 1 0,1-1 0,5 6 0,5 8 0,-8-9 0,0 0 0,0-1 0,0 0 0,1 0 0,0 0 0,1-1 0,-1 0 0,1 0 0,1 0 0,-1-1 0,12 6 0,-15-9 0,-1-1 0,1 0 0,0 0 0,1 0 0,-1 0 0,0 0 0,0-1 0,0 0 0,0 0 0,1 0 0,-1 0 0,0-1 0,0 1 0,0-1 0,0 0 0,0-1 0,0 1 0,0-1 0,0 1 0,0-1 0,-1 0 0,1-1 0,-1 1 0,1-1 0,-1 1 0,5-6 0,80-86 0,-10 10 0,-62 66 0,0-1 0,22-33 0,-26 35 0,0 0 0,0 1 0,2 0 0,22-20 0,-18 20 0,-2-1 0,1-2 0,-2 1 0,19-32 0,17-20 0,-16 23 22,-24 31-369,1 0 1,0 1-1,17-16 0,-16 20-6479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0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24575,'2'5'0,"0"-1"0,0 0 0,0 0 0,0 0 0,0-1 0,1 1 0,-1 0 0,1-1 0,0 1 0,0-1 0,1 0 0,5 4 0,8 10 0,79 91 0,-92-105 0,0 0 0,0 0 0,0 0 0,1-1 0,-1 0 0,1 0 0,-1 0 0,1 0 0,0-1 0,-1 0 0,1 0 0,0 0 0,0 0 0,0-1 0,0 0 0,0 0 0,0 0 0,0 0 0,0-1 0,-1 0 0,1 0 0,0 0 0,0-1 0,-1 0 0,7-3 0,13-5 0,0-2 0,0-1 0,29-22 0,-39 25 0,47-32 0,-2-4 0,-2-2 0,54-59 0,-78 61-1365,-24 33-5461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32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24575,'0'9'0,"0"1"0,2-1 0,-1 1 0,1-1 0,0 0 0,1 1 0,0-1 0,0 0 0,10 16 0,-12-22 0,1-1 0,-1 1 0,1-1 0,0 1 0,0-1 0,0 0 0,0 0 0,1 1 0,-1-2 0,0 1 0,1 0 0,0 0 0,-1-1 0,1 1 0,0-1 0,0 0 0,-1 0 0,1 0 0,0 0 0,0-1 0,0 1 0,0-1 0,0 1 0,1-1 0,-1 0 0,0 0 0,0-1 0,0 1 0,0-1 0,0 1 0,0-1 0,0 0 0,0 0 0,3-2 0,19-11 0,-1-1 0,0-2 0,-2 0 0,1-1 0,-2-1 0,24-28 0,-11 13 0,1-1 0,2-3 0,1 2 0,70-50 0,-34 45 69,-53 31-547,-1-1 0,37-27 0,-45 29-6348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33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24575,'1'3'0,"0"1"0,1-1 0,-1 1 0,1-1 0,0 1 0,0-1 0,0 0 0,1 0 0,-1 0 0,1 0 0,0 0 0,0 0 0,4 3 0,13 15 0,-16-16 0,-1 0 0,1 0 0,-1-1 0,1 1 0,1-1 0,-1 0 0,1 0 0,8 6 0,-11-9 0,0-1 0,0 1 0,0 0 0,0-1 0,0 0 0,0 1 0,0-1 0,0 0 0,0 0 0,0 0 0,0 0 0,0-1 0,0 1 0,0 0 0,0-1 0,0 1 0,0-1 0,0 0 0,0 0 0,-1 0 0,1 0 0,0 0 0,0 0 0,-1 0 0,1 0 0,-1-1 0,1 1 0,-1-1 0,2-1 0,48-55 0,-34 38 0,0 1 0,34-30 0,216-160 0,-258 201 24,0 0 1,-1 0-1,15-19 0,2-3-1486,-14 19-5364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3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1 446 24575,'3'0'0,"0"1"0,0-1 0,-1 1 0,1 0 0,0 0 0,0 0 0,-1 1 0,1-1 0,-1 0 0,1 1 0,-1 0 0,1 0 0,-1 0 0,3 2 0,32 38 0,-22-23 0,-9-12 0,0 0 0,1-1 0,0 1 0,0-1 0,0-1 0,16 10 0,-20-14 0,0 0 0,0 0 0,0 0 0,1 0 0,-1-1 0,0 0 0,0 1 0,1-1 0,-1 0 0,0-1 0,1 1 0,-1 0 0,0-1 0,1 0 0,-1 0 0,0 0 0,0 0 0,0 0 0,0-1 0,0 1 0,0-1 0,4-3 0,10-9 0,0-1 0,0 0 0,-2-1 0,0-1 0,-1-1 0,17-27 0,11-12 0,122-147 0,-75 92 0,-58 68-1365,-21 31-5461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4:3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24575,'3'0'0,"0"1"0,1 0 0,-1 1 0,0-1 0,0 0 0,0 1 0,0 0 0,0 0 0,0 0 0,0 0 0,0 0 0,4 5 0,28 32 0,-14 1 0,-18-33 0,1 1 0,-1-1 0,1 0 0,1-1 0,-1 1 0,1-1 0,8 9 0,-11-14 0,-1 0 0,0 0 0,0 0 0,1-1 0,-1 1 0,0 0 0,1-1 0,-1 1 0,0-1 0,1 0 0,-1 1 0,1-1 0,-1 0 0,1 0 0,-1 0 0,1 0 0,-1 0 0,3 0 0,-1-1 0,0 0 0,0-1 0,0 1 0,0-1 0,0 1 0,0-1 0,-1 0 0,1 0 0,-1 0 0,1 0 0,3-4 0,8-11 0,0 0 0,17-30 0,-18 28 0,-1 0 0,22-22 0,40-47 0,-48 54 0,45-44 0,-62 69-273,-1 0 0,0 0 0,-1-1 0,9-16 0,-8 12-6553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2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1 564 24575,'11'1'0,"0"0"0,-1 2 0,1-1 0,-1 1 0,1 1 0,-1-1 0,0 2 0,0 0 0,-1 0 0,0 0 0,13 10 0,-8-5 0,1-1 0,1-1 0,16 7 0,-26-13 0,0 0 0,0 0 0,0-1 0,0 0 0,0 0 0,1 0 0,-1-1 0,0 0 0,1-1 0,-1 1 0,0-1 0,9-2 0,5-3 0,1 0 0,-1-1 0,0-2 0,-1 0 0,0-1 0,0 0 0,-1-2 0,0 0 0,22-22 0,38-29 0,-23 20 0,-13 8 0,-1 2 0,-1-3 0,50-55 0,26-41 0,-66 82 0,-15 17 0,-19 16-1365,0 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27 422 24575,'-2'0'0,"1"1"0,0-1 0,0 1 0,0-1 0,0 1 0,0-1 0,0 1 0,0 0 0,0 0 0,0 0 0,0-1 0,1 1 0,-1 0 0,0 0 0,0 0 0,1 0 0,-1 0 0,1 0 0,-1 1 0,1-1 0,-1 0 0,1 0 0,0 0 0,-1 0 0,1 1 0,0-1 0,0 2 0,-5 39 0,5-38 0,-1 3 0,1-1 0,0 1 0,0 0 0,0-1 0,1 1 0,0-1 0,0 0 0,0 1 0,5 9 0,-5-13 0,1 0 0,0-1 0,0 0 0,0 1 0,0-1 0,0 0 0,0 0 0,1 0 0,-1-1 0,1 1 0,-1 0 0,1-1 0,0 0 0,-1 1 0,1-1 0,0 0 0,0-1 0,0 1 0,0 0 0,0-1 0,0 0 0,0 1 0,4-2 0,7 3 0,1-1 0,0 0 0,0-2 0,0 1 0,0-2 0,-1 0 0,1-1 0,-1-1 0,1 0 0,-1 0 0,0-2 0,-1 0 0,1 0 0,19-13 0,121-69 0,132-123 0,-198 144 0,93-93 0,-166 147-1365,-1 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 24575,'1'6'0,"0"0"0,0 0 0,0-1 0,1 1 0,0-1 0,0 1 0,0-1 0,1 0 0,0 1 0,0-2 0,0 1 0,1 0 0,4 5 0,61 59 0,-47-49 0,-19-16 0,1-1 0,0 0 0,0 0 0,0 0 0,1 0 0,-1 0 0,0-1 0,1 0 0,0 0 0,-1 0 0,1-1 0,0 1 0,0-1 0,0 0 0,0-1 0,0 1 0,0-1 0,0 0 0,0 0 0,0-1 0,0 1 0,8-3 0,4-2 0,0-2 0,-1 0 0,1-1 0,-2 0 0,16-12 0,31-14 0,-42 23 0,-1-1 0,20-15 0,27-16 0,111-73 0,-161 105 39,-1-1 0,25-23 0,-26 22-410,0 1 1,0 0-1,17-10 1,-17 14-6456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 24575,'1'11'0,"0"-1"0,0 0 0,1 1 0,0-1 0,1 0 0,0-1 0,1 1 0,0 0 0,1-1 0,-1 0 0,2 0 0,-1 0 0,1-1 0,1 0 0,-1 0 0,2 0 0,-1-1 0,1 0 0,0 0 0,0-1 0,0 0 0,1-1 0,0 0 0,0 0 0,1-1 0,0 0 0,-1 0 0,1-1 0,0-1 0,0 0 0,1 0 0,14 0 0,9 0 0,-1-2 0,63-9 0,-82 7 0,-1-1 0,0-1 0,0 0 0,0-1 0,0 0 0,-1-1 0,0 0 0,0-1 0,21-16 0,159-116 0,-64 38 0,-118 94-100,11-7-322,-1-1 1,35-34-1,-43 35-6404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6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0 451 24575,'7'0'0,"-1"1"0,0 1 0,0-1 0,0 1 0,0 0 0,0 0 0,0 1 0,-1-1 0,9 6 0,-7-3 0,0-2 0,0 1 0,0-1 0,1 0 0,-1-1 0,11 3 0,-11-5 0,0 0 0,-1 0 0,1 0 0,0-1 0,0 0 0,-1 0 0,1-1 0,0 0 0,-1 0 0,1 0 0,-1-1 0,0 0 0,11-7 0,6-6 0,0-1 0,22-22 0,-1 1 0,138-96 0,83-67 0,-247 186-1365,-2 3-5461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8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0 366 24575,'4'1'0,"0"-1"0,0 1 0,-1 0 0,1 0 0,-1 1 0,1-1 0,-1 1 0,1 0 0,-1 0 0,0 0 0,6 4 0,37 34 0,-24-20 0,6 9 0,-26-26 0,0 0 0,0 0 0,0 0 0,1-1 0,-1 1 0,1 0 0,0-1 0,0 0 0,0 0 0,0 0 0,0 0 0,1 0 0,-1-1 0,0 1 0,1-1 0,-1 0 0,1 0 0,-1 0 0,1 0 0,0-1 0,-1 0 0,1 1 0,0-1 0,7-1 0,-4-1 0,0 0 0,1 0 0,-1 0 0,0-1 0,0 0 0,-1 0 0,1-1 0,-1 0 0,1 0 0,-1 0 0,0-1 0,-1 0 0,8-8 0,6-9 0,-1-1 0,19-30 0,13-17 0,65-80 0,-86 124 0,-24 23 0,0-1 0,0 0 0,0-1 0,-1 1 0,0-1 0,6-7 0,-2-2-341,2 2 0,-1-1-1,16-15 1,-13 16-6485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1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0 245 24575,'1'3'0,"-1"0"0,1 0 0,0-1 0,0 1 0,1 0 0,-1-1 0,0 1 0,1-1 0,-1 1 0,1-1 0,0 0 0,0 0 0,0 0 0,0 0 0,0 0 0,1 0 0,2 2 0,0 0 0,1 0 0,-1-1 0,1 1 0,0-1 0,0 0 0,9 2 0,-11-4 0,1 0 0,-1-1 0,1 1 0,0-1 0,-1 0 0,1 0 0,0-1 0,-1 0 0,1 1 0,-1-1 0,1-1 0,-1 1 0,1-1 0,6-3 0,4-3 0,0-2 0,22-17 0,7-5 0,-24 18 0,-1-1 0,25-25 0,-18 16 0,48-55 0,-20 32-1365,-42 38-5461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20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24575,'2'1'0,"0"-1"0,1 0 0,-1 1 0,0 0 0,0-1 0,-1 1 0,1 0 0,0 0 0,0 0 0,0 1 0,0-1 0,-1 0 0,1 0 0,-1 1 0,1-1 0,-1 1 0,0 0 0,1-1 0,0 3 0,25 44 0,-12-20 0,-14-26 0,1 0 0,-1 1 0,0-1 0,1 0 0,0 0 0,-1 0 0,1 0 0,0 0 0,0 0 0,0-1 0,0 1 0,0-1 0,1 1 0,-1-1 0,0 0 0,1 0 0,-1 0 0,1 0 0,-1 0 0,1 0 0,0-1 0,-1 1 0,1-1 0,0 0 0,-1 0 0,1 0 0,0 0 0,-1 0 0,1-1 0,-1 1 0,1-1 0,0 1 0,-1-1 0,1 0 0,-1 0 0,0 0 0,4-3 0,7-5 0,0-1 0,-1 0 0,-1 0 0,0-2 0,14-17 0,5-4 0,30-31 22,-30 31-716,46-39 1,-62 61-6133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44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0 476 24575,'2'7'0,"1"0"0,-1 0 0,1-1 0,1 1 0,-1-1 0,1 1 0,6 6 0,-7-8 0,14 21 0,-12-16 0,1-1 0,0 0 0,1 0 0,0-1 0,12 12 0,-17-18 0,1 0 0,-1 0 0,1-1 0,0 1 0,0-1 0,-1 0 0,1 1 0,0-1 0,0-1 0,0 1 0,0 0 0,0-1 0,0 1 0,0-1 0,1 0 0,-1 0 0,0 0 0,0-1 0,0 1 0,0-1 0,0 0 0,0 1 0,0-1 0,3-2 0,8-2 0,0-1 0,0-1 0,-1 0 0,0 0 0,-1-1 0,1-1 0,-2 0 0,1-1 0,14-16 0,27-25 0,-39 38 0,0 1 0,-1-2 0,-1 0 0,13-17 0,20-24 0,-35 44 0,0 0 0,-1 0 0,0-1 0,8-14 0,-2 1 0,1 1 0,1 1 0,24-25 0,3-4 0,-31 37-195,0 0 0,1 1 0,0 1 0,1 0 0,1 1 0,20-12 0,-22 16-6631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45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1 359 24575,'0'7'0,"0"0"0,0 0 0,1 0 0,0 0 0,1 0 0,-1 0 0,1-1 0,0 1 0,1 0 0,0-1 0,0 0 0,5 8 0,-6-11 0,0 0 0,1-1 0,-1 0 0,1 1 0,-1-1 0,1 0 0,0 0 0,0-1 0,0 1 0,0 0 0,0-1 0,0 0 0,0 0 0,1 0 0,-1 0 0,0 0 0,1-1 0,-1 0 0,1 1 0,-1-1 0,0 0 0,1-1 0,-1 1 0,0 0 0,1-1 0,5-2 0,11-4 0,-2-1 0,1-1 0,-1-1 0,-1 0 0,0-1 0,0-1 0,18-17 0,12-7 0,-39 29 0,0-1 0,0 1 0,-1-1 0,8-11 0,24-24 0,-10 16 0,34-43 0,4-5 0,-33 47 60,-26 22-345,0 0 0,0 0 0,-1-1 0,9-10 0,-8 4-6541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46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1 265 24575,'0'9'0,"-1"-1"0,1 1 0,0 0 0,1 0 0,0 0 0,1 0 0,0 0 0,0-1 0,1 1 0,0-1 0,0 1 0,1-1 0,0 0 0,8 12 0,-9-16 0,0 0 0,0 0 0,0 0 0,0 0 0,1 0 0,-1-1 0,1 1 0,0-1 0,0 0 0,0 0 0,0-1 0,1 1 0,-1-1 0,7 2 0,-6-3 0,1 0 0,-1-1 0,1 0 0,-1 0 0,1 0 0,-1-1 0,1 0 0,-1 0 0,0 0 0,1-1 0,-1 0 0,9-4 0,0 0 0,0-1 0,-1-1 0,0 0 0,0-1 0,-1 0 0,0-1 0,-1 0 0,12-13 0,9-15 0,32-50 0,-41 53 0,2 1 0,37-38 0,21-3-1365,-71 62-5461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47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0 210 24575,'8'2'0,"0"-1"0,0 1 0,0 0 0,0 1 0,0-1 0,-1 2 0,1-1 0,-1 1 0,0 0 0,0 1 0,0-1 0,-1 2 0,0-1 0,0 0 0,0 1 0,8 11 0,-10-13 0,-1-1 0,1 0 0,0 0 0,0 0 0,0-1 0,0 0 0,0 1 0,1-1 0,-1-1 0,0 1 0,1-1 0,0 1 0,-1-1 0,1-1 0,0 1 0,-1-1 0,1 1 0,0-1 0,0-1 0,0 1 0,-1-1 0,1 0 0,0 0 0,-1 0 0,1-1 0,-1 1 0,1-1 0,-1 0 0,5-3 0,1-1 0,1 0 0,-1-1 0,-1 0 0,1-1 0,-1 0 0,0 0 0,-1-1 0,0 0 0,-1-1 0,10-14 0,-10 13 0,1 1 0,0 0 0,15-14 0,8-10 0,58-65-1365,-79 87-5461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48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0 490 24575,'1'3'0,"-1"1"0,0-1 0,1 0 0,0 1 0,0-1 0,0 0 0,0 0 0,1 1 0,-1-1 0,1 0 0,0-1 0,0 1 0,0 0 0,0 0 0,0-1 0,1 1 0,-1-1 0,1 0 0,-1 0 0,1 0 0,0 0 0,0 0 0,0 0 0,0-1 0,0 0 0,0 1 0,0-1 0,1 0 0,-1-1 0,0 1 0,7 0 0,-3 0 0,0 0 0,0 0 0,1-1 0,-1 0 0,0 0 0,0-1 0,1 0 0,-1 0 0,0 0 0,0-1 0,0 0 0,0-1 0,12-6 0,2-6 0,-1-2 0,19-20 0,-3 3 0,11-11 0,59-73 0,-32 17 0,-46 62 0,1 1 0,39-40 0,-57 66-1365,-1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50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0 282 24575,'1'3'0,"-1"-1"0,1 1 0,0 0 0,0-1 0,0 1 0,0 0 0,0-1 0,1 1 0,-1-1 0,1 0 0,-1 1 0,1-1 0,0 0 0,0 0 0,0 0 0,0 0 0,0 0 0,1-1 0,-1 1 0,0-1 0,4 2 0,1 1 0,0 0 0,1 0 0,0-1 0,0-1 0,15 5 0,-15-7 0,1 1 0,-1-1 0,0-1 0,0 1 0,0-1 0,1-1 0,-1 1 0,0-2 0,-1 1 0,1-1 0,0 0 0,-1 0 0,11-7 0,12-9 0,52-42 0,-39 27 0,-9 11 0,-22 15 0,-1 1 0,0-1 0,-1-1 0,0 0 0,12-13 0,5-9-46,-16 19-217,0-1-1,-1 1 0,0-2 0,9-16 0,-12 15-6562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51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0 278 24575,'3'8'0,"0"0"0,0 0 0,1 0 0,0 0 0,0 0 0,1-1 0,0 0 0,0 0 0,1 0 0,10 10 0,-11-12 0,1-1 0,0 0 0,-1 0 0,2 0 0,-1-1 0,0 0 0,1 0 0,-1-1 0,1 0 0,0 0 0,0 0 0,0-1 0,0 0 0,0 0 0,0-1 0,10 0 0,-5-1 0,-1 0 0,1-1 0,-1 0 0,0 0 0,0-2 0,0 1 0,0-1 0,-1-1 0,14-7 0,6-8 0,45-41 0,-48 38 0,51-34 0,-65 48 0,-1-1 0,0 0 0,-1-1 0,13-14 0,28-26 0,-34 37-195,1 0 0,1 1 0,-1 1 0,2 1 0,0 0 0,22-7 0,-26 13-6631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5:52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24575,'2'22'0,"1"0"0,0 0 0,2 0 0,0-1 0,2 1 0,0-1 0,17 31 0,-15-28 0,-7-21 0,0 1 0,-1-1 0,1 1 0,1-1 0,-1 0 0,0 0 0,1 0 0,-1 0 0,1 0 0,0-1 0,0 1 0,0-1 0,0 0 0,1 0 0,-1 0 0,1 0 0,-1 0 0,1-1 0,-1 1 0,1-1 0,0 0 0,0 0 0,0-1 0,-1 1 0,1-1 0,0 0 0,5 0 0,-2-1 0,1 1 0,-1-2 0,0 1 0,0-1 0,0 0 0,0 0 0,0-1 0,0 0 0,-1-1 0,1 1 0,-1-1 0,0 0 0,9-8 0,152-119 0,-78 66 0,-57 43 18,47-25-1,-58 37-217,0-2 0,-1 0 0,0-2 0,-1 0 0,-1-1 0,31-31 0,-40 33-6626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1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1 495 24575,'-1'3'0,"1"-1"0,1 1 0,-1 0 0,0 0 0,1-1 0,-1 1 0,1 0 0,0-1 0,0 1 0,0-1 0,0 1 0,0-1 0,1 1 0,-1-1 0,1 0 0,-1 0 0,1 1 0,0-1 0,0-1 0,0 1 0,0 0 0,0 0 0,4 2 0,-4-3 0,1-1 0,-1 1 0,0 0 0,1-1 0,-1 1 0,0-1 0,1 0 0,-1 0 0,0 0 0,1 0 0,-1 0 0,1-1 0,-1 1 0,0 0 0,0-1 0,1 0 0,-1 0 0,0 0 0,0 0 0,0 0 0,1 0 0,-1 0 0,-1-1 0,1 1 0,0-1 0,0 1 0,2-3 0,172-173 0,-167 166 0,1 0 0,-1 0 0,9-17 0,25-30 0,80-83 0,-53 54-1365,-57 73-5461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1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24575,'0'12'0,"0"0"0,1 1 0,1-1 0,0 0 0,5 15 0,-6-21 0,1-1 0,0-1 0,0 1 0,1 0 0,0 0 0,0-1 0,0 1 0,0-1 0,0 0 0,1 0 0,0-1 0,0 1 0,0-1 0,8 6 0,-10-8 0,0 0 0,0-1 0,0 1 0,1 0 0,-1-1 0,0 1 0,1-1 0,-1 0 0,0 0 0,1 0 0,-1 0 0,0 0 0,1 0 0,-1 0 0,0-1 0,1 0 0,-1 1 0,0-1 0,0 0 0,1 0 0,-1 0 0,0 0 0,0 0 0,0-1 0,0 1 0,-1 0 0,1-1 0,0 0 0,-1 1 0,3-4 0,7-7 0,-1-1 0,0 0 0,11-20 0,-11 17 0,183-284 0,-169 266-682,43-47-1,-56 70-6143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1 517 24575,'0'6'0,"0"0"0,1 1 0,0-1 0,1 0 0,-1 0 0,1 0 0,0-1 0,0 1 0,1 0 0,0-1 0,0 1 0,0-1 0,7 8 0,-8-11 0,0 0 0,-1 0 0,1-1 0,0 1 0,0-1 0,0 1 0,0-1 0,0 0 0,0 1 0,0-1 0,0 0 0,0-1 0,0 1 0,1 0 0,-1 0 0,0-1 0,1 0 0,-1 1 0,1-1 0,-1 0 0,0 0 0,1 0 0,-1-1 0,0 1 0,1 0 0,-1-1 0,0 0 0,1 0 0,-1 1 0,0-1 0,0 0 0,0-1 0,0 1 0,0 0 0,0-1 0,0 1 0,2-2 0,14-14 0,-1-1 0,0 0 0,21-32 0,8-8 0,104-132 0,-84 116-40,82-99-1285,-138 160-5501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1 368 24575,'4'0'0,"-1"1"0,1-1 0,0 1 0,0 0 0,-1 1 0,1-1 0,-1 0 0,1 1 0,-1 0 0,1 0 0,-1 0 0,5 4 0,38 37 0,-23-20 0,21 22 0,21 19 0,-60-60 0,-1-1 0,1 0 0,0 1 0,0-2 0,0 1 0,0-1 0,1 1 0,-1-1 0,0-1 0,1 1 0,0-1 0,8 1 0,-11-2 0,0 0 0,0-1 0,0 1 0,0-1 0,-1 0 0,1 1 0,0-1 0,0-1 0,-1 1 0,1 0 0,-1 0 0,1-1 0,-1 0 0,0 1 0,1-1 0,-1 0 0,0 0 0,0 0 0,0-1 0,-1 1 0,1 0 0,2-5 0,3-6 0,0-1 0,0-1 0,5-17 0,3-7 0,74-167 0,-76 173-227,2 0-1,1 1 1,1 1-1,2 1 1,30-37-1,-37 52-6598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24575,'5'1'0,"1"0"0,-1 0 0,0 0 0,0 1 0,1-1 0,-1 1 0,0 0 0,0 1 0,-1-1 0,1 1 0,0 0 0,-1 0 0,8 7 0,-9-6 0,1-1 0,-1 0 0,1 0 0,0 0 0,0-1 0,0 1 0,0-1 0,1 0 0,-1 0 0,0-1 0,1 1 0,0-1 0,-1 0 0,1 0 0,0-1 0,-1 1 0,1-1 0,0 0 0,5-1 0,3-3 0,0-1 0,0-1 0,-1 0 0,0-1 0,0 0 0,-1-1 0,0 0 0,0-1 0,12-12 0,20-14 0,300-204-1365,-331 229-5461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6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24575,'7'-1'0,"1"2"0,0-1 0,-1 1 0,1 0 0,-1 1 0,1 0 0,-1 0 0,12 5 0,-15-5 0,0 0 0,-1 0 0,0 1 0,1-1 0,-1 1 0,0 0 0,0 0 0,-1 0 0,1 0 0,-1 0 0,1 1 0,-1-1 0,0 1 0,0 0 0,0-1 0,-1 1 0,2 5 0,0 1 0,0 0 0,1 0 0,0 0 0,1 0 0,0-1 0,0 0 0,1 0 0,0 0 0,11 11 0,-15-18 0,1 0 0,-1 0 0,1 0 0,0 0 0,0-1 0,0 1 0,0-1 0,0 1 0,0-1 0,0 0 0,0 0 0,1-1 0,-1 1 0,0-1 0,0 1 0,1-1 0,-1 0 0,0 0 0,1 0 0,-1-1 0,0 1 0,1-1 0,-1 0 0,0 0 0,0 0 0,0 0 0,0-1 0,0 1 0,0-1 0,0 0 0,0 0 0,-1 0 0,4-3 0,13-10 0,-1-1 0,23-28 0,-26 28 0,0 1 0,0 0 0,28-20 0,13-8 0,-43 32 0,1 0 0,0 1 0,0 0 0,24-11 0,20-6-1365,-39 19-5461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9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24575,'3'1'0,"1"-1"0,-1 1 0,1 0 0,-1 0 0,1 1 0,-1-1 0,0 1 0,1 0 0,-1-1 0,0 1 0,0 1 0,0-1 0,-1 0 0,1 1 0,0-1 0,-1 1 0,3 3 0,-2-2 0,0 0 0,1-1 0,0 1 0,0-1 0,0 0 0,0 0 0,0 0 0,1-1 0,8 5 0,-5-5 0,-1-1 0,1 1 0,-1-1 0,1 0 0,-1-1 0,1 0 0,-1 0 0,1 0 0,0-1 0,-1 0 0,14-5 0,-7 1 0,0-1 0,0 0 0,-1-2 0,24-15 0,-8 5 0,42-19 0,11-6 0,-81 43-9,15-9-185,-1 0 0,0-2 1,0 1-1,-1-2 0,0 0 1,23-26-1,-27 25-6632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1 269 24575,'-1'14'0,"2"1"0,0-1 0,0 0 0,2 1 0,0-1 0,0 0 0,7 15 0,-9-26 0,0 0 0,0 0 0,1 0 0,0 0 0,-1-1 0,1 1 0,0-1 0,1 1 0,-1-1 0,0 1 0,1-1 0,-1 0 0,1 0 0,0 0 0,-1-1 0,1 1 0,0-1 0,0 1 0,0-1 0,0 0 0,0 0 0,1 0 0,-1-1 0,0 1 0,0-1 0,0 0 0,1 1 0,-1-1 0,0-1 0,1 1 0,-1 0 0,0-1 0,0 0 0,0 0 0,0 0 0,4-2 0,16-7 0,-1-1 0,0-1 0,-1-1 0,-1-1 0,0-1 0,-1 0 0,33-36 0,-23 24 0,61-46 0,70-45 0,-155 113 21,0 0-1,0 0 0,-1 0 0,1 0 1,6-12-1,10-10-1507,-10 16-5339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1 419 24575,'1'3'0,"1"0"0,0 1 0,0-1 0,0 0 0,0 0 0,0-1 0,1 1 0,-1 0 0,1-1 0,0 1 0,0-1 0,0 0 0,0 0 0,4 2 0,3 3 0,8 8 0,-8-7 0,-1 0 0,1-1 0,0 0 0,1-1 0,20 10 0,-26-15 0,-1 0 0,0 0 0,0 0 0,1-1 0,-1 1 0,0-1 0,1 0 0,-1 0 0,1-1 0,-1 0 0,0 1 0,0-1 0,1-1 0,-1 1 0,0 0 0,0-1 0,0 0 0,0 0 0,-1 0 0,7-5 0,27-21 0,38-37 0,-35 29 0,-25 22 0,-2-1 0,0 0 0,13-20 0,31-35 0,-6 21 0,110-78 0,-98 77-1365,-44 37-5461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6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24575,'-1'7'0,"1"0"0,0 0 0,1 0 0,0 0 0,0 0 0,1-1 0,-1 1 0,5 10 0,-5-15 0,1 0 0,-1 1 0,1-1 0,0 0 0,0 0 0,0 0 0,0 0 0,0-1 0,0 1 0,0-1 0,1 1 0,-1-1 0,1 0 0,-1 0 0,1 0 0,-1 0 0,1 0 0,0 0 0,-1-1 0,1 1 0,0-1 0,-1 0 0,1 0 0,5 0 0,2-2 0,1 0 0,-1-1 0,0 0 0,0-1 0,0 0 0,0 0 0,0-1 0,10-7 0,6-2 0,-4 4 0,1 2 0,37-10 0,-40 13 0,0 0 0,-1-2 0,0 0 0,26-14 0,-21 8 0,0 2 0,28-9 0,-27 11 0,-1-1 0,29-17 0,49-36-1365,-89 54-5461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41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72 24575,'-1'37'0,"0"-25"0,0 0 0,1 0 0,1 0 0,0 0 0,5 23 0,-6-32 0,2 0 0,-1-1 0,0 1 0,0 0 0,1-1 0,0 1 0,-1-1 0,1 1 0,0-1 0,0 0 0,1 1 0,-1-1 0,0 0 0,1-1 0,-1 1 0,1 0 0,-1-1 0,1 1 0,0-1 0,0 0 0,0 0 0,-1 0 0,1 0 0,0-1 0,0 1 0,0-1 0,1 0 0,2 1 0,6-1 0,0 0 0,0-1 0,0 0 0,-1-1 0,1 0 0,0-1 0,18-7 0,76-40 0,-19 9 0,14-5 0,-49 22 0,82-26 0,-133 49 0,4 0 0,0 0 0,0-1 0,-1 0 0,1 0 0,-1 0 0,0 0 0,8-5 0,-12 7-21,0 0 0,-1 0 0,1 0 0,0 0 0,0 1 0,0-1 0,0 0 0,0 0 0,0 0 0,-1 0 0,1 0 0,0 0 0,0 0 0,0 0 0,0 0 0,0 1 0,-1-1 0,1 0 0,0 0 0,0 0 0,0 0 0,0 0 0,-1 0 0,1 0 0,0 0 0,0 0 0,0 0 0,0 0 0,-1 0 0,1 0 0,0-1 0,0 1 0,0 0 0,0 0 0,0 0 0,-1 0 0,1 0 0,0 0 0,0 0 0,0 0 0,0 0 0,0-1 0,0 1 0,-1 0 0,1 0 0,0 0 0,0 0 0,0 0 0,0 0 0,0-1 0,0 1 0,0 0 0,0 0 0,0 0 0,0 0 0,0-1 0,0 1 0,0 0 0,0 0 0,0 0 0,0 0 0,0-1 0,0 1 0,0 0 0,-12 4-6805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2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24575,'0'7'0,"0"0"0,1 0 0,-1 0 0,1 0 0,1 0 0,-1 0 0,1-1 0,0 1 0,5 10 0,-5-15 0,-1 0 0,0 0 0,1-1 0,-1 1 0,1-1 0,0 1 0,-1-1 0,1 1 0,0-1 0,0 0 0,0 0 0,0 0 0,0 0 0,0 0 0,0 0 0,0-1 0,1 1 0,-1-1 0,0 1 0,0-1 0,1 0 0,-1 0 0,0 0 0,0 0 0,0 0 0,1-1 0,-1 1 0,0 0 0,0-1 0,0 0 0,0 0 0,1 0 0,-1 1 0,2-3 0,157-79 0,-87 48 0,-2-3 0,-1-4 0,76-58 0,-109 69-1365,-22 18-5461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0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24575,'2'4'0,"-1"0"0,1 0 0,0-1 0,0 1 0,0-1 0,1 1 0,-1-1 0,6 5 0,4 8 0,1 7 0,-9-15 0,0 0 0,1-1 0,0 0 0,0 1 0,1-2 0,9 10 0,-13-14 0,1 0 0,0 0 0,0-1 0,0 1 0,0-1 0,0 0 0,0 0 0,0 0 0,0 0 0,1 0 0,-1-1 0,0 0 0,0 1 0,1-1 0,-1 0 0,0-1 0,1 1 0,-1-1 0,0 1 0,0-1 0,5-2 0,3-1 0,1-1 0,-2 0 0,1-1 0,-1 0 0,1-1 0,-2 0 0,1-1 0,-1 0 0,0 0 0,7-10 0,-3 5 0,0 0 0,1 1 0,24-16 0,-10 11-273,0-2 0,-1-1 0,-1-1 0,44-47 0,-61 56-6553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0 433 24575,'2'0'0,"0"1"0,0-1 0,0 1 0,0 0 0,0 0 0,0-1 0,0 1 0,0 1 0,-1-1 0,1 0 0,0 0 0,-1 0 0,1 1 0,-1-1 0,0 1 0,1-1 0,-1 1 0,0 0 0,0-1 0,0 1 0,2 3 0,18 46 0,-17-41 0,6 18 0,-4-9 0,1-1 0,14 28 0,-20-44 0,1 0 0,-1 0 0,1 0 0,-1 0 0,1 0 0,0-1 0,-1 1 0,1 0 0,0-1 0,0 0 0,0 1 0,0-1 0,0 0 0,1 0 0,-1 0 0,0 0 0,0 0 0,1-1 0,3 2 0,-1-2 0,-1 0 0,1 0 0,-1-1 0,0 1 0,1-1 0,-1 0 0,0 0 0,0-1 0,1 1 0,4-3 0,8-6 0,0 0 0,-1-1 0,28-24 0,-38 30 0,102-103 0,-68 67 0,143-151 0,-151 156 60,45-64 1,-11 12-1547,-54 73-5340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0 277 24575,'5'1'0,"-1"1"0,0 0 0,0 1 0,0-1 0,0 1 0,0 0 0,-1 0 0,1 0 0,-1 0 0,0 0 0,0 1 0,0 0 0,4 7 0,15 14 0,-11-16 0,-7-4 0,2-1 0,-1 1 0,0-1 0,1 0 0,0-1 0,8 5 0,-13-8 0,1 1 0,0-1 0,0 1 0,0-1 0,0 0 0,0 0 0,0 0 0,0 0 0,0 0 0,0 0 0,0-1 0,-1 1 0,1 0 0,0-1 0,0 0 0,0 1 0,0-1 0,-1 0 0,1 0 0,0 0 0,-1 0 0,1 0 0,-1 0 0,1-1 0,-1 1 0,3-3 0,90-108 0,-21 22 0,45-53 0,-92 120-1365,-12 15-5461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24575,'0'5'0,"0"5"0,5 1 0,5-1 0,5-3 0,5-1 0,-1-8 0,0-2 0,-3-5 0,-4-2-8191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3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1 253 24575,'0'4'0,"0"0"0,-1 0 0,1 0 0,1 0 0,-1 0 0,0 0 0,1 0 0,0 0 0,0 0 0,0 0 0,1-1 0,-1 1 0,1 0 0,0-1 0,0 0 0,0 1 0,0-1 0,1 0 0,-1 0 0,1 0 0,0 0 0,0 0 0,0-1 0,0 1 0,0-1 0,0 0 0,1 0 0,-1 0 0,1-1 0,0 1 0,-1-1 0,1 1 0,0-1 0,0-1 0,0 1 0,0 0 0,0-1 0,0 0 0,6 0 0,5 0 0,1-1 0,-1 0 0,0-1 0,0-1 0,0 0 0,-1-1 0,1 0 0,-1-1 0,0-1 0,0-1 0,-1 0 0,1 0 0,-2-1 0,1-1 0,-1 0 0,19-19 0,72-75 0,-92 94 0,0-1 0,1 1 0,0 1 0,13-7 0,37-29 0,-51 36-136,2 1-1,-1 1 1,1 0-1,0 1 1,0 0-1,0 1 1,1 0-1,-1 1 0,21-2 1,-15 2-6690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4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24575,'1'6'0,"-1"1"0,2 0 0,-1 0 0,1 0 0,0-1 0,0 1 0,1-1 0,-1 1 0,2-1 0,-1 0 0,1 0 0,0 0 0,0-1 0,0 1 0,1-1 0,0 0 0,0 0 0,0-1 0,0 0 0,1 0 0,0 0 0,0 0 0,0-1 0,0 0 0,1 0 0,-1-1 0,1 1 0,-1-2 0,1 1 0,0-1 0,0 0 0,0 0 0,0-1 0,0 0 0,0 0 0,0 0 0,-1-1 0,1 0 0,8-3 0,6-5 0,1-1 0,-2-1 0,1 0 0,-2-2 0,0-1 0,25-22 0,46-31 0,-42 35 41,26-15-1447,-60 39-5420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4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0 317 24575,'5'6'0,"-1"0"0,0 1 0,-1 0 0,1-1 0,-1 1 0,-1 0 0,1 1 0,-1-1 0,1 8 0,14 35 0,-15-47 0,-1 0 0,1 0 0,-1 0 0,1 0 0,0 0 0,0-1 0,0 1 0,1-1 0,-1 0 0,1 1 0,-1-1 0,1 0 0,0 0 0,-1-1 0,1 1 0,0-1 0,0 1 0,0-1 0,1 0 0,-1 0 0,0 0 0,0-1 0,1 1 0,-1-1 0,0 1 0,6-2 0,-4 1 0,1-1 0,-1-1 0,0 1 0,1-1 0,-1 0 0,0 0 0,0-1 0,-1 1 0,1-1 0,0 0 0,-1 0 0,0-1 0,1 1 0,-2-1 0,7-7 0,54-55 0,-43 46 0,0-1 0,21-29 0,75-90 0,-21 39 0,-54 65-1365,-31 27-5461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4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1 228 24575,'0'5'0,"1"-1"0,0 1 0,0-1 0,1 0 0,-1 0 0,1 1 0,0-1 0,0 0 0,1-1 0,-1 1 0,1 0 0,0-1 0,0 1 0,4 4 0,53 44 0,-55-48 0,0 0 0,1 0 0,-1 0 0,1-1 0,0 0 0,0 0 0,0 0 0,0-1 0,1 0 0,-1 0 0,0 0 0,1-1 0,0 0 0,-1 0 0,1-1 0,-1 0 0,1 0 0,0 0 0,-1-1 0,1 0 0,11-3 0,-2-2 0,0-1 0,0 0 0,-1-1 0,0 0 0,-1-1 0,25-21 0,99-64 0,-72 51 0,-26 15 0,31-19 0,77-40-1365,-141 83-5461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3:16:4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0 245 24575,'1'4'0,"1"1"0,-1-1 0,1 0 0,-1 0 0,1 0 0,0 0 0,3 4 0,4 9 0,-5-7 0,1 1 0,0-1 0,1 0 0,0 0 0,1-1 0,0 0 0,0 0 0,11 10 0,-15-16 0,1-1 0,-1 0 0,0 1 0,1-1 0,-1-1 0,1 1 0,0 0 0,0-1 0,-1 0 0,1 0 0,0 0 0,0 0 0,0-1 0,0 1 0,0-1 0,0 0 0,0 0 0,0-1 0,0 1 0,0-1 0,0 0 0,0 0 0,0 0 0,0 0 0,-1-1 0,7-3 0,10-7 0,-1-1 0,-1-1 0,0 0 0,-1-2 0,30-33 0,-23 23 0,39-32 0,120-85 0,-171 135 29,0 2-1,1 0 1,25-9-1,9-4-1507,-32 12-5347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9BB8-CEDC-457A-8B94-A349A5D0E58E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77B1-9F9A-4C89-8769-3CFBC39C41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920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13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23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186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FC63-1C3A-A9F3-62E0-85E8469D3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CE42-63B8-C636-9479-659D2E13B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A4C25-D071-1A7E-320F-6B9DE883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C802-C619-104E-92CC-E46EFF24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8A4-5A0E-C46B-6E19-9D6DDEA2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749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0DE1-A763-4B5D-6C98-0C7782BA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AAC2-1190-686D-1D4E-54607EFC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173C8-723E-3FFC-C70C-50742CF5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8A16-C94F-9F3D-AB8C-70714B92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93D38-8E5D-7370-01BA-6C413C4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07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AAD-B376-70C5-FBE4-DBD11F96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7F48-FF4C-BDE0-C1C8-0920D07CE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0878D-A073-8573-0483-4A6C6E32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27A5-0B78-0050-0797-412B0DA2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9678-F680-53D4-2E51-35275CE0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805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762-6EDA-2928-6D49-85ADC5BA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F5E3-4EA6-BE17-AC15-9A0CA9F7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A60D0-BF14-A70F-FE82-EC144981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167FC-ECEA-77A1-8B63-11FCCAD9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5ABB-65F6-8C0C-553C-AFFE05EE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0208-5B23-273A-B943-7F0D1DA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279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B431-E67D-904E-323D-D262DE12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E268-EA73-C23A-FB08-685E1119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93BE6-8F61-8020-DD0F-A8363A0C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DE2B7-C1F3-575A-6492-DCA375B9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9C2D1-15B3-7339-4A79-2AAD5E6A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C0FF9-B450-F845-EF9E-EF5328A6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59187-70C0-9CD7-B3F0-38DF202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40C68-DA10-4ECD-7679-2C89C8F5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422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6076-D95A-F030-4554-C9950B59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CEC7-A8B9-217F-E485-50C00645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23490-BCB8-357B-EF51-D3ACADE1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516F-B446-9DA9-EE46-024CA80C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922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17AD2-7258-1BEF-E584-D9D358BC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AF1C-687F-4DE1-4AA4-F8EC80AC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7916-8B3F-E6E2-D701-BAEDB886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21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37F7-0A9B-15A1-7BF8-9A5B474A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B115-416A-A432-FCC6-AB42782A2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D7ACE-F945-2395-EBF6-DD3B4FA09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23577-FC33-9B8A-016A-0B196904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39EA5-0CD9-118C-3FE5-8A6B5E66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4A017-1128-D440-0E4D-29DF57D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73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129A-566A-0AED-85AC-A810712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6FD61-C116-A1ED-45E6-7B00E0C8F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C4052-FEF3-5BBD-7520-AC159805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B9E5-795E-25A3-2B79-0034CCA2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03D48-EF26-2C82-A53F-3B47A9F8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2FE8E-52CD-3C07-2606-76DA8734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575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F8E7-377E-C99B-F89F-1728AF4B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173A6-1845-9ECB-517E-D7A2B385E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2DB1-BA4D-CDE9-30C6-FB142E6F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AC81-120C-83B5-A28D-DE73C785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68DDC-C53D-1CDD-F0BC-FCE0E067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66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658FF-0077-3B2A-9B94-C8049733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E772B-7289-0A29-65AA-B04FB01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019DC-947D-E427-7E20-8CDB40DE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58CF-1E4C-16D7-5A8B-8A6DD10A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B6316-7725-DCA5-421C-C8516BEF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777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37656-A478-677B-3B01-C9D9983F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A546-4C77-7309-64FD-D8F7D32BB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C1B-72BD-49E9-3B09-CC050F284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B7D9E-7001-4EF6-B630-F6AE7747FACD}" type="datetimeFigureOut">
              <a:rPr lang="en-SG" smtClean="0"/>
              <a:t>21/7/2025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3A40-7279-869A-39B0-97F248C96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4D762-C599-BA33-E14C-B7CE11717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42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33.png"/><Relationship Id="rId18" Type="http://schemas.openxmlformats.org/officeDocument/2006/relationships/customXml" Target="../ink/ink32.xml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customXml" Target="../ink/ink29.xml"/><Relationship Id="rId1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28.xml"/><Relationship Id="rId19" Type="http://schemas.openxmlformats.org/officeDocument/2006/relationships/image" Target="../media/image36.png"/><Relationship Id="rId4" Type="http://schemas.openxmlformats.org/officeDocument/2006/relationships/customXml" Target="../ink/ink25.xml"/><Relationship Id="rId9" Type="http://schemas.openxmlformats.org/officeDocument/2006/relationships/image" Target="../media/image31.png"/><Relationship Id="rId14" Type="http://schemas.openxmlformats.org/officeDocument/2006/relationships/customXml" Target="../ink/ink3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customXml" Target="../ink/ink34.xml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customXml" Target="../ink/ink3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customXml" Target="../ink/ink38.xml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customXml" Target="../ink/ink3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55.png"/><Relationship Id="rId18" Type="http://schemas.openxmlformats.org/officeDocument/2006/relationships/customXml" Target="../ink/ink48.xml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customXml" Target="../ink/ink45.xml"/><Relationship Id="rId17" Type="http://schemas.openxmlformats.org/officeDocument/2006/relationships/image" Target="../media/image57.png"/><Relationship Id="rId2" Type="http://schemas.openxmlformats.org/officeDocument/2006/relationships/image" Target="../media/image49.png"/><Relationship Id="rId16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10" Type="http://schemas.openxmlformats.org/officeDocument/2006/relationships/customXml" Target="../ink/ink44.xml"/><Relationship Id="rId19" Type="http://schemas.openxmlformats.org/officeDocument/2006/relationships/image" Target="../media/image58.png"/><Relationship Id="rId4" Type="http://schemas.openxmlformats.org/officeDocument/2006/relationships/customXml" Target="../ink/ink41.xml"/><Relationship Id="rId9" Type="http://schemas.openxmlformats.org/officeDocument/2006/relationships/image" Target="../media/image53.png"/><Relationship Id="rId14" Type="http://schemas.openxmlformats.org/officeDocument/2006/relationships/customXml" Target="../ink/ink4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13" Type="http://schemas.openxmlformats.org/officeDocument/2006/relationships/image" Target="../media/image65.png"/><Relationship Id="rId18" Type="http://schemas.openxmlformats.org/officeDocument/2006/relationships/customXml" Target="../ink/ink56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12" Type="http://schemas.openxmlformats.org/officeDocument/2006/relationships/customXml" Target="../ink/ink53.xml"/><Relationship Id="rId17" Type="http://schemas.openxmlformats.org/officeDocument/2006/relationships/image" Target="../media/image67.png"/><Relationship Id="rId2" Type="http://schemas.openxmlformats.org/officeDocument/2006/relationships/image" Target="../media/image59.png"/><Relationship Id="rId16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5" Type="http://schemas.openxmlformats.org/officeDocument/2006/relationships/image" Target="../media/image66.png"/><Relationship Id="rId10" Type="http://schemas.openxmlformats.org/officeDocument/2006/relationships/customXml" Target="../ink/ink52.xml"/><Relationship Id="rId19" Type="http://schemas.openxmlformats.org/officeDocument/2006/relationships/image" Target="../media/image68.png"/><Relationship Id="rId4" Type="http://schemas.openxmlformats.org/officeDocument/2006/relationships/customXml" Target="../ink/ink49.xml"/><Relationship Id="rId9" Type="http://schemas.openxmlformats.org/officeDocument/2006/relationships/image" Target="../media/image63.png"/><Relationship Id="rId14" Type="http://schemas.openxmlformats.org/officeDocument/2006/relationships/customXml" Target="../ink/ink5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1.xml"/><Relationship Id="rId18" Type="http://schemas.openxmlformats.org/officeDocument/2006/relationships/image" Target="../media/image77.png"/><Relationship Id="rId26" Type="http://schemas.openxmlformats.org/officeDocument/2006/relationships/image" Target="../media/image81.png"/><Relationship Id="rId39" Type="http://schemas.openxmlformats.org/officeDocument/2006/relationships/customXml" Target="../ink/ink74.xml"/><Relationship Id="rId21" Type="http://schemas.openxmlformats.org/officeDocument/2006/relationships/customXml" Target="../ink/ink65.xml"/><Relationship Id="rId34" Type="http://schemas.openxmlformats.org/officeDocument/2006/relationships/image" Target="../media/image85.png"/><Relationship Id="rId42" Type="http://schemas.openxmlformats.org/officeDocument/2006/relationships/image" Target="../media/image89.png"/><Relationship Id="rId7" Type="http://schemas.openxmlformats.org/officeDocument/2006/relationships/customXml" Target="../ink/ink58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6.png"/><Relationship Id="rId29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customXml" Target="../ink/ink60.xml"/><Relationship Id="rId24" Type="http://schemas.openxmlformats.org/officeDocument/2006/relationships/image" Target="../media/image80.png"/><Relationship Id="rId32" Type="http://schemas.openxmlformats.org/officeDocument/2006/relationships/image" Target="../media/image84.png"/><Relationship Id="rId37" Type="http://schemas.openxmlformats.org/officeDocument/2006/relationships/customXml" Target="../ink/ink73.xml"/><Relationship Id="rId40" Type="http://schemas.openxmlformats.org/officeDocument/2006/relationships/image" Target="../media/image88.png"/><Relationship Id="rId45" Type="http://schemas.openxmlformats.org/officeDocument/2006/relationships/customXml" Target="../ink/ink77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23" Type="http://schemas.openxmlformats.org/officeDocument/2006/relationships/customXml" Target="../ink/ink66.xml"/><Relationship Id="rId28" Type="http://schemas.openxmlformats.org/officeDocument/2006/relationships/image" Target="../media/image82.png"/><Relationship Id="rId36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customXml" Target="../ink/ink64.xml"/><Relationship Id="rId31" Type="http://schemas.openxmlformats.org/officeDocument/2006/relationships/customXml" Target="../ink/ink70.xml"/><Relationship Id="rId44" Type="http://schemas.openxmlformats.org/officeDocument/2006/relationships/image" Target="../media/image90.png"/><Relationship Id="rId4" Type="http://schemas.openxmlformats.org/officeDocument/2006/relationships/image" Target="../media/image70.png"/><Relationship Id="rId9" Type="http://schemas.openxmlformats.org/officeDocument/2006/relationships/customXml" Target="../ink/ink59.xml"/><Relationship Id="rId14" Type="http://schemas.openxmlformats.org/officeDocument/2006/relationships/image" Target="../media/image75.png"/><Relationship Id="rId22" Type="http://schemas.openxmlformats.org/officeDocument/2006/relationships/image" Target="../media/image79.png"/><Relationship Id="rId27" Type="http://schemas.openxmlformats.org/officeDocument/2006/relationships/customXml" Target="../ink/ink68.xml"/><Relationship Id="rId30" Type="http://schemas.openxmlformats.org/officeDocument/2006/relationships/image" Target="../media/image83.png"/><Relationship Id="rId35" Type="http://schemas.openxmlformats.org/officeDocument/2006/relationships/customXml" Target="../ink/ink72.xml"/><Relationship Id="rId43" Type="http://schemas.openxmlformats.org/officeDocument/2006/relationships/customXml" Target="../ink/ink76.xml"/><Relationship Id="rId8" Type="http://schemas.openxmlformats.org/officeDocument/2006/relationships/image" Target="../media/image72.png"/><Relationship Id="rId3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customXml" Target="../ink/ink63.xml"/><Relationship Id="rId25" Type="http://schemas.openxmlformats.org/officeDocument/2006/relationships/customXml" Target="../ink/ink67.xml"/><Relationship Id="rId33" Type="http://schemas.openxmlformats.org/officeDocument/2006/relationships/customXml" Target="../ink/ink71.xml"/><Relationship Id="rId38" Type="http://schemas.openxmlformats.org/officeDocument/2006/relationships/image" Target="../media/image87.png"/><Relationship Id="rId46" Type="http://schemas.openxmlformats.org/officeDocument/2006/relationships/image" Target="../media/image91.png"/><Relationship Id="rId20" Type="http://schemas.openxmlformats.org/officeDocument/2006/relationships/image" Target="../media/image78.png"/><Relationship Id="rId41" Type="http://schemas.openxmlformats.org/officeDocument/2006/relationships/customXml" Target="../ink/ink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CD77E-C50A-F4C5-38F7-729361E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PBU Walls(TMP Grids)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A2EFC-75BB-70A3-9769-7174EB93502D}"/>
              </a:ext>
            </a:extLst>
          </p:cNvPr>
          <p:cNvSpPr txBox="1"/>
          <p:nvPr/>
        </p:nvSpPr>
        <p:spPr>
          <a:xfrm>
            <a:off x="1314824" y="4717210"/>
            <a:ext cx="3155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TERRAHL2-FP_MB-T1am(JMB)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360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581F6-6B83-29ED-A0C8-2FBC0A86F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Wall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1E4DB-B865-8568-8230-F2328541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94579"/>
            <a:ext cx="4863301" cy="47102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5013E7-562A-C4D1-B645-8F5567F5A967}"/>
              </a:ext>
            </a:extLst>
          </p:cNvPr>
          <p:cNvSpPr txBox="1"/>
          <p:nvPr/>
        </p:nvSpPr>
        <p:spPr>
          <a:xfrm>
            <a:off x="9811512" y="1633666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515</a:t>
            </a:r>
            <a:endParaRPr lang="en-SG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085B4-939D-125E-E7AB-72FD394B1167}"/>
              </a:ext>
            </a:extLst>
          </p:cNvPr>
          <p:cNvSpPr txBox="1"/>
          <p:nvPr/>
        </p:nvSpPr>
        <p:spPr>
          <a:xfrm>
            <a:off x="9149313" y="1633666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960-980</a:t>
            </a:r>
            <a:endParaRPr lang="en-S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D7D1E9-FDF5-3215-83E5-2463207C448A}"/>
              </a:ext>
            </a:extLst>
          </p:cNvPr>
          <p:cNvSpPr txBox="1"/>
          <p:nvPr/>
        </p:nvSpPr>
        <p:spPr>
          <a:xfrm>
            <a:off x="8627773" y="1614527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1480</a:t>
            </a:r>
            <a:endParaRPr lang="en-SG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DEAA1-D137-6B19-DF1A-3EC72EC865DE}"/>
              </a:ext>
            </a:extLst>
          </p:cNvPr>
          <p:cNvSpPr txBox="1"/>
          <p:nvPr/>
        </p:nvSpPr>
        <p:spPr>
          <a:xfrm>
            <a:off x="8177816" y="1572088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1800</a:t>
            </a:r>
            <a:endParaRPr lang="en-SG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921E3-74A8-3D96-FB5B-D03106BA037F}"/>
              </a:ext>
            </a:extLst>
          </p:cNvPr>
          <p:cNvSpPr txBox="1"/>
          <p:nvPr/>
        </p:nvSpPr>
        <p:spPr>
          <a:xfrm>
            <a:off x="6942911" y="1614526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2800</a:t>
            </a:r>
            <a:endParaRPr lang="en-SG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FCD604-7917-95AE-CAE0-52E87A7BBD41}"/>
              </a:ext>
            </a:extLst>
          </p:cNvPr>
          <p:cNvSpPr txBox="1"/>
          <p:nvPr/>
        </p:nvSpPr>
        <p:spPr>
          <a:xfrm>
            <a:off x="11264101" y="238589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2400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5248D6-B0F2-F2FA-AD4A-3C7852817C21}"/>
              </a:ext>
            </a:extLst>
          </p:cNvPr>
          <p:cNvSpPr txBox="1"/>
          <p:nvPr/>
        </p:nvSpPr>
        <p:spPr>
          <a:xfrm>
            <a:off x="11229705" y="2788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C9C6ED-99EB-A4FC-8E15-48E253A2E073}"/>
              </a:ext>
            </a:extLst>
          </p:cNvPr>
          <p:cNvSpPr txBox="1"/>
          <p:nvPr/>
        </p:nvSpPr>
        <p:spPr>
          <a:xfrm>
            <a:off x="11274985" y="356466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1425</a:t>
            </a:r>
            <a:endParaRPr lang="en-S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FBC1AB-97D9-17AF-1707-89F1E48C846F}"/>
              </a:ext>
            </a:extLst>
          </p:cNvPr>
          <p:cNvSpPr txBox="1"/>
          <p:nvPr/>
        </p:nvSpPr>
        <p:spPr>
          <a:xfrm>
            <a:off x="11360861" y="427743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825</a:t>
            </a:r>
            <a:endParaRPr lang="en-S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CB52F4-758B-4CAA-0F08-C0C891BD535A}"/>
              </a:ext>
            </a:extLst>
          </p:cNvPr>
          <p:cNvSpPr txBox="1"/>
          <p:nvPr/>
        </p:nvSpPr>
        <p:spPr>
          <a:xfrm>
            <a:off x="11354436" y="499019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225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0329A-AE63-4577-F508-76A4B80C5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80" y="3147482"/>
            <a:ext cx="5306165" cy="2486372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740DEB7-8073-9559-C6CA-98684713EC4C}"/>
              </a:ext>
            </a:extLst>
          </p:cNvPr>
          <p:cNvGrpSpPr/>
          <p:nvPr/>
        </p:nvGrpSpPr>
        <p:grpSpPr>
          <a:xfrm>
            <a:off x="3520224" y="3368376"/>
            <a:ext cx="509040" cy="2211120"/>
            <a:chOff x="3520224" y="3368376"/>
            <a:chExt cx="509040" cy="22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4D437A5-730F-F058-A0AF-8BFF78028115}"/>
                    </a:ext>
                  </a:extLst>
                </p14:cNvPr>
                <p14:cNvContentPartPr/>
                <p14:nvPr/>
              </p14:nvContentPartPr>
              <p14:xfrm>
                <a:off x="3593304" y="3368376"/>
                <a:ext cx="185760" cy="114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4D437A5-730F-F058-A0AF-8BFF780281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87184" y="3362256"/>
                  <a:ext cx="198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8A2383-3379-8958-690A-62C9C2CE0C33}"/>
                    </a:ext>
                  </a:extLst>
                </p14:cNvPr>
                <p14:cNvContentPartPr/>
                <p14:nvPr/>
              </p14:nvContentPartPr>
              <p14:xfrm>
                <a:off x="3556584" y="3557736"/>
                <a:ext cx="293040" cy="153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8A2383-3379-8958-690A-62C9C2CE0C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50464" y="3551616"/>
                  <a:ext cx="305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60C6B3-6E8C-836F-359E-E4CF625CDCA8}"/>
                    </a:ext>
                  </a:extLst>
                </p14:cNvPr>
                <p14:cNvContentPartPr/>
                <p14:nvPr/>
              </p14:nvContentPartPr>
              <p14:xfrm>
                <a:off x="3574944" y="3718656"/>
                <a:ext cx="307800" cy="15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60C6B3-6E8C-836F-359E-E4CF625CDC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68824" y="3712536"/>
                  <a:ext cx="320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759827A-CB4A-5802-CA2A-2A4FB6A4B809}"/>
                    </a:ext>
                  </a:extLst>
                </p14:cNvPr>
                <p14:cNvContentPartPr/>
                <p14:nvPr/>
              </p14:nvContentPartPr>
              <p14:xfrm>
                <a:off x="3584304" y="3944376"/>
                <a:ext cx="268560" cy="151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759827A-CB4A-5802-CA2A-2A4FB6A4B8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78184" y="3938256"/>
                  <a:ext cx="280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0136FF-4EC7-57BB-2E60-9BFF22FBC1EB}"/>
                    </a:ext>
                  </a:extLst>
                </p14:cNvPr>
                <p14:cNvContentPartPr/>
                <p14:nvPr/>
              </p14:nvContentPartPr>
              <p14:xfrm>
                <a:off x="3556584" y="4086576"/>
                <a:ext cx="361080" cy="157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0136FF-4EC7-57BB-2E60-9BFF22FBC1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50464" y="4080456"/>
                  <a:ext cx="373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0DD60A-E344-3A5C-F62E-B0953C6D727E}"/>
                    </a:ext>
                  </a:extLst>
                </p14:cNvPr>
                <p14:cNvContentPartPr/>
                <p14:nvPr/>
              </p14:nvContentPartPr>
              <p14:xfrm>
                <a:off x="3556584" y="4304016"/>
                <a:ext cx="472680" cy="192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0DD60A-E344-3A5C-F62E-B0953C6D72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0464" y="4297896"/>
                  <a:ext cx="484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254D4EB-9E0E-4FE8-D009-855BFBAD2FEE}"/>
                    </a:ext>
                  </a:extLst>
                </p14:cNvPr>
                <p14:cNvContentPartPr/>
                <p14:nvPr/>
              </p14:nvContentPartPr>
              <p14:xfrm>
                <a:off x="3556584" y="4520736"/>
                <a:ext cx="332280" cy="171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254D4EB-9E0E-4FE8-D009-855BFBAD2F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50464" y="4514616"/>
                  <a:ext cx="344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B62102-C814-ACC2-4CF1-32CF1907AC7C}"/>
                    </a:ext>
                  </a:extLst>
                </p14:cNvPr>
                <p14:cNvContentPartPr/>
                <p14:nvPr/>
              </p14:nvContentPartPr>
              <p14:xfrm>
                <a:off x="3520224" y="4706496"/>
                <a:ext cx="401760" cy="15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B62102-C814-ACC2-4CF1-32CF1907AC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14104" y="4700376"/>
                  <a:ext cx="414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D9C871C-07B4-CA67-AD3D-97865573EC89}"/>
                    </a:ext>
                  </a:extLst>
                </p14:cNvPr>
                <p14:cNvContentPartPr/>
                <p14:nvPr/>
              </p14:nvContentPartPr>
              <p14:xfrm>
                <a:off x="3547584" y="4914576"/>
                <a:ext cx="314640" cy="176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D9C871C-07B4-CA67-AD3D-97865573EC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41464" y="4908456"/>
                  <a:ext cx="326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F24628-4D0E-4B2A-5127-FA1EBC6EB368}"/>
                    </a:ext>
                  </a:extLst>
                </p14:cNvPr>
                <p14:cNvContentPartPr/>
                <p14:nvPr/>
              </p14:nvContentPartPr>
              <p14:xfrm>
                <a:off x="3556584" y="5106096"/>
                <a:ext cx="295200" cy="116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F24628-4D0E-4B2A-5127-FA1EBC6EB3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50464" y="5099976"/>
                  <a:ext cx="307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15A0FD-BCC5-DA59-E76F-8B29B043F59C}"/>
                    </a:ext>
                  </a:extLst>
                </p14:cNvPr>
                <p14:cNvContentPartPr/>
                <p14:nvPr/>
              </p14:nvContentPartPr>
              <p14:xfrm>
                <a:off x="3573144" y="5295456"/>
                <a:ext cx="304200" cy="101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15A0FD-BCC5-DA59-E76F-8B29B043F5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7024" y="5289336"/>
                  <a:ext cx="316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A1E9CE-5E93-99D0-EAFE-221948A04C03}"/>
                    </a:ext>
                  </a:extLst>
                </p14:cNvPr>
                <p14:cNvContentPartPr/>
                <p14:nvPr/>
              </p14:nvContentPartPr>
              <p14:xfrm>
                <a:off x="3583584" y="5457456"/>
                <a:ext cx="265680" cy="122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A1E9CE-5E93-99D0-EAFE-221948A04C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77464" y="5451336"/>
                  <a:ext cx="2779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F04A892-FE18-1C78-D7B7-EC90EEE16484}"/>
              </a:ext>
            </a:extLst>
          </p:cNvPr>
          <p:cNvGrpSpPr/>
          <p:nvPr/>
        </p:nvGrpSpPr>
        <p:grpSpPr>
          <a:xfrm>
            <a:off x="4791384" y="5044896"/>
            <a:ext cx="292680" cy="534600"/>
            <a:chOff x="4791384" y="5044896"/>
            <a:chExt cx="29268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7D2F378-C4F2-5B78-B885-C6F5AAD95F56}"/>
                    </a:ext>
                  </a:extLst>
                </p14:cNvPr>
                <p14:cNvContentPartPr/>
                <p14:nvPr/>
              </p14:nvContentPartPr>
              <p14:xfrm>
                <a:off x="4827744" y="5231016"/>
                <a:ext cx="201960" cy="152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7D2F378-C4F2-5B78-B885-C6F5AAD95F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1624" y="5224896"/>
                  <a:ext cx="214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F756C80-EE5B-5D5D-C6AF-9944A4EAC722}"/>
                    </a:ext>
                  </a:extLst>
                </p14:cNvPr>
                <p14:cNvContentPartPr/>
                <p14:nvPr/>
              </p14:nvContentPartPr>
              <p14:xfrm>
                <a:off x="4818744" y="5413896"/>
                <a:ext cx="265320" cy="165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F756C80-EE5B-5D5D-C6AF-9944A4EAC72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12624" y="5407776"/>
                  <a:ext cx="277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A0A4DCE-034F-C275-6921-2D49105DF7B6}"/>
                    </a:ext>
                  </a:extLst>
                </p14:cNvPr>
                <p14:cNvContentPartPr/>
                <p14:nvPr/>
              </p14:nvContentPartPr>
              <p14:xfrm>
                <a:off x="4791384" y="5044896"/>
                <a:ext cx="25128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A0A4DCE-034F-C275-6921-2D49105DF7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85264" y="5038776"/>
                  <a:ext cx="26352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6FBDC47-318C-C1A3-668A-26886DF8D7DD}"/>
                  </a:ext>
                </a:extLst>
              </p14:cNvPr>
              <p14:cNvContentPartPr/>
              <p14:nvPr/>
            </p14:nvContentPartPr>
            <p14:xfrm>
              <a:off x="4836744" y="4882176"/>
              <a:ext cx="213480" cy="1562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6FBDC47-318C-C1A3-668A-26886DF8D7D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30624" y="4876056"/>
                <a:ext cx="2257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6D4CAAE-0110-8A93-2BA9-4487CF133BAA}"/>
                  </a:ext>
                </a:extLst>
              </p14:cNvPr>
              <p14:cNvContentPartPr/>
              <p14:nvPr/>
            </p14:nvContentPartPr>
            <p14:xfrm>
              <a:off x="4764024" y="4711896"/>
              <a:ext cx="267480" cy="1234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6D4CAAE-0110-8A93-2BA9-4487CF133BA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57904" y="4705776"/>
                <a:ext cx="2797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D978D1A-2CC9-B7F1-29AF-2F51A964B9C8}"/>
                  </a:ext>
                </a:extLst>
              </p14:cNvPr>
              <p14:cNvContentPartPr/>
              <p14:nvPr/>
            </p14:nvContentPartPr>
            <p14:xfrm>
              <a:off x="4818744" y="4532976"/>
              <a:ext cx="143280" cy="817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D978D1A-2CC9-B7F1-29AF-2F51A964B9C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12624" y="4526856"/>
                <a:ext cx="1555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0519523-60CF-2BA5-42EA-B4249AEEDA02}"/>
                  </a:ext>
                </a:extLst>
              </p14:cNvPr>
              <p14:cNvContentPartPr/>
              <p14:nvPr/>
            </p14:nvContentPartPr>
            <p14:xfrm>
              <a:off x="4809384" y="4318416"/>
              <a:ext cx="176040" cy="1044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0519523-60CF-2BA5-42EA-B4249AEEDA0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03264" y="4312296"/>
                <a:ext cx="188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B4D719D-8670-AA63-65E6-70D984332B7A}"/>
                  </a:ext>
                </a:extLst>
              </p14:cNvPr>
              <p14:cNvContentPartPr/>
              <p14:nvPr/>
            </p14:nvContentPartPr>
            <p14:xfrm>
              <a:off x="4798944" y="4162896"/>
              <a:ext cx="150840" cy="79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B4D719D-8670-AA63-65E6-70D984332B7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92824" y="4156776"/>
                <a:ext cx="1630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9A24134-214C-D6AA-E3B3-8A482B3A1F4A}"/>
                  </a:ext>
                </a:extLst>
              </p14:cNvPr>
              <p14:cNvContentPartPr/>
              <p14:nvPr/>
            </p14:nvContentPartPr>
            <p14:xfrm>
              <a:off x="4845744" y="4002336"/>
              <a:ext cx="198720" cy="105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9A24134-214C-D6AA-E3B3-8A482B3A1F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39624" y="3996216"/>
                <a:ext cx="2109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8B2D406-3C3A-307B-6F1B-75963CBE9414}"/>
                  </a:ext>
                </a:extLst>
              </p14:cNvPr>
              <p14:cNvContentPartPr/>
              <p14:nvPr/>
            </p14:nvContentPartPr>
            <p14:xfrm>
              <a:off x="4827744" y="3814416"/>
              <a:ext cx="156240" cy="112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8B2D406-3C3A-307B-6F1B-75963CBE94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21624" y="3808296"/>
                <a:ext cx="1684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922BB3E-FD06-8A1C-DF44-231D31C166B2}"/>
                  </a:ext>
                </a:extLst>
              </p14:cNvPr>
              <p14:cNvContentPartPr/>
              <p14:nvPr/>
            </p14:nvContentPartPr>
            <p14:xfrm>
              <a:off x="4791384" y="3658896"/>
              <a:ext cx="192960" cy="1080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922BB3E-FD06-8A1C-DF44-231D31C166B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85264" y="3652776"/>
                <a:ext cx="2052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723A72D-6B5C-11CB-8858-0D2B2D211313}"/>
                  </a:ext>
                </a:extLst>
              </p14:cNvPr>
              <p14:cNvContentPartPr/>
              <p14:nvPr/>
            </p14:nvContentPartPr>
            <p14:xfrm>
              <a:off x="4827744" y="3492936"/>
              <a:ext cx="176040" cy="75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723A72D-6B5C-11CB-8858-0D2B2D2113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21624" y="3486816"/>
                <a:ext cx="188280" cy="8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49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482E2-960A-D8DF-EFB1-B8F48265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Wall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CA35A-3B68-B159-E676-DCC4D158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9" y="917314"/>
            <a:ext cx="3746960" cy="4645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4F9A2-50F0-F716-9467-CEE9496B061B}"/>
              </a:ext>
            </a:extLst>
          </p:cNvPr>
          <p:cNvSpPr txBox="1"/>
          <p:nvPr/>
        </p:nvSpPr>
        <p:spPr>
          <a:xfrm>
            <a:off x="7900416" y="65237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70</a:t>
            </a:r>
            <a:endParaRPr lang="en-SG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647D0-804F-68B6-FA65-CD3B49280894}"/>
              </a:ext>
            </a:extLst>
          </p:cNvPr>
          <p:cNvSpPr txBox="1"/>
          <p:nvPr/>
        </p:nvSpPr>
        <p:spPr>
          <a:xfrm>
            <a:off x="10415288" y="134201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2400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D7373-D1D4-EA80-7196-4FC30E2EC6D2}"/>
              </a:ext>
            </a:extLst>
          </p:cNvPr>
          <p:cNvSpPr txBox="1"/>
          <p:nvPr/>
        </p:nvSpPr>
        <p:spPr>
          <a:xfrm>
            <a:off x="10358252" y="182018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79927-E909-ED69-621E-2CC16285A64A}"/>
              </a:ext>
            </a:extLst>
          </p:cNvPr>
          <p:cNvSpPr txBox="1"/>
          <p:nvPr/>
        </p:nvSpPr>
        <p:spPr>
          <a:xfrm>
            <a:off x="10403532" y="259616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1425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E5095-09DF-8159-903F-503B2A53698F}"/>
              </a:ext>
            </a:extLst>
          </p:cNvPr>
          <p:cNvSpPr txBox="1"/>
          <p:nvPr/>
        </p:nvSpPr>
        <p:spPr>
          <a:xfrm>
            <a:off x="10467121" y="351487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825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D4B50-73C5-4656-8E79-663648723682}"/>
              </a:ext>
            </a:extLst>
          </p:cNvPr>
          <p:cNvSpPr txBox="1"/>
          <p:nvPr/>
        </p:nvSpPr>
        <p:spPr>
          <a:xfrm>
            <a:off x="10481683" y="410119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225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B333F-3843-2B89-DAE8-04EA92C349D7}"/>
              </a:ext>
            </a:extLst>
          </p:cNvPr>
          <p:cNvSpPr txBox="1"/>
          <p:nvPr/>
        </p:nvSpPr>
        <p:spPr>
          <a:xfrm>
            <a:off x="8074502" y="639668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170</a:t>
            </a:r>
            <a:endParaRPr lang="en-SG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AED3A-C2B6-2C19-FCDB-79D43E6B440D}"/>
              </a:ext>
            </a:extLst>
          </p:cNvPr>
          <p:cNvSpPr txBox="1"/>
          <p:nvPr/>
        </p:nvSpPr>
        <p:spPr>
          <a:xfrm>
            <a:off x="8746665" y="607903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770</a:t>
            </a:r>
            <a:endParaRPr lang="en-SG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EB721D-9FA7-A482-AD3F-0D453A844D44}"/>
              </a:ext>
            </a:extLst>
          </p:cNvPr>
          <p:cNvSpPr txBox="1"/>
          <p:nvPr/>
        </p:nvSpPr>
        <p:spPr>
          <a:xfrm>
            <a:off x="9418828" y="639667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1270</a:t>
            </a:r>
            <a:endParaRPr lang="en-SG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6F92E2-4398-3B96-9988-057356B7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17" y="3457836"/>
            <a:ext cx="5306165" cy="714475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337E10C-EB99-7A63-DB0B-CB44B4550C55}"/>
              </a:ext>
            </a:extLst>
          </p:cNvPr>
          <p:cNvGrpSpPr/>
          <p:nvPr/>
        </p:nvGrpSpPr>
        <p:grpSpPr>
          <a:xfrm>
            <a:off x="4407264" y="3325536"/>
            <a:ext cx="874800" cy="426240"/>
            <a:chOff x="4407264" y="3325536"/>
            <a:chExt cx="87480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BECAC3-31A8-E8DE-C8CF-A1C55127A363}"/>
                    </a:ext>
                  </a:extLst>
                </p14:cNvPr>
                <p14:cNvContentPartPr/>
                <p14:nvPr/>
              </p14:nvContentPartPr>
              <p14:xfrm>
                <a:off x="4407264" y="3342096"/>
                <a:ext cx="340560" cy="231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BECAC3-31A8-E8DE-C8CF-A1C55127A3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01144" y="3335976"/>
                  <a:ext cx="352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46F741-8CCA-0806-E8E3-98FDA2146DF7}"/>
                    </a:ext>
                  </a:extLst>
                </p14:cNvPr>
                <p14:cNvContentPartPr/>
                <p14:nvPr/>
              </p14:nvContentPartPr>
              <p14:xfrm>
                <a:off x="4992264" y="3325536"/>
                <a:ext cx="289800" cy="229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46F741-8CCA-0806-E8E3-98FDA2146D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6144" y="3319416"/>
                  <a:ext cx="302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E900D9-C6BF-BAB0-60EE-6B006B12E5CD}"/>
                    </a:ext>
                  </a:extLst>
                </p14:cNvPr>
                <p14:cNvContentPartPr/>
                <p14:nvPr/>
              </p14:nvContentPartPr>
              <p14:xfrm>
                <a:off x="4425624" y="3589776"/>
                <a:ext cx="196920" cy="162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E900D9-C6BF-BAB0-60EE-6B006B12E5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19504" y="3583656"/>
                  <a:ext cx="209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4458D7-DE22-DB81-C19F-CB69689F1AFE}"/>
                    </a:ext>
                  </a:extLst>
                </p14:cNvPr>
                <p14:cNvContentPartPr/>
                <p14:nvPr/>
              </p14:nvContentPartPr>
              <p14:xfrm>
                <a:off x="5010624" y="3599856"/>
                <a:ext cx="180000" cy="120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4458D7-DE22-DB81-C19F-CB69689F1A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4504" y="3593736"/>
                  <a:ext cx="19224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A5386FE-DFE9-B8C4-68EF-07C5A9073E1A}"/>
                  </a:ext>
                </a:extLst>
              </p14:cNvPr>
              <p14:cNvContentPartPr/>
              <p14:nvPr/>
            </p14:nvContentPartPr>
            <p14:xfrm>
              <a:off x="4425624" y="3819096"/>
              <a:ext cx="143640" cy="106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A5386FE-DFE9-B8C4-68EF-07C5A9073E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19504" y="3812976"/>
                <a:ext cx="155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9472192-661B-D788-6B59-5B272745656D}"/>
                  </a:ext>
                </a:extLst>
              </p14:cNvPr>
              <p14:cNvContentPartPr/>
              <p14:nvPr/>
            </p14:nvContentPartPr>
            <p14:xfrm>
              <a:off x="5028984" y="3780936"/>
              <a:ext cx="205560" cy="153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9472192-661B-D788-6B59-5B27274565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22864" y="3774816"/>
                <a:ext cx="2178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25F6C97-9348-1B37-2030-142B4BD2C99C}"/>
                  </a:ext>
                </a:extLst>
              </p14:cNvPr>
              <p14:cNvContentPartPr/>
              <p14:nvPr/>
            </p14:nvContentPartPr>
            <p14:xfrm>
              <a:off x="4407264" y="3981816"/>
              <a:ext cx="250560" cy="151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25F6C97-9348-1B37-2030-142B4BD2C9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01144" y="3975696"/>
                <a:ext cx="2628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8FBA2EE-2452-E7B7-AA30-CD6306861ACE}"/>
                  </a:ext>
                </a:extLst>
              </p14:cNvPr>
              <p14:cNvContentPartPr/>
              <p14:nvPr/>
            </p14:nvContentPartPr>
            <p14:xfrm>
              <a:off x="5084064" y="4020696"/>
              <a:ext cx="188640" cy="137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8FBA2EE-2452-E7B7-AA30-CD6306861A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77944" y="4014576"/>
                <a:ext cx="200880" cy="1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405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1BEDE-DDE3-5402-D002-7876859C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E56C2-A41C-93E8-F82B-82D8B8FF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102" y="657225"/>
            <a:ext cx="2561079" cy="5395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87AFF3-19FA-77C3-D12A-CAA6E2EF233C}"/>
              </a:ext>
            </a:extLst>
          </p:cNvPr>
          <p:cNvSpPr txBox="1"/>
          <p:nvPr/>
        </p:nvSpPr>
        <p:spPr>
          <a:xfrm>
            <a:off x="7332192" y="149173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2400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42449-3991-87D9-C011-12819C009902}"/>
              </a:ext>
            </a:extLst>
          </p:cNvPr>
          <p:cNvSpPr txBox="1"/>
          <p:nvPr/>
        </p:nvSpPr>
        <p:spPr>
          <a:xfrm>
            <a:off x="7275156" y="206772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6F5D06-7942-7A27-AD1A-845528B7840E}"/>
              </a:ext>
            </a:extLst>
          </p:cNvPr>
          <p:cNvSpPr txBox="1"/>
          <p:nvPr/>
        </p:nvSpPr>
        <p:spPr>
          <a:xfrm>
            <a:off x="7275155" y="2986474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1425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A51F5-2CD8-E76A-EE4C-7ED5C9CE1442}"/>
              </a:ext>
            </a:extLst>
          </p:cNvPr>
          <p:cNvSpPr txBox="1"/>
          <p:nvPr/>
        </p:nvSpPr>
        <p:spPr>
          <a:xfrm>
            <a:off x="7393907" y="389786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825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2D9C4-CC04-78B1-37DD-1D63EED8BE94}"/>
              </a:ext>
            </a:extLst>
          </p:cNvPr>
          <p:cNvSpPr txBox="1"/>
          <p:nvPr/>
        </p:nvSpPr>
        <p:spPr>
          <a:xfrm>
            <a:off x="7393907" y="480926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225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D2157D-4385-EDB0-8ADC-ECB25A91AC8E}"/>
              </a:ext>
            </a:extLst>
          </p:cNvPr>
          <p:cNvSpPr txBox="1"/>
          <p:nvPr/>
        </p:nvSpPr>
        <p:spPr>
          <a:xfrm>
            <a:off x="8888113" y="62057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FE518-93E6-9946-1BF9-AC354C4C9901}"/>
              </a:ext>
            </a:extLst>
          </p:cNvPr>
          <p:cNvSpPr txBox="1"/>
          <p:nvPr/>
        </p:nvSpPr>
        <p:spPr>
          <a:xfrm>
            <a:off x="9609470" y="62057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515</a:t>
            </a:r>
            <a:endParaRPr lang="en-SG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34C08CF-EF5C-B242-575D-4B2E93416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4038533"/>
            <a:ext cx="5277587" cy="30484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44E5980F-B700-19F0-57F7-1B0BCFE2219E}"/>
              </a:ext>
            </a:extLst>
          </p:cNvPr>
          <p:cNvGrpSpPr/>
          <p:nvPr/>
        </p:nvGrpSpPr>
        <p:grpSpPr>
          <a:xfrm>
            <a:off x="4014144" y="3881736"/>
            <a:ext cx="326160" cy="441360"/>
            <a:chOff x="4014144" y="3881736"/>
            <a:chExt cx="32616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965C83-C4F2-9903-B548-25CE43FAC7B2}"/>
                    </a:ext>
                  </a:extLst>
                </p14:cNvPr>
                <p14:cNvContentPartPr/>
                <p14:nvPr/>
              </p14:nvContentPartPr>
              <p14:xfrm>
                <a:off x="4014144" y="3881736"/>
                <a:ext cx="249480" cy="247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965C83-C4F2-9903-B548-25CE43FAC7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08024" y="3875616"/>
                  <a:ext cx="261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49577B-A1F2-7319-E843-F637DF161AC6}"/>
                    </a:ext>
                  </a:extLst>
                </p14:cNvPr>
                <p14:cNvContentPartPr/>
                <p14:nvPr/>
              </p14:nvContentPartPr>
              <p14:xfrm>
                <a:off x="4050504" y="4102776"/>
                <a:ext cx="289800" cy="22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49577B-A1F2-7319-E843-F637DF161A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4384" y="4096656"/>
                  <a:ext cx="30204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57C7F0-AD04-BD01-BD42-F56DB8D8CC27}"/>
              </a:ext>
            </a:extLst>
          </p:cNvPr>
          <p:cNvGrpSpPr/>
          <p:nvPr/>
        </p:nvGrpSpPr>
        <p:grpSpPr>
          <a:xfrm>
            <a:off x="5184504" y="3898656"/>
            <a:ext cx="295200" cy="436320"/>
            <a:chOff x="5184504" y="3898656"/>
            <a:chExt cx="29520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35E931-8444-252D-DBCB-549B66277CC6}"/>
                    </a:ext>
                  </a:extLst>
                </p14:cNvPr>
                <p14:cNvContentPartPr/>
                <p14:nvPr/>
              </p14:nvContentPartPr>
              <p14:xfrm>
                <a:off x="5184504" y="3898656"/>
                <a:ext cx="295200" cy="261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35E931-8444-252D-DBCB-549B66277CC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78384" y="3892536"/>
                  <a:ext cx="307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CE75C7-FF8E-0184-B350-D59CD0C69F2D}"/>
                    </a:ext>
                  </a:extLst>
                </p14:cNvPr>
                <p14:cNvContentPartPr/>
                <p14:nvPr/>
              </p14:nvContentPartPr>
              <p14:xfrm>
                <a:off x="5193504" y="4192416"/>
                <a:ext cx="269640" cy="142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CE75C7-FF8E-0184-B350-D59CD0C69F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87384" y="4186296"/>
                  <a:ext cx="281880" cy="15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53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140E9-66A7-D958-6523-5B80C1E3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AB062-6D29-29B1-3C41-5D54489E9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568" y="914400"/>
            <a:ext cx="3996485" cy="495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98962A-9060-6CAE-C5AE-6D7BAC3DD2C9}"/>
              </a:ext>
            </a:extLst>
          </p:cNvPr>
          <p:cNvSpPr txBox="1"/>
          <p:nvPr/>
        </p:nvSpPr>
        <p:spPr>
          <a:xfrm>
            <a:off x="6412906" y="149173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2400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386A9-C064-234F-FAAF-961E8390EDF4}"/>
              </a:ext>
            </a:extLst>
          </p:cNvPr>
          <p:cNvSpPr txBox="1"/>
          <p:nvPr/>
        </p:nvSpPr>
        <p:spPr>
          <a:xfrm>
            <a:off x="6389303" y="208265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B9207-32A0-F08E-3A2F-3BCB2D7B6A63}"/>
              </a:ext>
            </a:extLst>
          </p:cNvPr>
          <p:cNvSpPr txBox="1"/>
          <p:nvPr/>
        </p:nvSpPr>
        <p:spPr>
          <a:xfrm>
            <a:off x="6412906" y="290918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1425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09C2D-6F08-B3CE-EDA9-4AEF1AE68C29}"/>
              </a:ext>
            </a:extLst>
          </p:cNvPr>
          <p:cNvSpPr txBox="1"/>
          <p:nvPr/>
        </p:nvSpPr>
        <p:spPr>
          <a:xfrm>
            <a:off x="6453128" y="377773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825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84B0A-C0CD-9754-B6D5-38AA95860723}"/>
              </a:ext>
            </a:extLst>
          </p:cNvPr>
          <p:cNvSpPr txBox="1"/>
          <p:nvPr/>
        </p:nvSpPr>
        <p:spPr>
          <a:xfrm>
            <a:off x="6474621" y="464629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225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CC029-19F7-EB1D-84F9-D4E3F188AE52}"/>
              </a:ext>
            </a:extLst>
          </p:cNvPr>
          <p:cNvSpPr txBox="1"/>
          <p:nvPr/>
        </p:nvSpPr>
        <p:spPr>
          <a:xfrm>
            <a:off x="7936992" y="54506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70</a:t>
            </a:r>
            <a:endParaRPr lang="en-SG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B0BB2-49A2-1374-CB04-DA9586A5EC41}"/>
              </a:ext>
            </a:extLst>
          </p:cNvPr>
          <p:cNvSpPr txBox="1"/>
          <p:nvPr/>
        </p:nvSpPr>
        <p:spPr>
          <a:xfrm>
            <a:off x="8347027" y="545068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345</a:t>
            </a:r>
            <a:endParaRPr lang="en-S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AFA57-944F-2D41-AFB7-1CD7CFE26518}"/>
              </a:ext>
            </a:extLst>
          </p:cNvPr>
          <p:cNvSpPr txBox="1"/>
          <p:nvPr/>
        </p:nvSpPr>
        <p:spPr>
          <a:xfrm>
            <a:off x="9229966" y="481059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945</a:t>
            </a:r>
            <a:endParaRPr lang="en-SG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43AF9-C691-D1A7-12BD-8976E3D117E1}"/>
              </a:ext>
            </a:extLst>
          </p:cNvPr>
          <p:cNvSpPr txBox="1"/>
          <p:nvPr/>
        </p:nvSpPr>
        <p:spPr>
          <a:xfrm>
            <a:off x="9674330" y="50113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1270</a:t>
            </a:r>
            <a:endParaRPr lang="en-SG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E3A41-FA68-A922-B1E3-031D08996AB9}"/>
              </a:ext>
            </a:extLst>
          </p:cNvPr>
          <p:cNvSpPr txBox="1"/>
          <p:nvPr/>
        </p:nvSpPr>
        <p:spPr>
          <a:xfrm>
            <a:off x="10404995" y="517188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1870</a:t>
            </a:r>
            <a:endParaRPr lang="en-SG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B6B0B94-102C-5981-C106-0DB84E67A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15" y="3809600"/>
            <a:ext cx="5287113" cy="323895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0A89B69-C9D1-A8F8-1015-3B0A9F161549}"/>
              </a:ext>
            </a:extLst>
          </p:cNvPr>
          <p:cNvGrpSpPr/>
          <p:nvPr/>
        </p:nvGrpSpPr>
        <p:grpSpPr>
          <a:xfrm>
            <a:off x="4370544" y="3771216"/>
            <a:ext cx="277560" cy="340920"/>
            <a:chOff x="4370544" y="3771216"/>
            <a:chExt cx="27756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4AAB98F-9AAC-C11B-1DCA-8DA4413FDE1D}"/>
                    </a:ext>
                  </a:extLst>
                </p14:cNvPr>
                <p14:cNvContentPartPr/>
                <p14:nvPr/>
              </p14:nvContentPartPr>
              <p14:xfrm>
                <a:off x="4379904" y="3771216"/>
                <a:ext cx="268200" cy="17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4AAB98F-9AAC-C11B-1DCA-8DA4413FDE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73784" y="3765096"/>
                  <a:ext cx="280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CCCD651-DF06-0C4B-64DB-96122B35311E}"/>
                    </a:ext>
                  </a:extLst>
                </p14:cNvPr>
                <p14:cNvContentPartPr/>
                <p14:nvPr/>
              </p14:nvContentPartPr>
              <p14:xfrm>
                <a:off x="4370544" y="3944016"/>
                <a:ext cx="232560" cy="16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CCCD651-DF06-0C4B-64DB-96122B3531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4424" y="3937896"/>
                  <a:ext cx="24480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33ED51-0E72-5702-BCA4-72636EA9B2E0}"/>
              </a:ext>
            </a:extLst>
          </p:cNvPr>
          <p:cNvGrpSpPr/>
          <p:nvPr/>
        </p:nvGrpSpPr>
        <p:grpSpPr>
          <a:xfrm>
            <a:off x="4964904" y="3725856"/>
            <a:ext cx="250920" cy="379440"/>
            <a:chOff x="4964904" y="3725856"/>
            <a:chExt cx="250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8C949B7-E23C-FEFF-3ED3-056823D0AEB7}"/>
                    </a:ext>
                  </a:extLst>
                </p14:cNvPr>
                <p14:cNvContentPartPr/>
                <p14:nvPr/>
              </p14:nvContentPartPr>
              <p14:xfrm>
                <a:off x="4964904" y="3725856"/>
                <a:ext cx="250920" cy="211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8C949B7-E23C-FEFF-3ED3-056823D0AE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58784" y="3719736"/>
                  <a:ext cx="263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5E1CAC-F6D0-633F-8262-618B68D0E3C8}"/>
                    </a:ext>
                  </a:extLst>
                </p14:cNvPr>
                <p14:cNvContentPartPr/>
                <p14:nvPr/>
              </p14:nvContentPartPr>
              <p14:xfrm>
                <a:off x="4992264" y="3938616"/>
                <a:ext cx="199080" cy="166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5E1CAC-F6D0-633F-8262-618B68D0E3C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6144" y="3932496"/>
                  <a:ext cx="211320" cy="17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351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1248A-AA80-4238-04DC-BFE8203D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Wall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CEA1F-EE09-A728-7DD1-C5F3BB29A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644" y="1847115"/>
            <a:ext cx="2672369" cy="4657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779B76-D79B-7C96-AF92-C108A60FC155}"/>
              </a:ext>
            </a:extLst>
          </p:cNvPr>
          <p:cNvSpPr txBox="1"/>
          <p:nvPr/>
        </p:nvSpPr>
        <p:spPr>
          <a:xfrm>
            <a:off x="10073049" y="2468304"/>
            <a:ext cx="709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2400</a:t>
            </a:r>
            <a:endParaRPr lang="en-SG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69177-41C6-B3F8-F540-24C4E3CA5954}"/>
              </a:ext>
            </a:extLst>
          </p:cNvPr>
          <p:cNvSpPr txBox="1"/>
          <p:nvPr/>
        </p:nvSpPr>
        <p:spPr>
          <a:xfrm>
            <a:off x="10139443" y="4353048"/>
            <a:ext cx="580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825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C04C7-C080-A97B-8EAF-F39ED0086458}"/>
              </a:ext>
            </a:extLst>
          </p:cNvPr>
          <p:cNvSpPr txBox="1"/>
          <p:nvPr/>
        </p:nvSpPr>
        <p:spPr>
          <a:xfrm>
            <a:off x="10190433" y="5105561"/>
            <a:ext cx="580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225</a:t>
            </a:r>
            <a:endParaRPr lang="en-SG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F58D8-2492-8C34-0D2C-EAB8C0E2270E}"/>
              </a:ext>
            </a:extLst>
          </p:cNvPr>
          <p:cNvSpPr txBox="1"/>
          <p:nvPr/>
        </p:nvSpPr>
        <p:spPr>
          <a:xfrm>
            <a:off x="10080418" y="4045176"/>
            <a:ext cx="800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1125</a:t>
            </a:r>
            <a:endParaRPr lang="en-SG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98C11E-6339-C24A-8421-74981E733ACC}"/>
              </a:ext>
            </a:extLst>
          </p:cNvPr>
          <p:cNvSpPr txBox="1"/>
          <p:nvPr/>
        </p:nvSpPr>
        <p:spPr>
          <a:xfrm>
            <a:off x="6947412" y="152240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1030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B3B0D-8BE2-A8EA-29A3-8FDFFFF49E54}"/>
              </a:ext>
            </a:extLst>
          </p:cNvPr>
          <p:cNvSpPr txBox="1"/>
          <p:nvPr/>
        </p:nvSpPr>
        <p:spPr>
          <a:xfrm>
            <a:off x="7538460" y="152240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1480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58681-2730-7F0A-C635-A3E4A897F1AC}"/>
              </a:ext>
            </a:extLst>
          </p:cNvPr>
          <p:cNvSpPr txBox="1"/>
          <p:nvPr/>
        </p:nvSpPr>
        <p:spPr>
          <a:xfrm>
            <a:off x="8216851" y="152240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2080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5EEDC2-749D-A974-24E9-4C395D18A573}"/>
              </a:ext>
            </a:extLst>
          </p:cNvPr>
          <p:cNvSpPr txBox="1"/>
          <p:nvPr/>
        </p:nvSpPr>
        <p:spPr>
          <a:xfrm>
            <a:off x="9060142" y="150126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2680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5F426-947A-B23E-A8D9-3F60EA233F7E}"/>
              </a:ext>
            </a:extLst>
          </p:cNvPr>
          <p:cNvSpPr txBox="1"/>
          <p:nvPr/>
        </p:nvSpPr>
        <p:spPr>
          <a:xfrm>
            <a:off x="10139441" y="4575096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675</a:t>
            </a:r>
            <a:endParaRPr lang="en-SG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A4B5EE-1E18-A189-8AA4-DDF19D5E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92" y="3944009"/>
            <a:ext cx="5249008" cy="74305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786C34E3-31D7-395B-9D4E-1A019DFE7690}"/>
              </a:ext>
            </a:extLst>
          </p:cNvPr>
          <p:cNvGrpSpPr/>
          <p:nvPr/>
        </p:nvGrpSpPr>
        <p:grpSpPr>
          <a:xfrm>
            <a:off x="3675744" y="3847896"/>
            <a:ext cx="450000" cy="789120"/>
            <a:chOff x="3675744" y="3847896"/>
            <a:chExt cx="450000" cy="78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541257-3154-FA14-1481-F1DA66E01D24}"/>
                    </a:ext>
                  </a:extLst>
                </p14:cNvPr>
                <p14:cNvContentPartPr/>
                <p14:nvPr/>
              </p14:nvContentPartPr>
              <p14:xfrm>
                <a:off x="3712104" y="3847896"/>
                <a:ext cx="393840" cy="240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541257-3154-FA14-1481-F1DA66E01D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05984" y="3841776"/>
                  <a:ext cx="406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8A155B-AB5D-CE37-C94A-9FDAD23691AF}"/>
                    </a:ext>
                  </a:extLst>
                </p14:cNvPr>
                <p14:cNvContentPartPr/>
                <p14:nvPr/>
              </p14:nvContentPartPr>
              <p14:xfrm>
                <a:off x="3748464" y="4045176"/>
                <a:ext cx="377280" cy="218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8A155B-AB5D-CE37-C94A-9FDAD23691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42344" y="4039056"/>
                  <a:ext cx="389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701BD5-71DB-37DF-D5A5-961CC398DFBF}"/>
                    </a:ext>
                  </a:extLst>
                </p14:cNvPr>
                <p14:cNvContentPartPr/>
                <p14:nvPr/>
              </p14:nvContentPartPr>
              <p14:xfrm>
                <a:off x="3703104" y="4327416"/>
                <a:ext cx="322560" cy="15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701BD5-71DB-37DF-D5A5-961CC398DF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96984" y="4321296"/>
                  <a:ext cx="3348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E97444-F628-2ABC-092F-6408FD54EF32}"/>
                    </a:ext>
                  </a:extLst>
                </p14:cNvPr>
                <p14:cNvContentPartPr/>
                <p14:nvPr/>
              </p14:nvContentPartPr>
              <p14:xfrm>
                <a:off x="3675744" y="4487976"/>
                <a:ext cx="352440" cy="149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E97444-F628-2ABC-092F-6408FD54EF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69624" y="4481856"/>
                  <a:ext cx="36468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9FFC8A-B2C9-3989-DA9B-67792962FB9A}"/>
              </a:ext>
            </a:extLst>
          </p:cNvPr>
          <p:cNvGrpSpPr/>
          <p:nvPr/>
        </p:nvGrpSpPr>
        <p:grpSpPr>
          <a:xfrm>
            <a:off x="4891824" y="3879576"/>
            <a:ext cx="305640" cy="750240"/>
            <a:chOff x="4891824" y="3879576"/>
            <a:chExt cx="305640" cy="75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127E92-8C68-AE69-C641-B84492E47FA9}"/>
                    </a:ext>
                  </a:extLst>
                </p14:cNvPr>
                <p14:cNvContentPartPr/>
                <p14:nvPr/>
              </p14:nvContentPartPr>
              <p14:xfrm>
                <a:off x="4891824" y="3879576"/>
                <a:ext cx="305640" cy="18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127E92-8C68-AE69-C641-B84492E47F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85704" y="3873456"/>
                  <a:ext cx="317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408AA1-8ECD-AD30-7AAE-DA058B5B795E}"/>
                    </a:ext>
                  </a:extLst>
                </p14:cNvPr>
                <p14:cNvContentPartPr/>
                <p14:nvPr/>
              </p14:nvContentPartPr>
              <p14:xfrm>
                <a:off x="4901184" y="4129416"/>
                <a:ext cx="251640" cy="186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408AA1-8ECD-AD30-7AAE-DA058B5B79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95064" y="4123296"/>
                  <a:ext cx="263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A074A5-D388-92C8-70DD-3B1205FB4724}"/>
                    </a:ext>
                  </a:extLst>
                </p14:cNvPr>
                <p14:cNvContentPartPr/>
                <p14:nvPr/>
              </p14:nvContentPartPr>
              <p14:xfrm>
                <a:off x="4928544" y="4337496"/>
                <a:ext cx="185760" cy="114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A074A5-D388-92C8-70DD-3B1205FB47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2424" y="4331376"/>
                  <a:ext cx="198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6F5D54-385A-AA64-08E1-89BA9546CA92}"/>
                    </a:ext>
                  </a:extLst>
                </p14:cNvPr>
                <p14:cNvContentPartPr/>
                <p14:nvPr/>
              </p14:nvContentPartPr>
              <p14:xfrm>
                <a:off x="4910184" y="4520376"/>
                <a:ext cx="166680" cy="109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6F5D54-385A-AA64-08E1-89BA9546CA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04064" y="4514256"/>
                  <a:ext cx="178920" cy="12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319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2C10D-2C36-29F5-C323-A34F2537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Wall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55EDA-5526-11E8-30DF-F4A57842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607701"/>
            <a:ext cx="4235209" cy="4961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1FD7E4-D422-60AE-3E76-6FA2BFEAF3F7}"/>
              </a:ext>
            </a:extLst>
          </p:cNvPr>
          <p:cNvSpPr txBox="1"/>
          <p:nvPr/>
        </p:nvSpPr>
        <p:spPr>
          <a:xfrm>
            <a:off x="6792255" y="218912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2400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B501A-21B9-6CE9-F0F2-A9CC7B757BCD}"/>
              </a:ext>
            </a:extLst>
          </p:cNvPr>
          <p:cNvSpPr txBox="1"/>
          <p:nvPr/>
        </p:nvSpPr>
        <p:spPr>
          <a:xfrm>
            <a:off x="6735219" y="276511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AEA43-BEDF-7BAB-A953-8DD84CE1F362}"/>
              </a:ext>
            </a:extLst>
          </p:cNvPr>
          <p:cNvSpPr txBox="1"/>
          <p:nvPr/>
        </p:nvSpPr>
        <p:spPr>
          <a:xfrm>
            <a:off x="6735219" y="361324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1425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0107B-DE14-6EC4-5621-82033D8F842A}"/>
              </a:ext>
            </a:extLst>
          </p:cNvPr>
          <p:cNvSpPr txBox="1"/>
          <p:nvPr/>
        </p:nvSpPr>
        <p:spPr>
          <a:xfrm>
            <a:off x="6853970" y="441690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825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FC647-E64D-BCFE-B455-F599654448EE}"/>
              </a:ext>
            </a:extLst>
          </p:cNvPr>
          <p:cNvSpPr txBox="1"/>
          <p:nvPr/>
        </p:nvSpPr>
        <p:spPr>
          <a:xfrm>
            <a:off x="6884829" y="52356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225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E9F085-11D1-6486-1696-6789DA105E66}"/>
              </a:ext>
            </a:extLst>
          </p:cNvPr>
          <p:cNvSpPr txBox="1"/>
          <p:nvPr/>
        </p:nvSpPr>
        <p:spPr>
          <a:xfrm>
            <a:off x="10667662" y="156566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2B196-FDA5-E797-C49E-A06CA9C96D9E}"/>
              </a:ext>
            </a:extLst>
          </p:cNvPr>
          <p:cNvSpPr txBox="1"/>
          <p:nvPr/>
        </p:nvSpPr>
        <p:spPr>
          <a:xfrm>
            <a:off x="9882948" y="157644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670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DE28E-743F-F44A-B1D4-05B21C28913F}"/>
              </a:ext>
            </a:extLst>
          </p:cNvPr>
          <p:cNvSpPr txBox="1"/>
          <p:nvPr/>
        </p:nvSpPr>
        <p:spPr>
          <a:xfrm>
            <a:off x="8909861" y="157644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1270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02CAF-643E-1374-F1E9-800E70F6A568}"/>
              </a:ext>
            </a:extLst>
          </p:cNvPr>
          <p:cNvSpPr txBox="1"/>
          <p:nvPr/>
        </p:nvSpPr>
        <p:spPr>
          <a:xfrm>
            <a:off x="8128855" y="156566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1870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11E49-C7C7-B4CB-E42D-37224E909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95" y="4024200"/>
            <a:ext cx="5306165" cy="7525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5EA1FA8-EC2B-B5BE-1F13-D9B6BF3C626F}"/>
              </a:ext>
            </a:extLst>
          </p:cNvPr>
          <p:cNvGrpSpPr/>
          <p:nvPr/>
        </p:nvGrpSpPr>
        <p:grpSpPr>
          <a:xfrm>
            <a:off x="4434264" y="3961656"/>
            <a:ext cx="313560" cy="795600"/>
            <a:chOff x="4434264" y="3961656"/>
            <a:chExt cx="313560" cy="79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09DA2E0-C9D3-E8F6-813F-AFDCCA6B4C53}"/>
                    </a:ext>
                  </a:extLst>
                </p14:cNvPr>
                <p14:cNvContentPartPr/>
                <p14:nvPr/>
              </p14:nvContentPartPr>
              <p14:xfrm>
                <a:off x="4452984" y="3961656"/>
                <a:ext cx="294840" cy="233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09DA2E0-C9D3-E8F6-813F-AFDCCA6B4C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6864" y="3955536"/>
                  <a:ext cx="307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20C830-6FCA-A5E2-6631-A31482CC89B6}"/>
                    </a:ext>
                  </a:extLst>
                </p14:cNvPr>
                <p14:cNvContentPartPr/>
                <p14:nvPr/>
              </p14:nvContentPartPr>
              <p14:xfrm>
                <a:off x="4489344" y="4196016"/>
                <a:ext cx="236520" cy="174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20C830-6FCA-A5E2-6631-A31482CC89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83224" y="4189896"/>
                  <a:ext cx="248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38FC49-1ED0-C93B-0DCC-A2E165131C48}"/>
                    </a:ext>
                  </a:extLst>
                </p14:cNvPr>
                <p14:cNvContentPartPr/>
                <p14:nvPr/>
              </p14:nvContentPartPr>
              <p14:xfrm>
                <a:off x="4434264" y="4431096"/>
                <a:ext cx="217800" cy="165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38FC49-1ED0-C93B-0DCC-A2E165131C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8144" y="4424976"/>
                  <a:ext cx="230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6C3872-2FCD-7ED9-14AD-8CF38315063B}"/>
                    </a:ext>
                  </a:extLst>
                </p14:cNvPr>
                <p14:cNvContentPartPr/>
                <p14:nvPr/>
              </p14:nvContentPartPr>
              <p14:xfrm>
                <a:off x="4452984" y="4642416"/>
                <a:ext cx="198000" cy="11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6C3872-2FCD-7ED9-14AD-8CF3831506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46864" y="4636296"/>
                  <a:ext cx="2102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954030E-22D0-80B4-D6DC-D7C708696C84}"/>
              </a:ext>
            </a:extLst>
          </p:cNvPr>
          <p:cNvGrpSpPr/>
          <p:nvPr/>
        </p:nvGrpSpPr>
        <p:grpSpPr>
          <a:xfrm>
            <a:off x="5038344" y="3974976"/>
            <a:ext cx="317160" cy="791280"/>
            <a:chOff x="5038344" y="3974976"/>
            <a:chExt cx="317160" cy="79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8A1EF0-BE09-2B3B-730A-C1E8BE32C7A2}"/>
                    </a:ext>
                  </a:extLst>
                </p14:cNvPr>
                <p14:cNvContentPartPr/>
                <p14:nvPr/>
              </p14:nvContentPartPr>
              <p14:xfrm>
                <a:off x="5065704" y="3974976"/>
                <a:ext cx="243720" cy="20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8A1EF0-BE09-2B3B-730A-C1E8BE32C7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59584" y="3968856"/>
                  <a:ext cx="255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028658-CC08-6DC3-4AE3-AC855D68755C}"/>
                    </a:ext>
                  </a:extLst>
                </p14:cNvPr>
                <p14:cNvContentPartPr/>
                <p14:nvPr/>
              </p14:nvContentPartPr>
              <p14:xfrm>
                <a:off x="5038344" y="4242096"/>
                <a:ext cx="209520" cy="128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028658-CC08-6DC3-4AE3-AC855D6875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2224" y="4235976"/>
                  <a:ext cx="221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0C4D0E-FF66-ACCE-6B7E-C6391B889398}"/>
                    </a:ext>
                  </a:extLst>
                </p14:cNvPr>
                <p14:cNvContentPartPr/>
                <p14:nvPr/>
              </p14:nvContentPartPr>
              <p14:xfrm>
                <a:off x="5038344" y="4417056"/>
                <a:ext cx="293400" cy="148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0C4D0E-FF66-ACCE-6B7E-C6391B8893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32224" y="4410936"/>
                  <a:ext cx="305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88E01F-4A42-D072-CF3E-8774920E2932}"/>
                    </a:ext>
                  </a:extLst>
                </p14:cNvPr>
                <p14:cNvContentPartPr/>
                <p14:nvPr/>
              </p14:nvContentPartPr>
              <p14:xfrm>
                <a:off x="5065704" y="4606056"/>
                <a:ext cx="289800" cy="160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88E01F-4A42-D072-CF3E-8774920E29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9584" y="4599936"/>
                  <a:ext cx="302040" cy="17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00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B1F6-2F92-EA38-89AC-EC0028A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Floor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B73F9-A0B0-AD12-E49F-1A1BB033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9562"/>
            <a:ext cx="5661660" cy="4825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E011F-25A5-7D65-F001-425FCCE5DF3C}"/>
              </a:ext>
            </a:extLst>
          </p:cNvPr>
          <p:cNvSpPr txBox="1"/>
          <p:nvPr/>
        </p:nvSpPr>
        <p:spPr>
          <a:xfrm>
            <a:off x="11495418" y="40325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670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3B7A4-E5FF-6B38-14ED-894DEBB62F90}"/>
              </a:ext>
            </a:extLst>
          </p:cNvPr>
          <p:cNvSpPr txBox="1"/>
          <p:nvPr/>
        </p:nvSpPr>
        <p:spPr>
          <a:xfrm>
            <a:off x="11391584" y="307795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1270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DE7B7-27F6-6D43-4F31-93312991834D}"/>
              </a:ext>
            </a:extLst>
          </p:cNvPr>
          <p:cNvSpPr txBox="1"/>
          <p:nvPr/>
        </p:nvSpPr>
        <p:spPr>
          <a:xfrm>
            <a:off x="6784846" y="556705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70</a:t>
            </a:r>
            <a:endParaRPr lang="en-SG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83E5B-4F88-5E01-EF14-A990B187BBC1}"/>
              </a:ext>
            </a:extLst>
          </p:cNvPr>
          <p:cNvSpPr txBox="1"/>
          <p:nvPr/>
        </p:nvSpPr>
        <p:spPr>
          <a:xfrm>
            <a:off x="6958934" y="5567057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190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241EC-5BAD-51D1-8C4F-5C2FDF11B982}"/>
              </a:ext>
            </a:extLst>
          </p:cNvPr>
          <p:cNvSpPr txBox="1"/>
          <p:nvPr/>
        </p:nvSpPr>
        <p:spPr>
          <a:xfrm>
            <a:off x="7696834" y="5567056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790</a:t>
            </a:r>
            <a:endParaRPr lang="en-SG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95F08-BC27-4080-1CF4-D6E70CC0AE31}"/>
              </a:ext>
            </a:extLst>
          </p:cNvPr>
          <p:cNvSpPr txBox="1"/>
          <p:nvPr/>
        </p:nvSpPr>
        <p:spPr>
          <a:xfrm>
            <a:off x="7995952" y="5567056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910-980</a:t>
            </a:r>
            <a:endParaRPr lang="en-SG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097D0-C61C-67F2-6D60-F79EE86756DC}"/>
              </a:ext>
            </a:extLst>
          </p:cNvPr>
          <p:cNvSpPr txBox="1"/>
          <p:nvPr/>
        </p:nvSpPr>
        <p:spPr>
          <a:xfrm>
            <a:off x="8631459" y="5567055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1480</a:t>
            </a:r>
            <a:endParaRPr lang="en-SG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6C2F11-99CA-FD3A-3CA9-2C3BE9119AE0}"/>
              </a:ext>
            </a:extLst>
          </p:cNvPr>
          <p:cNvSpPr txBox="1"/>
          <p:nvPr/>
        </p:nvSpPr>
        <p:spPr>
          <a:xfrm>
            <a:off x="9329281" y="5567055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2080</a:t>
            </a:r>
            <a:endParaRPr lang="en-SG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003E2-0984-2F89-40E8-891DF8927CF2}"/>
              </a:ext>
            </a:extLst>
          </p:cNvPr>
          <p:cNvSpPr txBox="1"/>
          <p:nvPr/>
        </p:nvSpPr>
        <p:spPr>
          <a:xfrm>
            <a:off x="10279162" y="5604668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2680</a:t>
            </a:r>
            <a:endParaRPr lang="en-SG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9FA34-AC94-E080-4178-CE6EFDAC7347}"/>
              </a:ext>
            </a:extLst>
          </p:cNvPr>
          <p:cNvSpPr txBox="1"/>
          <p:nvPr/>
        </p:nvSpPr>
        <p:spPr>
          <a:xfrm>
            <a:off x="10879905" y="5288415"/>
            <a:ext cx="955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2830 - 2900</a:t>
            </a:r>
            <a:endParaRPr lang="en-SG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10D0C-8E81-E832-EF4A-FF2B617A1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16" y="3322652"/>
            <a:ext cx="5325218" cy="18766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244D03B-6058-4CEE-BC6A-5A6749F10EB2}"/>
                  </a:ext>
                </a:extLst>
              </p14:cNvPr>
              <p14:cNvContentPartPr/>
              <p14:nvPr/>
            </p14:nvContentPartPr>
            <p14:xfrm>
              <a:off x="3456144" y="3186936"/>
              <a:ext cx="204120" cy="200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244D03B-6058-4CEE-BC6A-5A6749F10E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0024" y="3180816"/>
                <a:ext cx="2163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08EB0B6-09D3-2A58-9066-43BE9A370A44}"/>
                  </a:ext>
                </a:extLst>
              </p14:cNvPr>
              <p14:cNvContentPartPr/>
              <p14:nvPr/>
            </p14:nvContentPartPr>
            <p14:xfrm>
              <a:off x="3447144" y="3404736"/>
              <a:ext cx="176760" cy="192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08EB0B6-09D3-2A58-9066-43BE9A370A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1024" y="3398616"/>
                <a:ext cx="1890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C318CC5-62FF-5EAD-D23E-7D5B3CC7FB1C}"/>
                  </a:ext>
                </a:extLst>
              </p14:cNvPr>
              <p14:cNvContentPartPr/>
              <p14:nvPr/>
            </p14:nvContentPartPr>
            <p14:xfrm>
              <a:off x="4077864" y="3160656"/>
              <a:ext cx="226080" cy="226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C318CC5-62FF-5EAD-D23E-7D5B3CC7FB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71744" y="3154536"/>
                <a:ext cx="2383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D1AD52F-E9FA-AD52-D58B-534F79DB1A62}"/>
                  </a:ext>
                </a:extLst>
              </p14:cNvPr>
              <p14:cNvContentPartPr/>
              <p14:nvPr/>
            </p14:nvContentPartPr>
            <p14:xfrm>
              <a:off x="4041504" y="3415536"/>
              <a:ext cx="231120" cy="214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D1AD52F-E9FA-AD52-D58B-534F79DB1A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35384" y="3409416"/>
                <a:ext cx="2433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11BFB68-4401-F935-43A7-B1B39B6B8C26}"/>
                  </a:ext>
                </a:extLst>
              </p14:cNvPr>
              <p14:cNvContentPartPr/>
              <p14:nvPr/>
            </p14:nvContentPartPr>
            <p14:xfrm>
              <a:off x="3437784" y="3669336"/>
              <a:ext cx="251640" cy="1321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11BFB68-4401-F935-43A7-B1B39B6B8C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31664" y="3663216"/>
                <a:ext cx="26388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0A2AE1A4-512A-8D53-46BC-7B9A2DF6EA22}"/>
              </a:ext>
            </a:extLst>
          </p:cNvPr>
          <p:cNvGrpSpPr/>
          <p:nvPr/>
        </p:nvGrpSpPr>
        <p:grpSpPr>
          <a:xfrm>
            <a:off x="4068864" y="3706776"/>
            <a:ext cx="302040" cy="866160"/>
            <a:chOff x="4068864" y="3706776"/>
            <a:chExt cx="302040" cy="86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B9E80A-500C-B9C7-E330-CE946CAAF8AF}"/>
                    </a:ext>
                  </a:extLst>
                </p14:cNvPr>
                <p14:cNvContentPartPr/>
                <p14:nvPr/>
              </p14:nvContentPartPr>
              <p14:xfrm>
                <a:off x="4077864" y="3706776"/>
                <a:ext cx="246600" cy="115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B9E80A-500C-B9C7-E330-CE946CAAF8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71744" y="3700656"/>
                  <a:ext cx="258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8A7F7B-EDE4-4D06-3471-7A9F2E168893}"/>
                    </a:ext>
                  </a:extLst>
                </p14:cNvPr>
                <p14:cNvContentPartPr/>
                <p14:nvPr/>
              </p14:nvContentPartPr>
              <p14:xfrm>
                <a:off x="4077864" y="3881736"/>
                <a:ext cx="224280" cy="96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8A7F7B-EDE4-4D06-3471-7A9F2E16889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71744" y="3875616"/>
                  <a:ext cx="236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4D8866-AA53-F6D3-8D41-09D9C39DAD34}"/>
                    </a:ext>
                  </a:extLst>
                </p14:cNvPr>
                <p14:cNvContentPartPr/>
                <p14:nvPr/>
              </p14:nvContentPartPr>
              <p14:xfrm>
                <a:off x="4068864" y="4036176"/>
                <a:ext cx="240840" cy="16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4D8866-AA53-F6D3-8D41-09D9C39DAD3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62744" y="4030056"/>
                  <a:ext cx="253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52251C-81DC-4DA1-2D1D-081CDEE4DB59}"/>
                    </a:ext>
                  </a:extLst>
                </p14:cNvPr>
                <p14:cNvContentPartPr/>
                <p14:nvPr/>
              </p14:nvContentPartPr>
              <p14:xfrm>
                <a:off x="4077864" y="4201776"/>
                <a:ext cx="293040" cy="194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52251C-81DC-4DA1-2D1D-081CDEE4DB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71744" y="4195656"/>
                  <a:ext cx="305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C76E25-8313-E57D-49E0-3CD0726E438D}"/>
                    </a:ext>
                  </a:extLst>
                </p14:cNvPr>
                <p14:cNvContentPartPr/>
                <p14:nvPr/>
              </p14:nvContentPartPr>
              <p14:xfrm>
                <a:off x="4077864" y="4465656"/>
                <a:ext cx="268920" cy="107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C76E25-8313-E57D-49E0-3CD0726E43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71744" y="4459536"/>
                  <a:ext cx="28116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F3D0F7C-6772-AD9E-A32D-00F031E4CE64}"/>
                  </a:ext>
                </a:extLst>
              </p14:cNvPr>
              <p14:cNvContentPartPr/>
              <p14:nvPr/>
            </p14:nvContentPartPr>
            <p14:xfrm>
              <a:off x="4113504" y="4637736"/>
              <a:ext cx="257400" cy="91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F3D0F7C-6772-AD9E-A32D-00F031E4CE6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07384" y="4631616"/>
                <a:ext cx="26964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16E6DB7-02D7-FC8C-1FF1-2885236384CC}"/>
              </a:ext>
            </a:extLst>
          </p:cNvPr>
          <p:cNvGrpSpPr/>
          <p:nvPr/>
        </p:nvGrpSpPr>
        <p:grpSpPr>
          <a:xfrm>
            <a:off x="3465504" y="3872376"/>
            <a:ext cx="322560" cy="1274400"/>
            <a:chOff x="3465504" y="3872376"/>
            <a:chExt cx="322560" cy="12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38AD61D-50D6-B72A-C29B-0AE48763CC24}"/>
                    </a:ext>
                  </a:extLst>
                </p14:cNvPr>
                <p14:cNvContentPartPr/>
                <p14:nvPr/>
              </p14:nvContentPartPr>
              <p14:xfrm>
                <a:off x="3465504" y="3872376"/>
                <a:ext cx="240480" cy="124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38AD61D-50D6-B72A-C29B-0AE48763CC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59384" y="3866256"/>
                  <a:ext cx="252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E1544B5-738F-482D-20F4-EFC055D680AA}"/>
                    </a:ext>
                  </a:extLst>
                </p14:cNvPr>
                <p14:cNvContentPartPr/>
                <p14:nvPr/>
              </p14:nvContentPartPr>
              <p14:xfrm>
                <a:off x="3483864" y="4057416"/>
                <a:ext cx="198360" cy="111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E1544B5-738F-482D-20F4-EFC055D680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7744" y="4051296"/>
                  <a:ext cx="210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5DB15C-D38F-69C6-FECA-837FFB560365}"/>
                    </a:ext>
                  </a:extLst>
                </p14:cNvPr>
                <p14:cNvContentPartPr/>
                <p14:nvPr/>
              </p14:nvContentPartPr>
              <p14:xfrm>
                <a:off x="3492864" y="4141656"/>
                <a:ext cx="295200" cy="238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5DB15C-D38F-69C6-FECA-837FFB5603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86744" y="4135536"/>
                  <a:ext cx="307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4E0A46-A6E6-3A1C-568F-707B328358F9}"/>
                    </a:ext>
                  </a:extLst>
                </p14:cNvPr>
                <p14:cNvContentPartPr/>
                <p14:nvPr/>
              </p14:nvContentPartPr>
              <p14:xfrm>
                <a:off x="3492864" y="4435776"/>
                <a:ext cx="183600" cy="14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4E0A46-A6E6-3A1C-568F-707B328358F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86744" y="4429656"/>
                  <a:ext cx="195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C9C3FCD-11B4-E979-E1B9-87F350B3408F}"/>
                    </a:ext>
                  </a:extLst>
                </p14:cNvPr>
                <p14:cNvContentPartPr/>
                <p14:nvPr/>
              </p14:nvContentPartPr>
              <p14:xfrm>
                <a:off x="3492864" y="4736376"/>
                <a:ext cx="42120" cy="17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C9C3FCD-11B4-E979-E1B9-87F350B340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6744" y="4730256"/>
                  <a:ext cx="54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DBB1A78-8AAA-45A5-DD53-E20CAF962AA0}"/>
                    </a:ext>
                  </a:extLst>
                </p14:cNvPr>
                <p14:cNvContentPartPr/>
                <p14:nvPr/>
              </p14:nvContentPartPr>
              <p14:xfrm>
                <a:off x="3483504" y="4617936"/>
                <a:ext cx="274320" cy="12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DBB1A78-8AAA-45A5-DD53-E20CAF962AA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77384" y="4611816"/>
                  <a:ext cx="286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E84A22-0852-2F17-4348-AD592B9CAC57}"/>
                    </a:ext>
                  </a:extLst>
                </p14:cNvPr>
                <p14:cNvContentPartPr/>
                <p14:nvPr/>
              </p14:nvContentPartPr>
              <p14:xfrm>
                <a:off x="3520224" y="4814496"/>
                <a:ext cx="214560" cy="95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E84A22-0852-2F17-4348-AD592B9CAC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14104" y="4808376"/>
                  <a:ext cx="226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27EF79-B892-3C1A-B53C-F41979FDBB02}"/>
                    </a:ext>
                  </a:extLst>
                </p14:cNvPr>
                <p14:cNvContentPartPr/>
                <p14:nvPr/>
              </p14:nvContentPartPr>
              <p14:xfrm>
                <a:off x="3502224" y="4970016"/>
                <a:ext cx="224280" cy="176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27EF79-B892-3C1A-B53C-F41979FDBB0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96104" y="4963896"/>
                  <a:ext cx="2365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4EAB9A2-3A26-CF03-C745-2D10AB646A8B}"/>
              </a:ext>
            </a:extLst>
          </p:cNvPr>
          <p:cNvGrpSpPr/>
          <p:nvPr/>
        </p:nvGrpSpPr>
        <p:grpSpPr>
          <a:xfrm>
            <a:off x="4077864" y="4809816"/>
            <a:ext cx="303480" cy="364680"/>
            <a:chOff x="4077864" y="4809816"/>
            <a:chExt cx="30348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A930B5-568C-962A-FFEE-1AE0E1E1EA5F}"/>
                    </a:ext>
                  </a:extLst>
                </p14:cNvPr>
                <p14:cNvContentPartPr/>
                <p14:nvPr/>
              </p14:nvContentPartPr>
              <p14:xfrm>
                <a:off x="4077864" y="4809816"/>
                <a:ext cx="303480" cy="138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A930B5-568C-962A-FFEE-1AE0E1E1EA5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1744" y="4803696"/>
                  <a:ext cx="315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EBE4561-69E7-A473-A219-1EC7E02F1ED4}"/>
                    </a:ext>
                  </a:extLst>
                </p14:cNvPr>
                <p14:cNvContentPartPr/>
                <p14:nvPr/>
              </p14:nvContentPartPr>
              <p14:xfrm>
                <a:off x="4096224" y="5023296"/>
                <a:ext cx="267840" cy="151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EBE4561-69E7-A473-A219-1EC7E02F1E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90104" y="5017176"/>
                  <a:ext cx="280080" cy="16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982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</TotalTime>
  <Words>94</Words>
  <Application>Microsoft Office PowerPoint</Application>
  <PresentationFormat>Widescreen</PresentationFormat>
  <Paragraphs>76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PBU Walls(TMP Grids)</vt:lpstr>
      <vt:lpstr>Wall 1</vt:lpstr>
      <vt:lpstr>Wall 2</vt:lpstr>
      <vt:lpstr>Wall 3</vt:lpstr>
      <vt:lpstr>Wall 4</vt:lpstr>
      <vt:lpstr>Wall 5</vt:lpstr>
      <vt:lpstr>Wall 6</vt:lpstr>
      <vt:lpstr>Floor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 Zhi Zhuan</dc:creator>
  <cp:lastModifiedBy>Mok Zhi Zhuan</cp:lastModifiedBy>
  <cp:revision>31</cp:revision>
  <cp:lastPrinted>2025-07-18T01:56:59Z</cp:lastPrinted>
  <dcterms:created xsi:type="dcterms:W3CDTF">2025-05-08T09:43:42Z</dcterms:created>
  <dcterms:modified xsi:type="dcterms:W3CDTF">2025-07-21T08:07:34Z</dcterms:modified>
</cp:coreProperties>
</file>