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9BB8-CEDC-457A-8B94-A349A5D0E58E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0477B1-9F9A-4C89-8769-3CFBC39C41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79201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1132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8237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1869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FFC63-1C3A-A9F3-62E0-85E8469D3F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3DCE42-63B8-C636-9479-659D2E13B3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A4C25-D071-1A7E-320F-6B9DE883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4C802-C619-104E-92CC-E46EFF24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108A4-5A0E-C46B-6E19-9D6DDEA2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749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0DE1-A763-4B5D-6C98-0C7782BA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6AAC2-1190-686D-1D4E-54607EFC5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173C8-723E-3FFC-C70C-50742CF5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28A16-C94F-9F3D-AB8C-70714B92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93D38-8E5D-7370-01BA-6C413C4D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7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25AAD-B376-70C5-FBE4-DBD11F96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7F48-FF4C-BDE0-C1C8-0920D07CE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0878D-A073-8573-0483-4A6C6E32E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E27A5-0B78-0050-0797-412B0DA2D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89678-F680-53D4-2E51-35275CE08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18053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42762-6EDA-2928-6D49-85ADC5BA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0F5E3-4EA6-BE17-AC15-9A0CA9F795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8A60D0-BF14-A70F-FE82-EC1449813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167FC-ECEA-77A1-8B63-11FCCAD9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5ABB-65F6-8C0C-553C-AFFE05EE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0208-5B23-273A-B943-7F0D1DAA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82795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431-E67D-904E-323D-D262DE12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3E268-EA73-C23A-FB08-685E11193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93BE6-8F61-8020-DD0F-A8363A0CE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DE2B7-C1F3-575A-6492-DCA375B91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9C2D1-15B3-7339-4A79-2AAD5E6AD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DC0FF9-B450-F845-EF9E-EF5328A6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59187-70C0-9CD7-B3F0-38DF202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440C68-DA10-4ECD-7679-2C89C8F5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422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76076-D95A-F030-4554-C9950B594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67CEC7-A8B9-217F-E485-50C00645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23490-BCB8-357B-EF51-D3ACADE16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16F-B446-9DA9-EE46-024CA80C0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922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817AD2-7258-1BEF-E584-D9D358BC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AF1C-687F-4DE1-4AA4-F8EC80AC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37916-8B3F-E6E2-D701-BAEDB8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21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737F7-0A9B-15A1-7BF8-9A5B474AB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B115-416A-A432-FCC6-AB42782A2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D7ACE-F945-2395-EBF6-DD3B4FA09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23577-FC33-9B8A-016A-0B1969042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039EA5-0CD9-118C-3FE5-8A6B5E66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4A017-1128-D440-0E4D-29DF57D1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073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F129A-566A-0AED-85AC-A8107125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56FD61-C116-A1ED-45E6-7B00E0C8F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FC4052-FEF3-5BBD-7520-AC159805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BB9E5-795E-25A3-2B79-0034CCA22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03D48-EF26-2C82-A53F-3B47A9F8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2FE8E-52CD-3C07-2606-76DA8734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05758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8E7-377E-C99B-F89F-1728AF4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7173A6-1845-9ECB-517E-D7A2B385E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2DB1-BA4D-CDE9-30C6-FB142E6F8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2AC81-120C-83B5-A28D-DE73C785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68DDC-C53D-1CDD-F0BC-FCE0E067B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6660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58FF-0077-3B2A-9B94-C80497336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E772B-7289-0A29-65AA-B04FB01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019DC-947D-E427-7E20-8CDB40DE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58CF-1E4C-16D7-5A8B-8A6DD10A6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B6316-7725-DCA5-421C-C8516BEF6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777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37656-A478-677B-3B01-C9D9983FE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A546-4C77-7309-64FD-D8F7D32BB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C1B-72BD-49E9-3B09-CC050F284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B7D9E-7001-4EF6-B630-F6AE7747FACD}" type="datetimeFigureOut">
              <a:rPr lang="en-SG" smtClean="0"/>
              <a:t>10/9/2025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A3A40-7279-869A-39B0-97F248C967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4D762-C599-BA33-E14C-B7CE117175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942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CD77E-C50A-F4C5-38F7-729361E0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PBU Walls(TMP Grids)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A2EFC-75BB-70A3-9769-7174EB93502D}"/>
              </a:ext>
            </a:extLst>
          </p:cNvPr>
          <p:cNvSpPr txBox="1"/>
          <p:nvPr/>
        </p:nvSpPr>
        <p:spPr>
          <a:xfrm>
            <a:off x="1314824" y="4717210"/>
            <a:ext cx="3155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TERRAHL2-FP_MB-T1am(JMB)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3600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581F6-6B83-29ED-A0C8-2FBC0A86F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Wall 1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B7C91280-8B9A-A819-0CF5-52E1670BA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346" y="3125462"/>
            <a:ext cx="5830654" cy="18803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C5FAC87-DBD1-9DD8-7D6B-205D87993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5477" y="2208671"/>
            <a:ext cx="4890313" cy="39978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A977A3-F084-37E0-5B32-91D7F12FE702}"/>
              </a:ext>
            </a:extLst>
          </p:cNvPr>
          <p:cNvSpPr txBox="1"/>
          <p:nvPr/>
        </p:nvSpPr>
        <p:spPr>
          <a:xfrm>
            <a:off x="10451592" y="294258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CE7900-C248-7006-6312-EFC47D38CDD9}"/>
              </a:ext>
            </a:extLst>
          </p:cNvPr>
          <p:cNvSpPr txBox="1"/>
          <p:nvPr/>
        </p:nvSpPr>
        <p:spPr>
          <a:xfrm>
            <a:off x="10451592" y="3663225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EBC80-2482-F133-94A6-3EF35A4560D6}"/>
              </a:ext>
            </a:extLst>
          </p:cNvPr>
          <p:cNvSpPr txBox="1"/>
          <p:nvPr/>
        </p:nvSpPr>
        <p:spPr>
          <a:xfrm>
            <a:off x="10451592" y="420758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D0BD33-4D04-6BA2-9A2A-26DC3AB0670D}"/>
              </a:ext>
            </a:extLst>
          </p:cNvPr>
          <p:cNvSpPr txBox="1"/>
          <p:nvPr/>
        </p:nvSpPr>
        <p:spPr>
          <a:xfrm>
            <a:off x="10451592" y="5029053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ACD451-9D80-08C6-9FD5-14EAB7AE5E00}"/>
              </a:ext>
            </a:extLst>
          </p:cNvPr>
          <p:cNvSpPr txBox="1"/>
          <p:nvPr/>
        </p:nvSpPr>
        <p:spPr>
          <a:xfrm>
            <a:off x="9861267" y="294079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B10466-A5E7-2469-ED15-E3C081EB0473}"/>
              </a:ext>
            </a:extLst>
          </p:cNvPr>
          <p:cNvSpPr txBox="1"/>
          <p:nvPr/>
        </p:nvSpPr>
        <p:spPr>
          <a:xfrm>
            <a:off x="9861267" y="3663225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E1F42-E215-FF62-D024-DF5F5FC4866F}"/>
              </a:ext>
            </a:extLst>
          </p:cNvPr>
          <p:cNvSpPr txBox="1"/>
          <p:nvPr/>
        </p:nvSpPr>
        <p:spPr>
          <a:xfrm>
            <a:off x="9852330" y="4242429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100A2F-5D8F-E2F3-2AD4-6CCACFFABDCA}"/>
              </a:ext>
            </a:extLst>
          </p:cNvPr>
          <p:cNvSpPr txBox="1"/>
          <p:nvPr/>
        </p:nvSpPr>
        <p:spPr>
          <a:xfrm>
            <a:off x="9861267" y="507304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DAEC8-DCA9-49B3-A6F3-6DD67D5EBEDE}"/>
              </a:ext>
            </a:extLst>
          </p:cNvPr>
          <p:cNvSpPr txBox="1"/>
          <p:nvPr/>
        </p:nvSpPr>
        <p:spPr>
          <a:xfrm>
            <a:off x="9611443" y="507304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B80AE5-CA86-C49F-6FC1-5E4D7A25303E}"/>
              </a:ext>
            </a:extLst>
          </p:cNvPr>
          <p:cNvSpPr txBox="1"/>
          <p:nvPr/>
        </p:nvSpPr>
        <p:spPr>
          <a:xfrm>
            <a:off x="9513380" y="4330330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DD4A13-B228-7049-4B8D-AADEFF640429}"/>
              </a:ext>
            </a:extLst>
          </p:cNvPr>
          <p:cNvSpPr txBox="1"/>
          <p:nvPr/>
        </p:nvSpPr>
        <p:spPr>
          <a:xfrm>
            <a:off x="9522074" y="3663225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CD5AB1-8681-1C3E-6402-20633F89BB44}"/>
              </a:ext>
            </a:extLst>
          </p:cNvPr>
          <p:cNvSpPr txBox="1"/>
          <p:nvPr/>
        </p:nvSpPr>
        <p:spPr>
          <a:xfrm>
            <a:off x="9488013" y="2958318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52EC94-82BF-C7E6-94D4-93A6CB81B116}"/>
              </a:ext>
            </a:extLst>
          </p:cNvPr>
          <p:cNvSpPr txBox="1"/>
          <p:nvPr/>
        </p:nvSpPr>
        <p:spPr>
          <a:xfrm>
            <a:off x="8869858" y="2940796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30F691-AA84-5871-5B31-EF55F9D2ED64}"/>
              </a:ext>
            </a:extLst>
          </p:cNvPr>
          <p:cNvSpPr txBox="1"/>
          <p:nvPr/>
        </p:nvSpPr>
        <p:spPr>
          <a:xfrm>
            <a:off x="8931749" y="3616954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43520A-E126-6A9F-A41C-BA29740ADF40}"/>
              </a:ext>
            </a:extLst>
          </p:cNvPr>
          <p:cNvSpPr txBox="1"/>
          <p:nvPr/>
        </p:nvSpPr>
        <p:spPr>
          <a:xfrm>
            <a:off x="8877303" y="4349079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9BF2CD-6819-93BB-D042-701317184328}"/>
              </a:ext>
            </a:extLst>
          </p:cNvPr>
          <p:cNvSpPr txBox="1"/>
          <p:nvPr/>
        </p:nvSpPr>
        <p:spPr>
          <a:xfrm>
            <a:off x="8913890" y="5025237"/>
            <a:ext cx="431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638490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482E2-960A-D8DF-EFB1-B8F48265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2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DFE1596-139E-0758-4CD1-9A677934B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25" y="3619500"/>
            <a:ext cx="6797581" cy="90067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D3169E2-751C-6247-968E-5E9649E03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140" y="2217815"/>
            <a:ext cx="3188269" cy="3997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AF30EB-9630-19CD-A8C7-5C1E4FD6377F}"/>
              </a:ext>
            </a:extLst>
          </p:cNvPr>
          <p:cNvSpPr txBox="1"/>
          <p:nvPr/>
        </p:nvSpPr>
        <p:spPr>
          <a:xfrm>
            <a:off x="8955176" y="52029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B2437F-3CBB-650A-44C1-381FA8A884C3}"/>
              </a:ext>
            </a:extLst>
          </p:cNvPr>
          <p:cNvSpPr txBox="1"/>
          <p:nvPr/>
        </p:nvSpPr>
        <p:spPr>
          <a:xfrm>
            <a:off x="8955176" y="44439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F0AF0E-3F4E-C9E5-F8DB-42AD57A508FC}"/>
              </a:ext>
            </a:extLst>
          </p:cNvPr>
          <p:cNvSpPr txBox="1"/>
          <p:nvPr/>
        </p:nvSpPr>
        <p:spPr>
          <a:xfrm>
            <a:off x="9714805" y="444398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C269E8-DAD9-99FF-4095-01E589970D9A}"/>
              </a:ext>
            </a:extLst>
          </p:cNvPr>
          <p:cNvSpPr txBox="1"/>
          <p:nvPr/>
        </p:nvSpPr>
        <p:spPr>
          <a:xfrm>
            <a:off x="9714805" y="52029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6056B5-E49A-1BEC-6324-8731E33538F4}"/>
              </a:ext>
            </a:extLst>
          </p:cNvPr>
          <p:cNvSpPr txBox="1"/>
          <p:nvPr/>
        </p:nvSpPr>
        <p:spPr>
          <a:xfrm>
            <a:off x="9807139" y="36850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331071-7004-62A2-2932-8598BEFBF7DF}"/>
              </a:ext>
            </a:extLst>
          </p:cNvPr>
          <p:cNvSpPr txBox="1"/>
          <p:nvPr/>
        </p:nvSpPr>
        <p:spPr>
          <a:xfrm>
            <a:off x="10006379" y="28036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040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6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1BEDE-DDE3-5402-D002-7876859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3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8A67F559-25E2-55D5-2DA0-FCA9E4762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543" y="2218308"/>
            <a:ext cx="2598590" cy="3997831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1B8F530-07E7-DA7A-3BFA-A4C6D2EC8A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18" y="3514610"/>
            <a:ext cx="7028144" cy="11580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2735EF-EC65-07EF-777F-415E4C994975}"/>
              </a:ext>
            </a:extLst>
          </p:cNvPr>
          <p:cNvSpPr txBox="1"/>
          <p:nvPr/>
        </p:nvSpPr>
        <p:spPr>
          <a:xfrm>
            <a:off x="10351008" y="52852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5003-8E5C-7BB2-593B-9BE2FEC88029}"/>
              </a:ext>
            </a:extLst>
          </p:cNvPr>
          <p:cNvSpPr txBox="1"/>
          <p:nvPr/>
        </p:nvSpPr>
        <p:spPr>
          <a:xfrm>
            <a:off x="10351008" y="453899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0A659-1720-2101-3D7A-FBBE815404D5}"/>
              </a:ext>
            </a:extLst>
          </p:cNvPr>
          <p:cNvSpPr txBox="1"/>
          <p:nvPr/>
        </p:nvSpPr>
        <p:spPr>
          <a:xfrm>
            <a:off x="10351008" y="36632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2BB60-15FB-4926-E6C5-DE02A310771F}"/>
              </a:ext>
            </a:extLst>
          </p:cNvPr>
          <p:cNvSpPr txBox="1"/>
          <p:nvPr/>
        </p:nvSpPr>
        <p:spPr>
          <a:xfrm>
            <a:off x="10351008" y="30101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5C969A-8DA7-746D-8B0C-BDBB7F1CA702}"/>
              </a:ext>
            </a:extLst>
          </p:cNvPr>
          <p:cNvSpPr txBox="1"/>
          <p:nvPr/>
        </p:nvSpPr>
        <p:spPr>
          <a:xfrm>
            <a:off x="10967204" y="29626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450E6-E449-4122-3830-61630BEDBBA6}"/>
              </a:ext>
            </a:extLst>
          </p:cNvPr>
          <p:cNvSpPr txBox="1"/>
          <p:nvPr/>
        </p:nvSpPr>
        <p:spPr>
          <a:xfrm>
            <a:off x="10988963" y="378913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6EA377-E25A-6E04-3989-3F63B25821B3}"/>
              </a:ext>
            </a:extLst>
          </p:cNvPr>
          <p:cNvSpPr txBox="1"/>
          <p:nvPr/>
        </p:nvSpPr>
        <p:spPr>
          <a:xfrm>
            <a:off x="10988963" y="458937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4A0D7-F5F5-3623-FCCA-2EFFC55728D5}"/>
              </a:ext>
            </a:extLst>
          </p:cNvPr>
          <p:cNvSpPr txBox="1"/>
          <p:nvPr/>
        </p:nvSpPr>
        <p:spPr>
          <a:xfrm>
            <a:off x="11018548" y="538961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153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76" name="Rectangle 75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0140E9-66A7-D958-6523-5B80C1E3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4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9E248E88-0FB9-BE12-0970-3D559BFB4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1" y="3264408"/>
            <a:ext cx="7094909" cy="67401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E15FFBA-0A3D-E171-1771-2E2C49EAD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996" y="1473095"/>
            <a:ext cx="3403274" cy="39118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93774-DB8C-53F9-1EA3-17E39B5A239B}"/>
              </a:ext>
            </a:extLst>
          </p:cNvPr>
          <p:cNvSpPr txBox="1"/>
          <p:nvPr/>
        </p:nvSpPr>
        <p:spPr>
          <a:xfrm>
            <a:off x="10067544" y="4272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DC732F-452C-AF4F-286C-A48CB7EC2169}"/>
              </a:ext>
            </a:extLst>
          </p:cNvPr>
          <p:cNvSpPr txBox="1"/>
          <p:nvPr/>
        </p:nvSpPr>
        <p:spPr>
          <a:xfrm>
            <a:off x="10088916" y="352853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80E944-B8C6-56A9-0019-04DC32CD7709}"/>
              </a:ext>
            </a:extLst>
          </p:cNvPr>
          <p:cNvSpPr txBox="1"/>
          <p:nvPr/>
        </p:nvSpPr>
        <p:spPr>
          <a:xfrm>
            <a:off x="10088916" y="283591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4B1DD3-703F-1254-F4BD-F074C6F2D4C7}"/>
              </a:ext>
            </a:extLst>
          </p:cNvPr>
          <p:cNvSpPr txBox="1"/>
          <p:nvPr/>
        </p:nvSpPr>
        <p:spPr>
          <a:xfrm>
            <a:off x="10088916" y="219405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23517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A1248A-AA80-4238-04DC-BFE8203DE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53F42A5-1BCA-3AA2-F095-B3E9A7DAB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421" y="1576447"/>
            <a:ext cx="4004749" cy="492839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E3CC8B8-B010-A95F-5D1E-24314630B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199" y="3646045"/>
            <a:ext cx="7396393" cy="5711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A12CAD-0BA0-EED8-5584-82579F0B84FE}"/>
              </a:ext>
            </a:extLst>
          </p:cNvPr>
          <p:cNvSpPr txBox="1"/>
          <p:nvPr/>
        </p:nvSpPr>
        <p:spPr>
          <a:xfrm>
            <a:off x="8732520" y="5212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193BEA-CC7B-2048-9F32-16C3EA51FDD4}"/>
              </a:ext>
            </a:extLst>
          </p:cNvPr>
          <p:cNvSpPr txBox="1"/>
          <p:nvPr/>
        </p:nvSpPr>
        <p:spPr>
          <a:xfrm>
            <a:off x="9589619" y="5212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551064-6605-1860-EBF0-B9E9ACFEB108}"/>
              </a:ext>
            </a:extLst>
          </p:cNvPr>
          <p:cNvSpPr txBox="1"/>
          <p:nvPr/>
        </p:nvSpPr>
        <p:spPr>
          <a:xfrm>
            <a:off x="10292669" y="5212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5319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C10D-2C36-29F5-C323-A34F2537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2" y="182576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6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BEB7544-BA0B-B9D3-1415-E34855CDF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901" y="1758037"/>
            <a:ext cx="4337163" cy="471487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8F43ACBB-9BE3-4BCB-244C-D0234E974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31" y="3622448"/>
            <a:ext cx="6771801" cy="11895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8CFA91-E1EA-CE36-BAFE-4F035925D3F6}"/>
              </a:ext>
            </a:extLst>
          </p:cNvPr>
          <p:cNvSpPr txBox="1"/>
          <p:nvPr/>
        </p:nvSpPr>
        <p:spPr>
          <a:xfrm>
            <a:off x="10006379" y="51389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E56B56-903D-7FD3-79D7-84EA9FF66ED0}"/>
              </a:ext>
            </a:extLst>
          </p:cNvPr>
          <p:cNvSpPr txBox="1"/>
          <p:nvPr/>
        </p:nvSpPr>
        <p:spPr>
          <a:xfrm>
            <a:off x="10006379" y="42464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4EDC02-5783-D226-97E7-6AB9921D7F56}"/>
              </a:ext>
            </a:extLst>
          </p:cNvPr>
          <p:cNvSpPr txBox="1"/>
          <p:nvPr/>
        </p:nvSpPr>
        <p:spPr>
          <a:xfrm>
            <a:off x="10006379" y="33539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74D6F3-4BA5-38D7-E913-1A8C1CD14646}"/>
              </a:ext>
            </a:extLst>
          </p:cNvPr>
          <p:cNvSpPr txBox="1"/>
          <p:nvPr/>
        </p:nvSpPr>
        <p:spPr>
          <a:xfrm>
            <a:off x="10006379" y="25950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342FF1-DF04-7A44-3B51-58900A8F8CE2}"/>
              </a:ext>
            </a:extLst>
          </p:cNvPr>
          <p:cNvSpPr txBox="1"/>
          <p:nvPr/>
        </p:nvSpPr>
        <p:spPr>
          <a:xfrm>
            <a:off x="9068345" y="51389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2B053E-B0FE-3BD6-B219-D17CDD000D97}"/>
              </a:ext>
            </a:extLst>
          </p:cNvPr>
          <p:cNvSpPr txBox="1"/>
          <p:nvPr/>
        </p:nvSpPr>
        <p:spPr>
          <a:xfrm>
            <a:off x="9068345" y="424644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94F007-7486-71BD-63D3-2334E36DFDCC}"/>
              </a:ext>
            </a:extLst>
          </p:cNvPr>
          <p:cNvSpPr txBox="1"/>
          <p:nvPr/>
        </p:nvSpPr>
        <p:spPr>
          <a:xfrm>
            <a:off x="9085384" y="34692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CC68D6-B283-9C11-AFB5-5DC417C75715}"/>
              </a:ext>
            </a:extLst>
          </p:cNvPr>
          <p:cNvSpPr txBox="1"/>
          <p:nvPr/>
        </p:nvSpPr>
        <p:spPr>
          <a:xfrm>
            <a:off x="9085384" y="25950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6007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B1F6-2F92-EA38-89AC-EC0028AE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Floor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5E60DBB2-8F19-BAA7-90D2-30CBC8C52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685" y="2211932"/>
            <a:ext cx="5483578" cy="4143148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25B1C47-251A-AC87-6911-58571788D7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60" y="2211932"/>
            <a:ext cx="6193623" cy="25406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D781AC-749B-ACBC-74A3-07C85B553B54}"/>
              </a:ext>
            </a:extLst>
          </p:cNvPr>
          <p:cNvSpPr txBox="1"/>
          <p:nvPr/>
        </p:nvSpPr>
        <p:spPr>
          <a:xfrm>
            <a:off x="10351008" y="52852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8D6B71-2E2F-D30C-D943-30E4CF8974E3}"/>
              </a:ext>
            </a:extLst>
          </p:cNvPr>
          <p:cNvSpPr txBox="1"/>
          <p:nvPr/>
        </p:nvSpPr>
        <p:spPr>
          <a:xfrm>
            <a:off x="7214616" y="510056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78127-02F1-683E-32C8-6996E90B1E8B}"/>
              </a:ext>
            </a:extLst>
          </p:cNvPr>
          <p:cNvSpPr txBox="1"/>
          <p:nvPr/>
        </p:nvSpPr>
        <p:spPr>
          <a:xfrm>
            <a:off x="7214616" y="485063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9701F4-9CBA-2237-518D-7881520467DE}"/>
              </a:ext>
            </a:extLst>
          </p:cNvPr>
          <p:cNvSpPr txBox="1"/>
          <p:nvPr/>
        </p:nvSpPr>
        <p:spPr>
          <a:xfrm>
            <a:off x="7214616" y="459764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4ED323-C2B1-FEF0-3450-C2DC18F04B52}"/>
              </a:ext>
            </a:extLst>
          </p:cNvPr>
          <p:cNvSpPr txBox="1"/>
          <p:nvPr/>
        </p:nvSpPr>
        <p:spPr>
          <a:xfrm>
            <a:off x="7214616" y="43832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C305F-2011-2CDF-23FB-EF191E633D4A}"/>
              </a:ext>
            </a:extLst>
          </p:cNvPr>
          <p:cNvSpPr txBox="1"/>
          <p:nvPr/>
        </p:nvSpPr>
        <p:spPr>
          <a:xfrm>
            <a:off x="7214616" y="41615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63935-8915-01A2-70E5-506383AB5C8E}"/>
              </a:ext>
            </a:extLst>
          </p:cNvPr>
          <p:cNvSpPr txBox="1"/>
          <p:nvPr/>
        </p:nvSpPr>
        <p:spPr>
          <a:xfrm>
            <a:off x="7214616" y="394892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6FC18C-CF03-EF7E-79AB-932621707FA1}"/>
              </a:ext>
            </a:extLst>
          </p:cNvPr>
          <p:cNvSpPr txBox="1"/>
          <p:nvPr/>
        </p:nvSpPr>
        <p:spPr>
          <a:xfrm>
            <a:off x="7214616" y="37312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A97CA-D37A-23FB-2E89-7AB521C51DB5}"/>
              </a:ext>
            </a:extLst>
          </p:cNvPr>
          <p:cNvSpPr txBox="1"/>
          <p:nvPr/>
        </p:nvSpPr>
        <p:spPr>
          <a:xfrm>
            <a:off x="7791014" y="373125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CD17F4-F4E4-6E60-6904-B9D5D8DCB6CE}"/>
              </a:ext>
            </a:extLst>
          </p:cNvPr>
          <p:cNvSpPr txBox="1"/>
          <p:nvPr/>
        </p:nvSpPr>
        <p:spPr>
          <a:xfrm>
            <a:off x="7819515" y="394892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E2B1BD-3A90-2C9A-8BFD-0538F567F77F}"/>
              </a:ext>
            </a:extLst>
          </p:cNvPr>
          <p:cNvSpPr txBox="1"/>
          <p:nvPr/>
        </p:nvSpPr>
        <p:spPr>
          <a:xfrm>
            <a:off x="7789716" y="416152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E8D991-DDEE-F802-986B-3034764DAFEA}"/>
              </a:ext>
            </a:extLst>
          </p:cNvPr>
          <p:cNvSpPr txBox="1"/>
          <p:nvPr/>
        </p:nvSpPr>
        <p:spPr>
          <a:xfrm>
            <a:off x="7850612" y="4407122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E5D047-E6B3-4D7C-7328-B54D9BD92EC3}"/>
              </a:ext>
            </a:extLst>
          </p:cNvPr>
          <p:cNvSpPr txBox="1"/>
          <p:nvPr/>
        </p:nvSpPr>
        <p:spPr>
          <a:xfrm>
            <a:off x="7796536" y="463088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B1F50C-985C-C952-44B8-1C19C6387A74}"/>
              </a:ext>
            </a:extLst>
          </p:cNvPr>
          <p:cNvSpPr txBox="1"/>
          <p:nvPr/>
        </p:nvSpPr>
        <p:spPr>
          <a:xfrm>
            <a:off x="7881230" y="48280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5B0FB4-CFD9-5599-0885-AF9D472AE8C9}"/>
              </a:ext>
            </a:extLst>
          </p:cNvPr>
          <p:cNvSpPr txBox="1"/>
          <p:nvPr/>
        </p:nvSpPr>
        <p:spPr>
          <a:xfrm>
            <a:off x="7881230" y="50642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CE0FF-ECBF-72AF-CB5D-2EEFF30DDDB0}"/>
              </a:ext>
            </a:extLst>
          </p:cNvPr>
          <p:cNvSpPr txBox="1"/>
          <p:nvPr/>
        </p:nvSpPr>
        <p:spPr>
          <a:xfrm>
            <a:off x="9176226" y="434111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10187B-00C9-2166-DAC4-F70E90939D1E}"/>
              </a:ext>
            </a:extLst>
          </p:cNvPr>
          <p:cNvSpPr txBox="1"/>
          <p:nvPr/>
        </p:nvSpPr>
        <p:spPr>
          <a:xfrm>
            <a:off x="9237941" y="348226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D7B1B-AF38-402A-BBA7-3752191946B4}"/>
              </a:ext>
            </a:extLst>
          </p:cNvPr>
          <p:cNvSpPr txBox="1"/>
          <p:nvPr/>
        </p:nvSpPr>
        <p:spPr>
          <a:xfrm>
            <a:off x="10006379" y="434111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B02C19-69DE-4D22-D01B-E31AD4FC2D88}"/>
              </a:ext>
            </a:extLst>
          </p:cNvPr>
          <p:cNvSpPr txBox="1"/>
          <p:nvPr/>
        </p:nvSpPr>
        <p:spPr>
          <a:xfrm>
            <a:off x="10068094" y="3482263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225A9A-874A-6EED-8A08-F9D6298E29C1}"/>
              </a:ext>
            </a:extLst>
          </p:cNvPr>
          <p:cNvSpPr txBox="1"/>
          <p:nvPr/>
        </p:nvSpPr>
        <p:spPr>
          <a:xfrm>
            <a:off x="10836532" y="435354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19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452FFE-7D8E-E7AF-4455-940D8E7CAFD8}"/>
              </a:ext>
            </a:extLst>
          </p:cNvPr>
          <p:cNvSpPr txBox="1"/>
          <p:nvPr/>
        </p:nvSpPr>
        <p:spPr>
          <a:xfrm>
            <a:off x="10836532" y="34290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19828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1890</TotalTime>
  <Words>94</Words>
  <Application>Microsoft Office PowerPoint</Application>
  <PresentationFormat>Widescreen</PresentationFormat>
  <Paragraphs>78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PBU Walls(TMP Grids)</vt:lpstr>
      <vt:lpstr>Wall 1</vt:lpstr>
      <vt:lpstr>Wall 2</vt:lpstr>
      <vt:lpstr>Wall 3</vt:lpstr>
      <vt:lpstr>Wall 4</vt:lpstr>
      <vt:lpstr>Wall 5</vt:lpstr>
      <vt:lpstr>Wall 6</vt:lpstr>
      <vt:lpstr>Floor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41</cp:revision>
  <cp:lastPrinted>2025-07-18T01:56:59Z</cp:lastPrinted>
  <dcterms:created xsi:type="dcterms:W3CDTF">2025-05-08T09:43:42Z</dcterms:created>
  <dcterms:modified xsi:type="dcterms:W3CDTF">2025-09-10T09:47:46Z</dcterms:modified>
</cp:coreProperties>
</file>