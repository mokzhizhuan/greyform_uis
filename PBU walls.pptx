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notesSlides/notesSlide1.xml" ContentType="application/vnd.openxmlformats-officedocument.presentationml.notesSlide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notesSlides/notesSlide2.xml" ContentType="application/vnd.openxmlformats-officedocument.presentationml.notesSlide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notesSlides/notesSlide3.xml" ContentType="application/vnd.openxmlformats-officedocument.presentationml.notesSlide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34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0 190 24575,'2'3'0,"-1"1"0,0-1 0,1 0 0,0 1 0,-1-1 0,1 0 0,1 0 0,-1 0 0,0 0 0,1 0 0,-1-1 0,1 1 0,0-1 0,0 0 0,0 0 0,0 0 0,0 0 0,1 0 0,-1 0 0,1-1 0,-1 0 0,1 0 0,-1 0 0,5 1 0,-5-3 0,0 0 0,0-1 0,1 1 0,-1 0 0,0-1 0,0 0 0,0 0 0,-1 0 0,1 0 0,0 0 0,-1-1 0,1 1 0,2-4 0,30-44 0,-13 18 0,7-7 0,-25 31 0,1 1 0,0-1 0,1 1 0,-1 1 0,2-1 0,-1 1 0,0 0 0,1 0 0,0 1 0,1 0 0,8-5 0,2 0-1365,-2 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1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1 291 24575,'4'0'0,"0"1"0,1-1 0,-1 0 0,0 1 0,0 0 0,0 0 0,1 0 0,-1 1 0,0-1 0,-1 1 0,1 0 0,0 0 0,0 1 0,-1-1 0,0 1 0,1-1 0,-1 1 0,5 5 0,12 10 0,-18-16 0,0-1 0,0 1 0,0-1 0,-1 0 0,2 0 0,-1 0 0,0 0 0,0 0 0,0 0 0,0 0 0,1-1 0,-1 1 0,0-1 0,0 0 0,1 0 0,-1 0 0,0 0 0,1 0 0,-1 0 0,0 0 0,1-1 0,-1 1 0,0-1 0,0 0 0,0 0 0,0 0 0,1 0 0,-1 0 0,0 0 0,0 0 0,-1-1 0,1 1 0,0-1 0,2-2 0,7-7 0,-1-1 0,0 0 0,-1-1 0,11-17 0,3-5 0,61-70 0,-78 98 0,0 1 0,0 0 0,1 0 0,-1 0 0,15-8 0,-14 9 0,0 0 0,0 0 0,0 0 0,-1-1 0,0 0 0,9-12 0,-4 4-1365,-2 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4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1 210 24575,'2'3'0,"0"0"0,0 0 0,0 0 0,0 0 0,1 0 0,-1-1 0,1 1 0,0-1 0,0 0 0,0 0 0,0 0 0,6 3 0,5 4 0,-7-2 0,0-1 0,1 0 0,0 0 0,0-1 0,1-1 0,0 1 0,-1-1 0,13 4 0,-17-8 0,1 1 0,-1-1 0,0 0 0,0 0 0,0 0 0,0 0 0,0-1 0,1 0 0,-1 0 0,0 0 0,0 0 0,-1 0 0,1-1 0,0 0 0,0 0 0,-1 0 0,1 0 0,-1-1 0,0 1 0,1-1 0,-1 0 0,3-3 0,35-35 0,-25 23 0,1 0 0,1 2 0,1 0 0,0 1 0,29-17 0,-37 26 0,0-1 0,-1 0 0,17-16 0,-18 15 0,0 0 0,0 1 0,0 0 0,20-10 0,2-1-1365,-19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2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0 185 24575,'5'3'0,"-1"-1"0,0 1 0,-1 0 0,1 0 0,-1 0 0,1 0 0,-1 1 0,0-1 0,0 1 0,0 0 0,-1 0 0,1 0 0,1 5 0,4 2 0,0 2 0,1-2 0,0 1 0,1-1 0,0-1 0,1 0 0,0 0 0,16 10 0,-23-18 0,0 0 0,-1 0 0,1 0 0,0 0 0,0-1 0,0 1 0,0-1 0,1 0 0,-1 0 0,0-1 0,0 1 0,1-1 0,-1 0 0,0 0 0,0-1 0,1 1 0,-1-1 0,0 0 0,0 0 0,0 0 0,0-1 0,0 1 0,0-1 0,0 0 0,0 0 0,-1 0 0,1-1 0,-1 1 0,5-4 0,65-67 0,-52 50 0,1 1 0,40-29 0,-33 29-273,0-2 0,-2 0 0,-1-2 0,27-32 0,-44 46-6553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5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24575,'0'-4'0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6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0 331 24575,'1'2'0,"0"-1"0,-1 1 0,1 0 0,0-1 0,0 1 0,0-1 0,0 0 0,0 1 0,1-1 0,-1 0 0,0 1 0,0-1 0,1 0 0,-1 0 0,1 0 0,-1 0 0,4 1 0,29 14 0,16-1 0,39 14 0,-84-26 0,1-1 0,0 0 0,0 0 0,0 0 0,1-1 0,-1 0 0,0 0 0,1-1 0,-1 0 0,0 0 0,1 0 0,-1-1 0,0 0 0,0 0 0,1-1 0,-1 1 0,0-1 0,10-5 0,1-3 0,0-1 0,0-1 0,-1 0 0,22-22 0,8-7 0,237-184 0,-260 208-8,-16 13-218,-1-1 0,-1 1 0,1-1-1,0 0 1,7-10 0,-4 0-6600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8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1 292 24575,'2'1'0,"1"-1"0,0 1 0,0 0 0,-1 0 0,1 0 0,0 1 0,-1-1 0,1 0 0,-1 1 0,0 0 0,1-1 0,-1 1 0,0 0 0,0 0 0,0 1 0,0-1 0,2 4 0,23 19 0,-26-24 0,1 0 0,-1-1 0,1 1 0,-1-1 0,1 1 0,-1-1 0,1 0 0,-1 1 0,1-1 0,-1 0 0,1 0 0,-1 0 0,1 0 0,-1-1 0,1 1 0,0 0 0,-1 0 0,0-1 0,1 1 0,-1-1 0,1 0 0,1-1 0,4-2 0,0-1 0,-1-1 0,0 1 0,0-1 0,0 0 0,-1-1 0,1 1 0,-1-1 0,6-11 0,-4 7 0,0 0 0,1 0 0,11-11 0,16-12 0,2 2 0,1 1 0,60-38 0,-65 53 17,-25 13-293,0-1-1,0 0 1,-1 0-1,14-11 1,-9 5-6550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2.1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1 297 24575,'0'15'0,"0"8"0,1 0 0,4 32 0,-3-48 0,-1 1 0,1-1 0,1 0 0,0 1 0,0-1 0,0 0 0,0-1 0,1 1 0,1-1 0,-1 0 0,7 8 0,-9-12 0,0-1 0,0 1 0,0 0 0,0-1 0,0 1 0,0-1 0,0 0 0,1 0 0,-1 0 0,0 0 0,1 0 0,-1 0 0,1-1 0,-1 1 0,1-1 0,-1 0 0,1 1 0,-1-1 0,1 0 0,0-1 0,-1 1 0,1 0 0,-1-1 0,1 1 0,-1-1 0,0 0 0,1 0 0,-1 0 0,0 0 0,1 0 0,-1-1 0,0 1 0,4-4 0,8-6 0,-1 0 0,0-1 0,23-27 0,-14 14 0,16-9 0,1 1 0,60-37 0,23-20 0,-105 79 0,1 0 0,0 0 0,0 2 0,1 0 0,26-8 0,-18 7 0,46-24 0,41-27-1365,-98 54-5461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4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1 113 24575,'20'52'0,"-14"-33"0,-3-7 0,1-1 0,0 0 0,0 0 0,1-1 0,11 18 0,-14-26 0,-1 0 0,1 0 0,0 0 0,-1-1 0,1 1 0,0 0 0,0-1 0,0 1 0,0-1 0,1 0 0,-1 0 0,0 0 0,1 0 0,-1 0 0,0 0 0,1-1 0,-1 1 0,1-1 0,-1 1 0,1-1 0,-1 0 0,1 0 0,-1 0 0,1-1 0,-1 1 0,1 0 0,-1-1 0,1 0 0,-1 0 0,0 1 0,1-1 0,2-2 0,26-13 0,56-39 0,-73 46 0,6-7 0,-1-1 0,0 0 0,-1-2 0,0 0 0,-2-1 0,20-30 0,4 14-1365,-28 26-5461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89 24575,'-1'16'0,"2"1"0,0 0 0,0-1 0,2 1 0,6 24 0,-7-36 0,0-1 0,0 1 0,0-1 0,0 0 0,0 0 0,1 0 0,0 0 0,0 0 0,0-1 0,0 1 0,0-1 0,1 0 0,0 0 0,-1 0 0,1 0 0,0-1 0,1 1 0,-1-1 0,0 0 0,1 0 0,-1-1 0,1 1 0,-1-1 0,7 1 0,4 0 0,-1 1 0,2-2 0,-1 0 0,0-1 0,0 0 0,0-2 0,0 1 0,0-2 0,0 0 0,-1-1 0,1 0 0,-1-1 0,0-1 0,22-11 0,18-14 0,90-37 0,33-18 0,-162 78 33,1 1 1,0 1-1,31-9 0,23-8-1531,-56 16-5328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9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1 287 24575,'-1'13'0,"1"0"0,1 0 0,0 1 0,0-1 0,2 0 0,4 16 0,-6-26 0,1 0 0,0 0 0,-1 0 0,1 0 0,0 0 0,0 0 0,0-1 0,1 1 0,-1-1 0,1 0 0,-1 0 0,1 0 0,0 0 0,0 0 0,0 0 0,0-1 0,0 1 0,0-1 0,0 0 0,0 0 0,1 0 0,-1 0 0,0-1 0,1 1 0,-1-1 0,0 0 0,1 0 0,-1 0 0,6-1 0,-2-1 0,1 1 0,0-1 0,-1 0 0,1-1 0,-1 1 0,0-1 0,0-1 0,0 0 0,10-7 0,55-45 0,-19 15 0,1 3 0,2 2 0,1 2 0,63-27 0,-94 47 0,-1-1 0,26-20 0,16-12 0,-36 26-1365,-21 10-5461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5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0 142 24575,'3'2'0,"1"1"0,-1-1 0,0 0 0,-1 1 0,1 0 0,0-1 0,-1 1 0,1 0 0,-1 0 0,0 1 0,0-1 0,1 4 0,7 7 0,-8-11 0,0 0 0,0 0 0,0 0 0,1 0 0,-1-1 0,1 1 0,0-1 0,0 1 0,0-1 0,0 0 0,0 0 0,0-1 0,0 1 0,1-1 0,-1 1 0,1-1 0,-1 0 0,1 0 0,-1-1 0,1 1 0,0-1 0,-1 1 0,1-1 0,0 0 0,-1-1 0,1 1 0,0-1 0,-1 1 0,1-1 0,-1 0 0,1-1 0,-1 1 0,1-1 0,-1 1 0,0-1 0,0 0 0,0 0 0,4-3 0,176-85 0,-72 38 92,-77 38-578,0-1 0,32-21 1,-51 27-6341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6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0 119 24575,'0'3'0,"0"1"0,1 0 0,-1 0 0,1 0 0,0-1 0,0 1 0,0 0 0,0 0 0,0-1 0,1 1 0,0-1 0,0 0 0,0 1 0,3 4 0,-3-7 0,-1 0 0,0 0 0,1 0 0,-1 0 0,1 0 0,-1 0 0,1 0 0,0-1 0,-1 1 0,1-1 0,0 1 0,-1-1 0,1 1 0,0-1 0,0 0 0,-1 0 0,1 0 0,0 0 0,0 0 0,-1 0 0,1 0 0,0-1 0,0 1 0,-1-1 0,1 1 0,0-1 0,-1 0 0,1 1 0,-1-1 0,1 0 0,-1 0 0,1 0 0,-1 0 0,2-2 0,8-7 0,-1 1 0,0-1 0,12-15 0,17-18 0,-23 28-341,0 1 0,2 0-1,21-13 1,-21 18-6485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7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0 244 24575,'2'7'0,"1"0"0,-1 0 0,1 0 0,1-1 0,-1 0 0,1 1 0,6 7 0,-7-10 0,-2-2 0,0 0 0,0 0 0,1 0 0,-1 0 0,1 0 0,0 0 0,0-1 0,-1 1 0,1 0 0,0-1 0,0 0 0,1 1 0,-1-1 0,0 0 0,0 0 0,0 0 0,1 0 0,-1 0 0,1-1 0,-1 1 0,1-1 0,-1 0 0,0 1 0,1-1 0,-1 0 0,1-1 0,-1 1 0,1 0 0,3-1 0,3-3 0,1 0 0,-1-1 0,0 0 0,0 0 0,-1 0 0,8-8 0,23-13 0,11-2 0,-20 10 0,63-26 0,-61 30 0,51-30 0,14-6 0,-86 44-49,0 0-1,-1 0 1,0-1-1,0 0 1,11-11-1,-6 5-1018,-3 4-5758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4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2 246 24575,'0'15'0,"-1"-11"0,1 0 0,0 0 0,-1 0 0,1 0 0,1 0 0,-1 0 0,1 0 0,-1 0 0,1 0 0,0 0 0,1 0 0,-1-1 0,1 1 0,1 3 0,-1-8 0,0 0 0,-1 0 0,1 0 0,0-1 0,-1 1 0,1 0 0,-1-1 0,0 1 0,0-1 0,1 0 0,-1 1 0,0-1 0,0 0 0,-1 0 0,1 0 0,1-3 0,1-1 0,32-46 0,14-24 0,-38 57-170,1 1-1,1 0 0,0 1 1,1 0-1,1 1 0,1 1 1,19-15-1,-23 21-6655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6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1 261 24575,'0'2'0,"0"0"0,0-1 0,0 1 0,0 0 0,0 0 0,0 0 0,1 0 0,-1-1 0,1 1 0,0 0 0,-1 0 0,1-1 0,0 1 0,0-1 0,0 1 0,0 0 0,0-1 0,0 0 0,0 1 0,1-1 0,-1 0 0,1 1 0,2 0 0,-1 0 0,0-1 0,0 0 0,0 0 0,0-1 0,0 1 0,0 0 0,0-1 0,0 0 0,1 0 0,-1 0 0,0 0 0,6-1 0,0-1 0,1-1 0,-1 1 0,1-2 0,-1 1 0,0-1 0,-1 0 0,1-1 0,10-7 0,119-108 0,-28 29 0,-99 84-341,-1 0 0,0 0-1,16-17 1,-16 12-6485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9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0 211 24575,'2'8'0,"1"-1"0,0 1 0,0-1 0,1 0 0,-1 0 0,2 0 0,-1 0 0,1-1 0,6 7 0,-9-10 0,2 2 0,6 9 0,1-1 0,20 19 0,-28-29 0,0-1 0,-1 0 0,1 0 0,0 0 0,0 0 0,1 0 0,-1 0 0,0-1 0,1 1 0,-1-1 0,0 0 0,1 0 0,-1-1 0,1 1 0,0-1 0,-1 1 0,1-1 0,5-1 0,12-4 0,0-2 0,0-1 0,-1-1 0,0 0 0,0-1 0,-1-1 0,31-25 0,-19 15 0,45-24 0,40-22 0,74-44 0,-163 94 0,-11 6-1365,-4 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1 217 24575,'0'13'0,"-1"2"0,1-1 0,1 1 0,0-1 0,4 16 0,-5-28 0,1 0 0,-1 0 0,0 0 0,1 0 0,0-1 0,-1 1 0,1 0 0,0 0 0,0 0 0,0 0 0,0-1 0,0 1 0,1-1 0,-1 1 0,0-1 0,1 1 0,-1-1 0,1 1 0,-1-1 0,1 0 0,0 0 0,0 0 0,-1 0 0,1 0 0,0-1 0,0 1 0,0 0 0,0-1 0,0 1 0,0-1 0,0 0 0,0 0 0,0 0 0,0 0 0,0 0 0,0 0 0,2-1 0,1 0 0,-1-1 0,1 1 0,-1-1 0,0 0 0,1-1 0,-1 1 0,0-1 0,-1 0 0,1 0 0,0 0 0,-1 0 0,0-1 0,1 0 0,3-6 0,37-65 0,-33 54 0,0 3 0,1 0 0,22-25 0,1-1 0,-24 30 12,1 1 0,21-19 0,-7 8-1413,-15 13-5425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0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1 187 24575,'0'3'0,"-1"1"0,1-1 0,1 0 0,-1 1 0,1-1 0,-1 0 0,1 1 0,0-1 0,0 0 0,0 0 0,0 0 0,1 0 0,-1 0 0,1 0 0,4 5 0,-3-5 0,0-1 0,0 0 0,0 0 0,1 0 0,-1 0 0,1 0 0,-1-1 0,1 0 0,-1 0 0,1 0 0,0 0 0,0 0 0,-1-1 0,5 1 0,32 2 0,0-2 0,62-7 0,-92 4 0,1-1 0,-1-1 0,0 0 0,0 0 0,-1-1 0,1-1 0,-1 1 0,0-1 0,9-9 0,30-17 0,50-38 0,-75 58 0,-4 1 0,0 2 0,25-10 0,61-27-1365,-87 36-5461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1.6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0 245 24575,'4'2'0,"-1"0"0,0-1 0,0 1 0,0 1 0,0-1 0,0 0 0,0 1 0,0-1 0,-1 1 0,1 0 0,-1 0 0,0 0 0,0 0 0,2 4 0,3 2 0,2 3 0,-1-1 0,0-1 0,1 0 0,0 0 0,0-1 0,18 13 0,-24-20 0,1 0 0,-1 0 0,1 0 0,-1-1 0,1 0 0,0 1 0,0-1 0,-1-1 0,1 1 0,0-1 0,0 1 0,0-1 0,0 0 0,0 0 0,0-1 0,0 1 0,0-1 0,-1 0 0,1 0 0,0 0 0,-1-1 0,1 1 0,5-4 0,5-3 0,-1-1 0,0-1 0,0 0 0,-1 0 0,15-17 0,-14 14 0,0 0 0,1 1 0,27-19 0,30-17 0,-50 32 0,0 1 0,37-18 0,-38 22 42,-1 0 0,32-27 0,-32 24-539,0 0 0,27-14 0,-27 19-6329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4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1 245 24575,'5'2'0,"0"0"0,0 0 0,-1 1 0,1 0 0,-1 0 0,1 0 0,-1 0 0,0 1 0,0-1 0,0 1 0,6 8 0,0-1 0,17 19 0,-20-20 0,1-1 0,0 0 0,0-1 0,15 11 0,-20-17 0,0 0 0,0-1 0,0 1 0,0-1 0,0 0 0,0 1 0,0-1 0,1-1 0,-1 1 0,0 0 0,1-1 0,-1 0 0,0 0 0,1 0 0,-1 0 0,0 0 0,1-1 0,-1 1 0,0-1 0,6-2 0,0-2 0,-1 0 0,0-1 0,0 0 0,0-1 0,-1 1 0,0-1 0,0-1 0,-1 1 0,8-12 0,12-14 0,-7 10 0,-1-1 0,-2 0 0,0-1 0,13-31 0,32-49 0,-49 89-1365,0 4-5461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4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1 229 24575,'0'6'0,"0"11"0,0 0 0,1 0 0,0-1 0,2 1 0,4 17 0,-6-31 0,0 0 0,0-1 0,0 1 0,0-1 0,0 1 0,0-1 0,1 1 0,-1-1 0,1 1 0,0-1 0,-1 0 0,1 0 0,0 0 0,0 0 0,1 0 0,-1-1 0,0 1 0,1-1 0,-1 1 0,1-1 0,-1 0 0,1 0 0,-1 0 0,1 0 0,0 0 0,0-1 0,-1 1 0,1-1 0,0 0 0,0 0 0,0 0 0,-1 0 0,1 0 0,0 0 0,0-1 0,-1 0 0,6-1 0,14-6 0,0-1 0,-1-1 0,0-1 0,0-1 0,-2 0 0,1-2 0,25-22 0,12-8 0,-28 22 0,-13 9 0,1 1 0,1 0 0,0 1 0,0 1 0,28-11 0,149-54 0,-165 61-273,2 2 0,-1 1 0,2 1 0,53-9 0,-66 17-6553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5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93 24575,'0'10'0,"0"0"0,0-1 0,1 1 0,1-1 0,0 1 0,0-1 0,1 0 0,6 16 0,-7-21 0,0 0 0,1-1 0,-1 1 0,1-1 0,0 0 0,0 0 0,0 0 0,0 0 0,0 0 0,1-1 0,-1 1 0,1-1 0,0 0 0,0 0 0,0 0 0,0-1 0,0 1 0,0-1 0,0 0 0,0 0 0,8 0 0,0 0 0,0 0 0,0-1 0,0-1 0,0 0 0,0-1 0,0 0 0,0-1 0,-1 0 0,1 0 0,11-7 0,5-4 0,0-1 0,41-30 0,83-38 0,-61 27-1365,-70 46-5461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7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24575,'0'13'0,"-1"-3"0,1 0 0,0 0 0,1 1 0,1-1 0,3 18 0,-4-26 0,0 0 0,0 0 0,0 0 0,0 0 0,0 0 0,0-1 0,0 1 0,1 0 0,-1 0 0,0-1 0,1 1 0,0-1 0,-1 0 0,1 1 0,0-1 0,0 0 0,-1 0 0,1 0 0,0 0 0,0 0 0,0-1 0,0 1 0,1 0 0,-1-1 0,0 0 0,0 1 0,0-1 0,0 0 0,0 0 0,0 0 0,1-1 0,-1 1 0,4-1 0,19-4 0,0-1 0,0-2 0,-1 0 0,0-1 0,28-16 0,-38 16 0,0 0 0,-1-1 0,14-14 0,34-25 0,-13 22-5,-30 18-335,0-1 0,-1-1 0,23-19 0,-29 19-6486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0.7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1 265 24575,'-1'8'0,"1"0"0,1 0 0,-1 1 0,1-1 0,1-1 0,-1 1 0,2 0 0,-1 0 0,6 13 0,-6-18 0,1 0 0,-1-1 0,0 1 0,1 0 0,-1-1 0,1 1 0,0-1 0,0 0 0,0 0 0,0 0 0,0-1 0,0 1 0,1-1 0,-1 1 0,0-1 0,1 0 0,-1 0 0,1-1 0,-1 1 0,1-1 0,-1 0 0,1 1 0,0-2 0,4 1 0,11-4 0,-1 0 0,0 0 0,0-2 0,0 0 0,-1-1 0,0-1 0,30-18 0,54-49 0,-95 70 0,-1 0 0,0 0 0,0-1 0,0 1 0,5-10 0,-5 9 0,-1 0 0,1 0 0,0 0 0,0 1 0,7-6 0,-3 3 0,0 0 0,0 0 0,-1-1 0,0-1 0,-1 1 0,0-1 0,0 0 0,-1 0 0,0-1 0,4-13 0,-7 19-122,0 0 0,-1 0-1,2 0 1,-1 0 0,0 0-1,8-7 1,-9 10-387,8-10-6317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5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0 133 24575,'0'5'0,"0"0"0,1 0 0,0 0 0,0 0 0,0-1 0,0 1 0,1 0 0,-1 0 0,1-1 0,1 1 0,-1-1 0,5 7 0,-5-9 0,-1 0 0,0-1 0,1 1 0,0-1 0,-1 1 0,1-1 0,0 1 0,-1-1 0,1 0 0,0 0 0,0 0 0,0 0 0,0-1 0,0 1 0,0 0 0,1-1 0,-1 1 0,0-1 0,0 0 0,0 0 0,0 0 0,1 0 0,-1 0 0,0 0 0,0-1 0,0 1 0,0-1 0,0 1 0,0-1 0,3-1 0,126-63 0,15-6 0,-135 67-151,-1-1-1,1 0 0,-1-1 0,0 0 1,0 0-1,-1-1 0,0 0 1,14-15-1,-13 10-6674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6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24575,'0'3'0,"0"0"0,0 0 0,0 1 0,0-1 0,1 0 0,-1 0 0,1 0 0,0 0 0,0 0 0,0 0 0,0 0 0,1 0 0,-1 0 0,1 0 0,0-1 0,0 1 0,0-1 0,0 1 0,0-1 0,4 3 0,-2-2 0,0-1 0,1 0 0,-1 0 0,0 0 0,1-1 0,0 0 0,-1 0 0,1 0 0,0 0 0,-1-1 0,1 0 0,0 0 0,7 0 0,-1-3 0,1 1 0,-1-1 0,1-1 0,-1 0 0,0-1 0,-1 0 0,1-1 0,17-12 0,37-17 0,-55 30 8,0 0 0,0 0 0,-1-1 0,0 0 0,0-1 0,0 0 0,-1 0-1,10-11 1,4-8-258,25-40-1,-24 33-684,-14 20-5891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7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3 132 24575,'-1'37'0,"0"-22"0,0 1 0,1-1 0,1 1 0,5 29 0,-5-41 0,0-1 0,0 0 0,0 0 0,1 1 0,-1-1 0,1 0 0,-1-1 0,1 1 0,0 0 0,0 0 0,1-1 0,-1 1 0,0-1 0,1 0 0,-1 1 0,1-1 0,0-1 0,0 1 0,0 0 0,0-1 0,0 1 0,0-1 0,0 0 0,0 0 0,1 0 0,-1 0 0,7 0 0,34 2 0,0-2 0,72-8 0,-106 6 0,0-1 0,0 0 0,0 0 0,-1-1 0,1 0 0,-1-1 0,0 0 0,0 0 0,0-1 0,0 0 0,-1-1 0,0 0 0,0 0 0,-1-1 0,1 0 0,-2 0 0,9-10 0,28-24 0,-35 34 0,0 1 0,0-1 0,-1 0 0,9-13 0,-8 11 0,-1 1 0,1 0 0,0 0 0,0 1 0,11-7 0,-10 7 0,0 1 0,-1-1 0,0-1 0,-1 1 0,12-15 0,5-8-1365,-11 15-5461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9.0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0 235 24575,'1'6'0,"0"0"0,0 0 0,0 0 0,0 0 0,1 0 0,0 0 0,1-1 0,-1 1 0,1-1 0,5 8 0,42 54 0,-24-35 0,-14-16 0,-8-9 0,0-1 0,1 0 0,0 0 0,0 0 0,0-1 0,10 8 0,-13-12 0,0 0 0,0 0 0,0 0 0,0 0 0,0-1 0,0 1 0,0 0 0,1-1 0,-1 0 0,0 1 0,1-1 0,-1 0 0,0 0 0,0 0 0,1-1 0,-1 1 0,0-1 0,0 1 0,0-1 0,1 1 0,-1-1 0,0 0 0,0 0 0,0 0 0,0-1 0,3-1 0,9-8 0,0 0 0,-1-1 0,12-13 0,24-20 0,67-48 0,-65 54 0,83-49 0,-79 53 0,-9 8-33,-18 11-633,45-35 0,-59 38-6160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0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24575,'1'21'0,"2"0"0,0-1 0,2 0 0,0 0 0,1 0 0,1 0 0,1-1 0,1 0 0,0-1 0,21 30 0,-29-45 0,1-1 0,0 0 0,0 1 0,0-1 0,1 0 0,-1 0 0,0 0 0,1-1 0,-1 1 0,1 0 0,0-1 0,-1 0 0,1 0 0,0 0 0,0 0 0,0 0 0,0 0 0,0-1 0,0 1 0,0-1 0,0 0 0,0 0 0,0 0 0,0 0 0,0-1 0,0 1 0,0-1 0,4-1 0,8-3 0,0-1 0,-1 0 0,1-1 0,17-12 0,-1 1 0,-11 6 0,-1-1 0,-1 0 0,0-2 0,-1 0 0,17-19 0,-18 17 0,0 1 0,1 1 0,1 1 0,0 0 0,25-13 0,3-2-1365,-35 19-5461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1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2 137 24575,'-1'27'0,"1"-3"0,0 1 0,2 0 0,6 37 0,-7-56 0,1 0 0,-1 1 0,1-1 0,1 0 0,-1 0 0,1-1 0,0 1 0,1 0 0,-1-1 0,1 0 0,0 0 0,0 0 0,1 0 0,-1-1 0,1 0 0,0 0 0,0 0 0,10 5 0,-10-7 0,-1-1 0,1 0 0,-1 1 0,1-2 0,-1 1 0,1-1 0,-1 1 0,1-1 0,-1-1 0,1 1 0,0 0 0,-1-1 0,1 0 0,-1 0 0,0-1 0,1 1 0,-1-1 0,0 0 0,0 0 0,0 0 0,4-3 0,13-9 0,-1 0 0,31-29 0,-33 27 0,0-2 0,0-2 0,-2 1 0,0-2 0,-1 0 0,-1-1 0,-1 0 0,11-26 0,1-1 0,10-2-1365,-26 38-5461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3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3 277 24575,'-1'25'0,"0"-13"0,1-1 0,0 1 0,1-1 0,0 1 0,5 20 0,-5-30 0,-1 0 0,1 1 0,0-1 0,0 0 0,1 0 0,-1 0 0,0 0 0,1 0 0,-1 0 0,1-1 0,0 1 0,-1 0 0,1-1 0,0 1 0,0-1 0,0 0 0,0 1 0,0-1 0,0 0 0,1 0 0,-1-1 0,0 1 0,0 0 0,1-1 0,-1 1 0,1-1 0,-1 0 0,0 0 0,1 0 0,-1 0 0,0 0 0,1-1 0,3 0 0,7-3 0,0 0 0,-1-1 0,0 0 0,0-1 0,0-1 0,0 0 0,-1 0 0,0-1 0,10-10 0,-4 5 0,25-28 0,-34 33 0,0-1 0,0 1 0,0 1 0,14-10 0,26-12 0,6-4 0,67-54 0,-111 79-170,-1-1-1,0 1 0,-1-1 1,0-1-1,-1 0 0,1 0 1,6-13-1,-5 5-6655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4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24575,'1'11'0,"0"0"0,1-1 0,0 1 0,6 13 0,1 10 0,-8-31 0,0-1 0,-1 1 0,1 0 0,1-1 0,-1 1 0,0-1 0,1 1 0,-1-1 0,1 0 0,0 1 0,-1-1 0,1 0 0,0 0 0,1 0 0,-1-1 0,0 1 0,0 0 0,4 1 0,0 0 0,0-1 0,0 1 0,0-1 0,0-1 0,1 1 0,-1-1 0,13 1 0,-6-1 0,0-1 0,1-1 0,-1 0 0,0-1 0,1 0 0,-1-1 0,19-7 0,41-19 0,94-24 0,-109 41 0,-38 8 0,-1 0 0,1-1 0,33-13 0,-36 11-1365,-1 1-5461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3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1 261 24575,'0'3'0,"-1"1"0,2-1 0,-1 0 0,0 1 0,1-1 0,-1 0 0,1 1 0,0-1 0,0 0 0,0 0 0,0 0 0,1 0 0,-1 0 0,1 0 0,0 0 0,2 2 0,-1-2 0,0-1 0,0 0 0,0 0 0,1 0 0,-1 0 0,1-1 0,-1 1 0,1-1 0,-1 0 0,1 0 0,0 0 0,0-1 0,7 1 0,7 1 0,0-2 0,0 0 0,0-1 0,0 0 0,0-2 0,35-9 0,-24 3 0,0-2 0,-1-2 0,34-20 0,-20 10-195,-1-2 0,-2-2 0,-1-1 0,-1-2 0,-1-2 0,41-48 0,-67 68-6631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5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1 238 24575,'4'0'0,"-1"0"0,1 0 0,0 1 0,0-1 0,-1 1 0,1 0 0,0 0 0,-1 0 0,1 1 0,-1-1 0,1 1 0,-1 0 0,0 0 0,0 0 0,1 0 0,-1 0 0,-1 1 0,1-1 0,0 1 0,-1 0 0,1 0 0,3 6 0,0 3 0,0 0 0,-1 1 0,0 0 0,-1 0 0,2 14 0,15 38 0,-21-63 0,1 0 0,0-1 0,0 1 0,0 0 0,0-1 0,0 1 0,0-1 0,1 1 0,-1-1 0,0 0 0,1 0 0,-1 1 0,1-1 0,0 0 0,-1 0 0,1 0 0,0-1 0,-1 1 0,1 0 0,0-1 0,0 1 0,3 0 0,-1-1 0,0 0 0,0-1 0,-1 1 0,1-1 0,0 0 0,-1 0 0,1 0 0,0 0 0,-1 0 0,7-4 0,1-2 0,0 0 0,0-1 0,-1 0 0,0-1 0,16-17 0,38-45 0,135-116 0,-172 166 67,48-27 0,5-2-1566,-68 40-5327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7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1 180 24575,'-1'56'0,"3"64"0,-2-118 0,0-1 0,0 1 0,0 0 0,0-1 0,0 1 0,1-1 0,-1 1 0,0-1 0,1 1 0,-1-1 0,1 1 0,0-1 0,-1 0 0,1 1 0,0-1 0,0 0 0,0 1 0,0-1 0,0 0 0,0 0 0,0 0 0,1 0 0,-1 0 0,0 0 0,3 1 0,-2-2 0,0 1 0,1-1 0,-1 0 0,0 0 0,1 0 0,-1-1 0,0 1 0,1 0 0,-1-1 0,0 1 0,0-1 0,0 0 0,1 0 0,-1 0 0,2-2 0,13-6 0,-2-2 0,1 0 0,18-19 0,-23 21 0,51-46 0,57-45 0,-53 38 5,-59 53-119,1 0 0,1 0-1,-1 1 1,1 1 0,1-1 0,-1 1 0,1 1 0,0 0-1,1 0 1,0 1 0,21-8 0,-10 9-6712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8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1 120 24575,'4'0'0,"0"0"0,0 0 0,0 1 0,0-1 0,0 1 0,0 0 0,0 0 0,-1 0 0,1 1 0,0-1 0,-1 1 0,1 0 0,-1 0 0,1 0 0,-1 1 0,0-1 0,0 1 0,0 0 0,0 0 0,0 0 0,-1 0 0,0 0 0,1 0 0,2 6 0,11 13 0,-13-19 0,1 0 0,-1 0 0,1 0 0,-1 0 0,1 0 0,0-1 0,0 0 0,0 0 0,0 0 0,1 0 0,-1-1 0,0 0 0,1 0 0,-1 0 0,1 0 0,-1-1 0,1 1 0,-1-1 0,1 0 0,0-1 0,-1 1 0,1-1 0,-1 0 0,1 0 0,-1 0 0,0-1 0,7-2 0,12-5 0,-1-2 0,0 0 0,34-24 0,-52 33 0,54-37-69,106-62-1227,-150 94-5530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1.5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4 270 24575,'-1'40'0,"-1"-27"0,2 0 0,-1 1 0,2-1 0,0 0 0,1 0 0,0 0 0,6 21 0,-7-32 0,-1-1 0,1 0 0,-1 1 0,1-1 0,-1 1 0,1-1 0,0 0 0,0 1 0,0-1 0,0 0 0,0 0 0,0 0 0,0 0 0,0 0 0,0 0 0,0 0 0,1 0 0,-1 0 0,0 0 0,1-1 0,-1 1 0,0 0 0,1-1 0,-1 0 0,1 1 0,-1-1 0,1 0 0,-1 1 0,1-1 0,-1 0 0,1 0 0,-1 0 0,1-1 0,-1 1 0,1 0 0,-1 0 0,1-1 0,-1 1 0,1-1 0,-1 1 0,1-1 0,-1 0 0,0 0 0,0 1 0,1-1 0,-1 0 0,0 0 0,0 0 0,2-2 0,9-8 0,0 0 0,-1-1 0,18-24 0,-17 21 0,33-33 0,92-76 0,-41 40 0,-77 69 27,0 0 1,42-23-1,-8 5-1474,-39 24-5379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24575,'0'9'0,"1"-1"0,0 0 0,0 0 0,1 0 0,0 0 0,1 0 0,0 0 0,6 12 0,-6-15 0,-1 0 0,1-1 0,0 0 0,0 1 0,0-1 0,1 0 0,-1 0 0,1-1 0,0 1 0,0-1 0,1 0 0,-1 0 0,1 0 0,7 3 0,0-3 0,1 1 0,-1-2 0,1 0 0,-1-1 0,1 0 0,0 0 0,-1-2 0,1 1 0,0-2 0,-1 0 0,1 0 0,-1-1 0,1-1 0,-1 0 0,-1 0 0,21-11 0,12-10 0,-1-1 0,75-62 0,-62 44 0,-25 18 0,47-50 0,-32 28 0,-34 36-1365,-2-1-5461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8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1 149 24575,'1'1'0,"0"-1"0,0 0 0,0 0 0,-1 1 0,1-1 0,0 1 0,0-1 0,0 1 0,0-1 0,-1 1 0,1 0 0,0-1 0,0 1 0,-1 0 0,1 0 0,-1-1 0,1 1 0,0 0 0,-1 0 0,0 0 0,1 0 0,-1 0 0,1-1 0,-1 1 0,0 2 0,9 31 0,-5-18 0,2 7 0,-4-14 0,0-1 0,1 1 0,0 0 0,0-1 0,6 11 0,-8-18 0,0 0 0,-1-1 0,1 1 0,0 0 0,-1 0 0,1 0 0,0 0 0,0-1 0,0 1 0,0 0 0,0-1 0,0 1 0,0-1 0,0 1 0,0-1 0,0 0 0,0 1 0,0-1 0,2 0 0,-1 0 0,-1 0 0,1 0 0,0-1 0,-1 1 0,1-1 0,0 1 0,-1-1 0,1 0 0,-1 0 0,1 0 0,-1 0 0,1 0 0,-1 0 0,0 0 0,0 0 0,3-2 0,53-68 0,-42 51 0,0 1 0,19-18 0,6-5-67,-26 26-150,0 2 1,1-1 0,1 2 0,0 0-1,35-21 1,-36 27-6610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0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24575,'0'3'0,"-1"4"0,1-1 0,0 1 0,1-1 0,-1 1 0,1-1 0,1 1 0,2 7 0,-4-13 0,1 0 0,-1 0 0,1 0 0,-1-1 0,1 1 0,-1 0 0,1 0 0,0-1 0,-1 1 0,1 0 0,0-1 0,0 1 0,-1-1 0,1 1 0,0-1 0,0 1 0,0-1 0,0 0 0,0 0 0,0 1 0,1-1 0,0 0 0,1 0 0,0 0 0,-1 0 0,1-1 0,-1 1 0,1-1 0,-1 0 0,1 1 0,-1-1 0,1 0 0,2-2 0,219-123 0,-190 110 0,-23 11 0,0 0 0,0 0 0,0-2 0,-1 1 0,0-1 0,0 0 0,-1-1 0,12-12 0,32-27 133,-14 14-1631,-27 21-5328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2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1 250 24575,'0'10'0,"0"1"0,0 0 0,1 0 0,1 0 0,5 18 0,-7-27 0,1 0 0,0 1 0,0-1 0,0 0 0,0-1 0,0 1 0,1 0 0,-1 0 0,0 0 0,1-1 0,0 1 0,-1-1 0,1 1 0,0-1 0,-1 0 0,1 1 0,0-1 0,0 0 0,0 0 0,0 0 0,1-1 0,-1 1 0,0 0 0,0-1 0,0 0 0,0 1 0,1-1 0,-1 0 0,0 0 0,0 0 0,1 0 0,-1-1 0,0 1 0,4-2 0,9-2 0,0-2 0,0 0 0,0 0 0,-1-1 0,0-1 0,23-18 0,19-9 0,-2 1 0,-38 22 0,1 2 0,0 0 0,31-12 0,142-65 0,-125 54 0,21-21-1365,-71 47-5461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5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1 216 24575,'8'2'0,"0"0"0,0 0 0,0 1 0,-1 0 0,10 5 0,-2-1 0,3 0 0,0-2 0,1 0 0,-1-1 0,1 0 0,0-2 0,23 0 0,116-8 0,-143 4 4,-1 0-1,0-1 0,0-1 0,0 0 1,-1-1-1,1-1 0,-1 0 1,0 0-1,-1-1 0,15-11 0,9-10-88,60-62 0,-20 17-1146,-62 61-5595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6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0 286 24575,'7'2'0,"0"-1"0,0 1 0,0 0 0,0 1 0,-1-1 0,1 2 0,-1-1 0,8 5 0,22 11 0,-11-9 0,0 2 0,46 28 0,-63-35 0,0 0 0,0 0 0,1-1 0,0-1 0,0 1 0,0-1 0,0-1 0,14 3 0,-17-5 0,-1 0 0,0 0 0,0 0 0,0 0 0,1-1 0,-1 0 0,0 0 0,0-1 0,0 1 0,-1-1 0,1 0 0,0 0 0,0-1 0,-1 0 0,0 1 0,8-7 0,96-75 0,-91 71 0,1-1 0,0 2 0,1 1 0,32-15 0,17-11 0,-43 23 0,1 2 0,0 0 0,53-16 0,-70 25 0,1-1 0,-1-1 0,0 0 0,13-8 0,26-14 0,-7 11-69,-25 11-147,0 0 0,-1-2 0,0 0 0,0 0 0,20-15 0,-23 11-6610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0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1 259 24575,'0'-7'0,"0"-1"0,1 11 0,-1 1 0,0-1 0,1 1 0,0 0 0,0-1 0,0 1 0,0 0 0,1-1 0,-1 0 0,1 1 0,2 3 0,-1-5 0,0 0 0,0 1 0,0-1 0,0-1 0,1 1 0,-1 0 0,0-1 0,1 0 0,-1 1 0,1-1 0,0-1 0,-1 1 0,1 0 0,0-1 0,-1 0 0,1 0 0,0 0 0,0 0 0,-1-1 0,1 1 0,0-1 0,-1 0 0,1 0 0,5-3 0,8-4 0,0 0 0,-1-1 0,27-20 0,-14 9 0,163-123 62,-102 72-1489,-71 56-5399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5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1 221 24575,'1'11'0,"2"-1"0,-1 1 0,1-1 0,1 0 0,0 0 0,1 0 0,-1 0 0,8 9 0,-1 1 0,-10-17 0,0 0 0,0 0 0,1-1 0,-1 1 0,1 0 0,0-1 0,0 1 0,0-1 0,0 0 0,0 0 0,0 0 0,0 0 0,1 0 0,-1 0 0,1 0 0,0-1 0,-1 1 0,7 1 0,-6-3 0,0 0 0,-1-1 0,1 1 0,0-1 0,0 0 0,0 0 0,0 0 0,-1 0 0,1 0 0,0 0 0,-1-1 0,1 0 0,-1 1 0,1-1 0,-1 0 0,0 0 0,0 0 0,0 0 0,2-4 0,137-145 0,-62 72 0,-67 68 0,1 0 0,0 0 0,1 1 0,0 1 0,0 0 0,20-8 0,5-4 0,-8 2-1365,-17 11-5461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8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0 195 24575,'3'7'0,"-1"0"0,1 0 0,0 0 0,0-1 0,1 1 0,0-1 0,5 7 0,-6-9 0,14 23 0,-9-14 0,0 0 0,1-1 0,0 0 0,1 0 0,19 17 0,-26-27 0,0 0 0,0 0 0,0 0 0,0 0 0,0-1 0,0 1 0,1-1 0,-1 0 0,0 0 0,1 0 0,-1-1 0,1 1 0,-1-1 0,1 0 0,-1 0 0,1 0 0,-1 0 0,0-1 0,1 1 0,-1-1 0,1 0 0,-1 0 0,0 0 0,1 0 0,-1-1 0,0 1 0,0-1 0,0 0 0,0 0 0,3-3 0,128-95 0,-117 85 0,0-1 0,-1-1 0,-1 0 0,-1-1 0,13-21 0,-20 31 0,1 0 0,-1 0 0,1 1 0,12-10 0,23-21 0,-32 26-341,0 1 0,1 0-1,18-11 1,-15 12-6485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7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24575,'0'5'0,"1"0"0,0 1 0,0-1 0,0 0 0,1 0 0,-1 0 0,1 0 0,0 0 0,1-1 0,-1 1 0,1-1 0,6 9 0,-8-12 0,0 0 0,0 1 0,0-1 0,0 0 0,1 0 0,-1 0 0,0 0 0,0 0 0,1 0 0,-1 0 0,0-1 0,1 1 0,-1 0 0,1-1 0,-1 1 0,1-1 0,-1 1 0,1-1 0,-1 0 0,1 0 0,-1 0 0,1 0 0,0 0 0,-1 0 0,1 0 0,-1 0 0,1 0 0,-1-1 0,1 1 0,-1-1 0,1 1 0,-1-1 0,1 0 0,-1 1 0,0-1 0,1 0 0,-1 0 0,0 0 0,0 0 0,0 0 0,1 0 0,-1 0 0,0-1 0,1-1 0,17-18 33,0 2-1,2 0 0,36-25 1,-32 26-532,-1-1 1,33-35 0,-47 43-6328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1 213 24575,'2'0'0,"1"0"0,-1 1 0,1 0 0,-1-1 0,1 1 0,-1 0 0,0 0 0,0 0 0,1 0 0,-1 1 0,0-1 0,0 1 0,0-1 0,0 1 0,-1 0 0,1-1 0,0 1 0,-1 0 0,1 0 0,-1 0 0,2 3 0,28 60 0,-8-16 0,-21-46 0,0-1 0,0 0 0,0 1 0,0-1 0,0 0 0,0 0 0,1 0 0,-1 0 0,1-1 0,0 1 0,0-1 0,-1 1 0,1-1 0,0 0 0,0 0 0,0 0 0,0-1 0,0 1 0,0-1 0,0 1 0,0-1 0,1 0 0,-1 0 0,0-1 0,0 1 0,0-1 0,0 1 0,3-2 0,10-3 0,-1-1 0,0 0 0,0-1 0,18-12 0,5-2 0,14-2 0,-2-3 0,-1-1 0,-1-3 0,50-41 0,-80 57 0,0 1 0,40-21 0,-36 22 0,38-27 0,-31 17-1365,-18 11-5461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1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24575,'1'8'0,"0"1"0,1-1 0,0 1 0,0-1 0,1 0 0,0 0 0,0 0 0,1 0 0,0-1 0,0 1 0,1-1 0,7 9 0,2 2 0,1-1 0,1-1 0,25 21 0,-34-32 0,-1-1 0,1 0 0,0-1 0,1 1 0,-1-1 0,0-1 0,1 1 0,-1-1 0,1-1 0,0 1 0,0-1 0,0-1 0,0 0 0,11 0 0,-7-1 0,1 0 0,-1-1 0,0-1 0,0 0 0,0 0 0,-1-1 0,1 0 0,16-10 0,4-7 0,45-37 0,6-6 0,-63 51-273,0-1 0,-1 0 0,0-2 0,26-28 0,-36 31-6553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6.6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1 418 24575,'0'5'0,"0"-1"0,0 0 0,1 1 0,0-1 0,0 0 0,0 1 0,0-1 0,1 0 0,-1 0 0,1 0 0,0 0 0,0-1 0,1 1 0,-1 0 0,1-1 0,-1 1 0,1-1 0,6 5 0,-6-6 0,-1-1 0,0 0 0,0 0 0,1 0 0,-1 0 0,0 0 0,1 0 0,-1-1 0,1 1 0,-1-1 0,1 1 0,-1-1 0,1 0 0,-1 0 0,1 0 0,0-1 0,-1 1 0,0-1 0,1 1 0,-1-1 0,1 0 0,-1 0 0,0 0 0,1 0 0,-1 0 0,0 0 0,0-1 0,0 1 0,0-1 0,0 0 0,0 1 0,0-1 0,1-3 0,120-134 0,-79 101 0,75-49 0,-72 55 0,71-64 0,-78 64 60,-30 24-416,0 1 0,-1-1-1,16-18 1,-15 14-6470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5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1 416 24575,'4'1'0,"1"0"0,0 0 0,-1 0 0,0 1 0,1 0 0,-1-1 0,0 1 0,0 1 0,0-1 0,0 1 0,0-1 0,0 1 0,-1 0 0,1 1 0,4 6 0,2 1 0,-1 0 0,0 1 0,13 24 0,-20-31 0,1 1 0,1 0 0,-1-1 0,1 0 0,0 0 0,0 0 0,8 7 0,-11-11 0,1 0 0,-1 0 0,0 0 0,1-1 0,-1 1 0,1-1 0,-1 1 0,1-1 0,-1 1 0,1-1 0,0 0 0,-1 0 0,1 0 0,-1 0 0,1 0 0,-1 0 0,1 0 0,0 0 0,-1-1 0,1 1 0,-1-1 0,1 1 0,-1-1 0,1 0 0,-1 1 0,0-1 0,1 0 0,-1 0 0,0 0 0,1 0 0,-1 0 0,0 0 0,0 0 0,0 0 0,1-2 0,10-12 0,0 0 0,-1-1 0,0 0 0,10-23 0,8-11 0,0 3 0,-9 13 0,1 1 0,28-31 0,-1 2 0,-32 39 0,37-39 0,19-18-1365,-61 69-5461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8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1 398 24575,'1'6'0,"1"-1"0,0 1 0,0-1 0,0 1 0,1-1 0,0 0 0,0 0 0,4 4 0,1 4 0,3 3 0,0-1 0,1-1 0,0 0 0,1 0 0,1-1 0,28 21 0,-40-33 0,0 0 0,1 0 0,-1 0 0,1 0 0,-1 0 0,1 0 0,-1 0 0,1-1 0,0 0 0,-1 1 0,1-1 0,0 0 0,-1 0 0,1-1 0,0 1 0,-1 0 0,1-1 0,-1 0 0,1 1 0,-1-1 0,1 0 0,-1 0 0,1-1 0,-1 1 0,0 0 0,0-1 0,3-2 0,8-6 0,0-1 0,-1-1 0,16-18 0,0 0 0,23-19 0,-29 26 0,1 1 0,40-29 0,-43 36 0,35-35 0,2-2 0,65-60 131,-17 13-1627,-92 90-5330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1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1 423 24575,'0'2'0,"0"1"0,0 0 0,0 0 0,1-1 0,-1 1 0,1 0 0,0-1 0,0 1 0,0-1 0,0 1 0,0-1 0,1 1 0,-1-1 0,1 0 0,0 1 0,-1-1 0,1 0 0,4 3 0,-2-2 0,1 0 0,0 0 0,0 0 0,0-1 0,0 1 0,0-1 0,0 0 0,1-1 0,4 2 0,3-1 0,0-1 0,-1 0 0,1 0 0,-1-1 0,1-1 0,0 0 0,19-4 0,5-8 0,-1-1 0,0-2 0,-1-2 0,53-35 0,-1 1 0,-74 43 0,-1 0 0,0-1 0,-1 0 0,0-1 0,-1-1 0,15-20 0,18-18 0,8-5-38,-20 20-625,60-50-1,-76 73-6162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3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1 306 24575,'8'2'0,"0"-1"0,0 1 0,0 0 0,0 1 0,-1 0 0,1 0 0,-1 1 0,1 0 0,-1 0 0,0 1 0,-1 0 0,1 0 0,-1 1 0,0-1 0,5 7 0,-3-4 0,0 0 0,1-1 0,0 0 0,0-1 0,0 1 0,15 5 0,-20-11 0,0 0 0,0 0 0,0 0 0,0 0 0,0-1 0,0 0 0,0 0 0,0 0 0,0 0 0,0 0 0,0-1 0,0 0 0,0 0 0,0 0 0,0 0 0,-1-1 0,1 1 0,0-1 0,-1 0 0,1 0 0,-1-1 0,4-2 0,157-123 0,-123 96 0,69-73 0,-52 47 0,-19 30 56,-34 25-198,1 0 0,-1 0 0,0-1 0,0 1 0,-1-1-1,1 0 1,-1-1 0,0 1 0,5-7 0,-2-3-6684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9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1 474 24575,'-1'-15'0,"3"-7"0,-1 22 0,0 0 0,-1 0 0,1 0 0,0 0 0,0 0 0,-1 1 0,1-1 0,0 0 0,0 0 0,-1 1 0,1-1 0,0 0 0,-1 1 0,1-1 0,0 1 0,-1-1 0,1 1 0,-1-1 0,1 1 0,0-1 0,-1 1 0,0-1 0,1 1 0,-1 0 0,1-1 0,-1 1 0,0 0 0,1-1 0,-1 2 0,21 25 0,-16-19 0,1-1 0,-1 1 0,1-1 0,1-1 0,-1 1 0,15 9 0,-19-14 0,0-1 0,1 0 0,-1 0 0,1 0 0,0-1 0,-1 1 0,1-1 0,-1 1 0,1-1 0,0 0 0,-1 0 0,1 0 0,0 0 0,-1-1 0,1 1 0,0-1 0,-1 1 0,1-1 0,-1 0 0,1 0 0,-1 0 0,1-1 0,-1 1 0,0 0 0,0-1 0,1 1 0,-1-1 0,3-4 0,3-2 0,0 0 0,-1-1 0,0 0 0,-1 0 0,8-13 0,25-33 0,135-105 0,-95 92 0,114-97-1365,-181 155-5461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2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24575,'3'0'0,"-1"0"0,1 1 0,0-1 0,0 1 0,0 0 0,-1-1 0,1 1 0,0 1 0,-1-1 0,1 0 0,-1 1 0,1-1 0,-1 1 0,0 0 0,2 2 0,33 38 0,-33-36 0,1 0 0,0 0 0,0 0 0,0 0 0,1-1 0,-1 0 0,1 0 0,11 6 0,-12-9 0,0 0 0,-1-1 0,1 1 0,0-1 0,1 0 0,-1-1 0,0 1 0,0-1 0,0 0 0,0 0 0,0-1 0,0 1 0,1-1 0,-1-1 0,0 1 0,-1 0 0,1-1 0,0 0 0,4-3 0,9-5 0,-1-1 0,-1 0 0,25-23 0,-2 3 0,26-28 0,-47 41 0,38-29 0,10-4 83,18-13-1531,-64 52-5378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4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1 242 24575,'0'7'0,"1"0"0,0 0 0,0 0 0,1 0 0,0 0 0,0 0 0,1 0 0,0 0 0,0-1 0,0 1 0,1-1 0,8 11 0,-10-15 0,-1 0 0,1 0 0,0 0 0,0 0 0,0 0 0,0-1 0,0 1 0,1 0 0,-1-1 0,0 0 0,1 1 0,-1-1 0,1 0 0,-1-1 0,1 1 0,-1 0 0,1-1 0,0 1 0,0-1 0,-1 0 0,1 0 0,0 0 0,-1 0 0,1 0 0,0-1 0,-1 1 0,1-1 0,0 1 0,-1-1 0,1 0 0,-1 0 0,1-1 0,-1 1 0,0 0 0,1-1 0,-1 1 0,3-3 0,73-62 0,-48 39 0,0 2 0,2 1 0,49-28 0,-33 27 0,-1-3 0,46-36 0,-61 36-1365,-18 17-5461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36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1 193 24575,'0'6'0,"0"1"0,0-1 0,0 0 0,1 0 0,0 0 0,0 0 0,1-1 0,0 1 0,0 0 0,0-1 0,1 1 0,-1-1 0,1 1 0,0-1 0,1 0 0,0 0 0,-1-1 0,1 1 0,1-1 0,-1 0 0,1 0 0,0 0 0,-1-1 0,2 1 0,-1-1 0,0-1 0,1 1 0,-1-1 0,1 1 0,0-2 0,-1 1 0,1-1 0,0 0 0,0 0 0,0 0 0,0-1 0,0 0 0,0 0 0,1-1 0,-1 1 0,-1-1 0,1-1 0,0 1 0,0-1 0,0 0 0,-1 0 0,1-1 0,-1 1 0,9-7 0,2-3 0,1-1 0,-2-1 0,24-26 0,-16 16 0,7-5 0,66-46 0,12-11 0,-93 73-1365,-1 2-5461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37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1 298 24575,'-1'13'0,"2"1"0,0-1 0,0 1 0,1-1 0,1 0 0,7 21 0,-9-30 0,1 0 0,0 0 0,0 0 0,0 0 0,1-1 0,-1 1 0,1-1 0,0 0 0,0 1 0,0-1 0,0 0 0,0-1 0,1 1 0,-1-1 0,1 1 0,0-1 0,0 0 0,0 0 0,0-1 0,0 1 0,0-1 0,0 0 0,1 0 0,4 0 0,-1 0 0,1 0 0,-1-1 0,1 0 0,-1-1 0,0 0 0,1 0 0,-1-1 0,0 0 0,1 0 0,-1-1 0,-1 0 0,11-5 0,-4-1 0,-1 0 0,0 0 0,0-1 0,-1-1 0,17-17 0,-14 14 0,1 1 0,31-21 0,-15 12 0,288-192 0,-293 195-455,2 2 0,51-23 0,-64 32-6371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0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95 24575,'0'27'0,"-1"-16"0,0 0 0,1 0 0,1-1 0,0 1 0,1 0 0,2 11 0,-3-19 0,0-1 0,0 1 0,1-1 0,-1 0 0,0 1 0,1-1 0,0 0 0,-1 0 0,1 0 0,0 0 0,0 0 0,0 0 0,0-1 0,1 1 0,-1-1 0,0 1 0,1-1 0,-1 0 0,0 0 0,1 0 0,0 0 0,-1 0 0,1-1 0,0 1 0,-1-1 0,1 0 0,0 1 0,-1-1 0,5-1 0,15-2 0,-1-1 0,1 0 0,-1-2 0,0 0 0,-1-2 0,37-18 0,-24 11 0,93-55 0,-26 34 0,-72 28 0,-2-1 0,1-2 0,27-15 0,-34 15-1365,-3 3-5461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1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 24575,'0'14'0,"-1"-4"0,1 0 0,1 0 0,-1 0 0,2 1 0,4 17 0,-6-26 0,1 0 0,0 0 0,0 0 0,0 0 0,0 0 0,0-1 0,1 1 0,-1 0 0,0-1 0,1 1 0,-1-1 0,1 1 0,0-1 0,-1 1 0,1-1 0,0 0 0,0 0 0,0 0 0,0 0 0,0 0 0,0-1 0,0 1 0,0-1 0,0 1 0,0-1 0,1 0 0,-1 1 0,0-1 0,0 0 0,0-1 0,0 1 0,1 0 0,2-1 0,11-3 0,-1-1 0,0 0 0,0-1 0,0 0 0,0-2 0,-1 1 0,18-14 0,-15 10 0,1 0 0,0 2 0,38-15 0,63-10 0,-106 30-195,-1-1 0,0 0 0,0 0 0,0-1 0,-1-1 0,14-10 0,-10 7-6631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2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 24575,'0'11'0,"0"19"0,5 46 0,-4-69 0,0 0 0,1 0 0,0 0 0,0 0 0,0 0 0,1 0 0,0 0 0,0-1 0,1 1 0,0-1 0,0 0 0,5 6 0,-5-9 0,1 0 0,-1 0 0,1 0 0,0 0 0,0-1 0,0 0 0,0 0 0,0 0 0,0-1 0,0 1 0,1-1 0,-1 0 0,1-1 0,-1 1 0,1-1 0,-1 0 0,0-1 0,8-1 0,-5 1 0,1 0 0,-1-1 0,0 0 0,0 0 0,0-1 0,-1 0 0,1 0 0,-1-1 0,1 0 0,-1-1 0,8-6 0,106-99 0,-10 14-1365,-97 81-5461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3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67 24575,'-1'10'0,"1"-1"0,1 1 0,0-1 0,0 1 0,0-1 0,6 17 0,-5-23 0,-1 0 0,1 0 0,-1-1 0,1 1 0,0 0 0,0-1 0,0 1 0,1-1 0,-1 0 0,0 0 0,1 0 0,-1 0 0,1 0 0,0-1 0,0 1 0,0-1 0,0 1 0,0-1 0,0 0 0,0 0 0,0-1 0,0 1 0,6 0 0,22 1 0,1-2 0,0 0 0,-1-3 0,1 0 0,35-10 0,-11 4 0,71-18 0,-119 26 7,0-1 0,-1-1 0,1 1 0,0-1 0,-1 0 0,0-1 0,0 0 0,0 0 0,0-1 0,6-5 0,6-7-296,30-34 0,-29 30-575,-9 9-5962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4.6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24575,'-1'82'0,"3"91"0,-2-171 0,0 0 0,1 1 0,-1-1 0,0 0 0,1 1 0,0-1 0,-1 0 0,1 1 0,0-1 0,0 0 0,0 0 0,1 0 0,-1 0 0,0 0 0,1 0 0,-1 0 0,1 0 0,0-1 0,0 1 0,-1-1 0,5 3 0,-3-3 0,0 1 0,1-1 0,-1 0 0,1 0 0,0-1 0,-1 1 0,1-1 0,-1 0 0,1 0 0,0 0 0,-1 0 0,7-2 0,8-2 0,0-1 0,-1-1 0,0-1 0,22-11 0,47-29 0,-54 28 0,1 1 0,62-23 0,-79 35 0,-1-1 0,0 0 0,0-1 0,0-1 0,16-13 0,30-19 0,-43 33-1365,-2 2-5461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5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1 159 24575,'2'24'0,"1"0"0,2 1 0,0-1 0,1-1 0,2 1 0,0-1 0,12 22 0,16 48 0,-34-88 0,0 1 0,0-1 0,1 0 0,-1 0 0,1 0 0,0 0 0,0 0 0,1-1 0,4 5 0,-7-8 0,0 1 0,1-1 0,0 0 0,-1 0 0,1 0 0,-1 0 0,1 0 0,0 0 0,0 0 0,0-1 0,-1 1 0,1-1 0,0 1 0,0-1 0,0 0 0,0 1 0,0-1 0,0 0 0,0 0 0,0-1 0,0 1 0,0 0 0,0-1 0,-1 1 0,1-1 0,0 1 0,0-1 0,0 0 0,2-2 0,287-166 0,-71 8 0,-135 94 0,46-35 0,-118 89-1365,-3 1-5461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9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17 320 24575,'0'0'0,"-1"0"0,0 0 0,1 0 0,-1 1 0,0-1 0,1 0 0,-1 0 0,0 0 0,1 1 0,-1-1 0,0 0 0,1 1 0,-1-1 0,0 0 0,1 1 0,-1-1 0,1 1 0,-1-1 0,1 1 0,-1-1 0,1 1 0,0-1 0,-1 1 0,1 0 0,-1-1 0,1 1 0,0-1 0,0 1 0,-1 0 0,1-1 0,0 1 0,0 0 0,0 0 0,0-1 0,0 1 0,0 0 0,0-1 0,0 1 0,0 0 0,0-1 0,0 1 0,0 0 0,0 0 0,1-1 0,-1 1 0,0 0 0,1-1 0,0 2 0,0 1 0,0 0 0,0 0 0,0 0 0,1-1 0,-1 1 0,1 0 0,0-1 0,0 1 0,0-1 0,3 3 0,-2-3 0,1 0 0,0 0 0,1 0 0,-1 0 0,0-1 0,0 0 0,1 0 0,-1 0 0,1 0 0,-1-1 0,1 1 0,-1-1 0,1 0 0,-1-1 0,1 1 0,-1-1 0,5-1 0,12-4 0,-1-1 0,31-13 0,23-8 0,-50 21 0,-1-1 0,44-21 0,27-9 0,-63 27 0,51-25 0,-54 22 0,1 2 0,33-11 0,-38 16 0,-2-2 0,0-1 0,26-15 0,-22 11 0,42-17 0,-54 25-273,-1 0 0,-1 0 0,1-1 0,16-13 0,-16 11-6553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0.6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2 437 24575,'0'19'0,"-1"-4"0,1 1 0,0-1 0,2 0 0,-1 0 0,8 24 0,-9-36 0,1-1 0,0 1 0,0-1 0,0 1 0,1-1 0,-1 0 0,1 1 0,-1-1 0,1 0 0,0 0 0,0 0 0,0-1 0,0 1 0,0 0 0,0-1 0,0 1 0,0-1 0,1 0 0,-1 1 0,1-1 0,-1 0 0,1-1 0,-1 1 0,1 0 0,-1-1 0,1 1 0,0-1 0,-1 0 0,1 0 0,0 0 0,-1 0 0,1-1 0,0 1 0,-1-1 0,1 1 0,-1-1 0,1 0 0,4-2 0,17-8 0,-1 0 0,0-2 0,0 0 0,-1-2 0,-1 0 0,31-30 0,-6 7 0,195-154 0,-88 83 0,-150 107-24,224-139-1317,-220 137-5485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1.8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63 24575,'-2'47'0,"0"-32"0,1-1 0,1 0 0,0 1 0,1-1 0,1 0 0,5 25 0,-6-37 0,-1-1 0,1 1 0,0 0 0,0-1 0,0 1 0,-1 0 0,2-1 0,-1 1 0,0-1 0,0 0 0,0 1 0,1-1 0,-1 0 0,0 0 0,1 1 0,-1-1 0,1 0 0,0-1 0,-1 1 0,1 0 0,0 0 0,-1-1 0,1 1 0,0-1 0,0 1 0,0-1 0,-1 0 0,1 0 0,0 0 0,0 0 0,0 0 0,0 0 0,0 0 0,-1-1 0,1 1 0,0-1 0,0 1 0,-1-1 0,4-1 0,8-4 0,-1-1 0,-1 1 0,1-2 0,14-12 0,-9 8 0,42-26 0,126-59 0,-153 82 0,-26 12-102,0-1-1,0 0 0,-1 0 1,1-1-1,-1 1 0,5-7 1,-6 7-545,8-8-6179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2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1 189 24575,'0'16'0,"-1"1"0,1 1 0,1 0 0,1 0 0,6 26 0,-8-42 0,0 1 0,1-1 0,-1 0 0,1 0 0,0 0 0,0 1 0,0-1 0,0 0 0,0 0 0,0 0 0,1 0 0,-1-1 0,0 1 0,1 0 0,0-1 0,-1 1 0,1 0 0,0-1 0,0 0 0,0 0 0,0 1 0,0-1 0,0 0 0,0 0 0,0-1 0,0 1 0,1 0 0,-1-1 0,0 0 0,0 1 0,1-1 0,-1 0 0,0 0 0,1 0 0,-1 0 0,0-1 0,1 1 0,-1 0 0,0-1 0,0 0 0,0 0 0,1 1 0,2-3 0,11-5 0,-1-1 0,0-1 0,0 0 0,-1 0 0,0-2 0,12-13 0,-7 7 0,39-27 0,6-1 0,-37 26 0,38-22 0,84-53-1365,-136 85-5461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3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61 24575,'5'7'0,"1"1"0,-1 0 0,-1 0 0,1 0 0,-2 1 0,1 0 0,-1-1 0,3 13 0,6 16 0,-9-31 0,-1 1 0,1 0 0,0-1 0,0 0 0,1 0 0,0 0 0,0 0 0,7 7 0,-8-11 0,-1-1 0,1 1 0,-1-1 0,1 0 0,-1 0 0,1 0 0,0 0 0,0 0 0,0-1 0,0 1 0,-1-1 0,1 0 0,0 0 0,0 0 0,0 0 0,0 0 0,0-1 0,0 1 0,0-1 0,-1 0 0,1 0 0,0 0 0,3-1 0,29-13 0,64-36 0,-66 33 0,1 0 0,38-13 0,16-5 0,-56 21 0,50-15 0,-68 26-341,0 0 0,0-1-1,22-11 1,-24 8-6485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4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84 24575,'0'13'0,"0"-4"0,-1 0 0,2 0 0,-1 0 0,1 0 0,1-1 0,4 17 0,-5-22 0,1 0 0,-1-1 0,1 1 0,0-1 0,-1 0 0,1 1 0,1-1 0,-1 0 0,0 0 0,0 0 0,1-1 0,-1 1 0,1 0 0,-1-1 0,1 0 0,0 0 0,0 1 0,-1-2 0,1 1 0,0 0 0,0-1 0,0 1 0,0-1 0,5 0 0,0 1 0,0-1 0,0-1 0,-1 0 0,1 0 0,0 0 0,-1-1 0,1 0 0,-1-1 0,8-3 0,67-37 0,-16 7 0,-16 12-682,88-59-1,-122 72-6143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0.8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0 246 24575,'0'2'0,"1"0"0,-1 0 0,0 0 0,0 0 0,1-1 0,-1 1 0,1 0 0,-1 0 0,1-1 0,0 1 0,0 0 0,0-1 0,0 1 0,0-1 0,0 1 0,0-1 0,0 1 0,1-1 0,-1 0 0,1 0 0,-1 1 0,3 0 0,0 0 0,1 1 0,0-1 0,0 0 0,0 0 0,1-1 0,-1 0 0,10 2 0,6-2 0,1 0 0,41-5 0,-47 1 0,1-1 0,-1-1 0,0 0 0,0-1 0,0-1 0,16-10 0,47-18 0,121-53 0,-82 40 0,-69 28 0,62-19 0,-70 24-1365,-24 9-5461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1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1 276 24575,'0'2'0,"1"-1"0,-1 0 0,1 0 0,-1 0 0,1 0 0,-1 0 0,1 0 0,0 0 0,0 0 0,0 0 0,-1 0 0,1 0 0,0-1 0,0 1 0,0 0 0,0 0 0,0-1 0,0 1 0,0-1 0,1 1 0,-1-1 0,0 0 0,0 1 0,0-1 0,0 0 0,1 0 0,1 1 0,39 4 0,-37-5 0,16 1 0,10 2 0,1-1 0,-1-2 0,0-1 0,51-8 0,-73 5 0,0 1 0,0-2 0,-1 1 0,1-1 0,-1 0 0,0-1 0,-1 0 0,8-7 0,25-18 0,118-81 0,-128 91-112,-11 7-139,0 0 1,1 2-1,1 0 0,35-14 1,-40 21-6576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6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1 218 24575,'2'5'0,"0"0"0,0 0 0,1 0 0,-1-1 0,1 1 0,0-1 0,1 0 0,-1 0 0,1 0 0,0 0 0,0-1 0,4 4 0,3 3 0,-6-4 0,0-1 0,0 0 0,1-1 0,-1 1 0,1-1 0,0 0 0,0-1 0,1 1 0,-1-1 0,14 4 0,-15-6 0,-1 0 0,1-1 0,0 0 0,-1 0 0,1 0 0,0-1 0,-1 0 0,1 0 0,0 0 0,-1 0 0,1-1 0,-1 1 0,0-1 0,1 0 0,-1 0 0,0-1 0,7-5 0,30-22 0,55-51 0,12 0 0,-93 69 27,1 0-1,0 1 1,1 1 0,26-11-1,40-26-1524,-70 38-5328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7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1 318 24575,'0'5'0,"1"0"0,0-1 0,1 0 0,-1 1 0,1-1 0,-1 0 0,1 1 0,0-1 0,1 0 0,-1-1 0,1 1 0,0 0 0,0-1 0,0 1 0,0-1 0,0 0 0,1 0 0,0 0 0,-1-1 0,1 1 0,0-1 0,0 0 0,1 0 0,-1 0 0,0-1 0,9 3 0,-4-1 0,-1-1 0,1 0 0,-1 0 0,1-1 0,0 0 0,0 0 0,0-1 0,0 0 0,-1-1 0,1 0 0,0 0 0,0-1 0,11-3 0,-15 1 0,1 1 0,-1-1 0,0 0 0,-1 0 0,1-1 0,-1 1 0,1-1 0,-2 0 0,1 0 0,5-9 0,30-60 0,-37 69 0,8-11 0,0 0 0,1 0 0,0 1 0,1 1 0,1 0 0,0 0 0,16-11 0,-13 12 0,-1-1 0,-1-1 0,0 0 0,-1-1 0,17-27 0,-20 27-1365,-1 3-5461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8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1 327 24575,'4'2'0,"0"0"0,0 0 0,-1 0 0,1 0 0,0 1 0,-1-1 0,0 1 0,1 0 0,-1 0 0,0 0 0,3 4 0,14 12 0,-16-16 0,0 0 0,1 0 0,-1-1 0,1 1 0,-1-1 0,1-1 0,0 1 0,0-1 0,0 1 0,0-1 0,0-1 0,0 1 0,0-1 0,0 0 0,0 0 0,0 0 0,0-1 0,0 0 0,0 0 0,0 0 0,0 0 0,0-1 0,0 0 0,-1 0 0,1 0 0,-1-1 0,1 1 0,-1-1 0,0 0 0,0 0 0,0-1 0,-1 1 0,1-1 0,4-6 0,23-24 0,53-43 0,8-8 0,-77 71 0,1 1 0,30-21 0,-12 11 0,-8 3-68,-13 9-256,1 1 0,0 0-1,18-8 1,-17 12-6502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9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1 550 24575,'0'5'0,"0"-1"0,0 0 0,1 1 0,-1-1 0,1 0 0,0 0 0,1 1 0,-1-1 0,1 0 0,0 0 0,3 6 0,-4-9 0,1 1 0,-1-1 0,0 1 0,1-1 0,-1 0 0,1 1 0,-1-1 0,1 0 0,-1 0 0,1 0 0,0 0 0,0-1 0,-1 1 0,1 0 0,0-1 0,0 1 0,0-1 0,0 1 0,0-1 0,0 0 0,0 0 0,0 0 0,0 0 0,-1 0 0,1-1 0,0 1 0,0-1 0,3 0 0,0-2 0,-1 0 0,1-1 0,0 0 0,-1 0 0,0 0 0,0 0 0,0-1 0,0 1 0,-1-1 0,0 0 0,0 0 0,0 0 0,2-7 0,18-25 0,-17 29 0,0-1 0,-1 0 0,1-1 0,3-9 0,-5 9 0,0 1 0,1 0 0,0 0 0,12-14 0,78-97 0,136-143 0,-218 252-1365,-1 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3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2 311 24575,'-2'32'0,"2"51"0,0-80 0,0 0 0,0-1 0,1 1 0,-1 0 0,1 0 0,0-1 0,-1 1 0,1 0 0,0-1 0,1 1 0,-1-1 0,0 1 0,1-1 0,0 0 0,-1 1 0,1-1 0,0 0 0,0 0 0,0 0 0,0 0 0,0-1 0,4 3 0,-4-3 0,1-1 0,-1 1 0,0-1 0,1 1 0,-1-1 0,0 0 0,1 0 0,-1 0 0,0-1 0,1 1 0,-1 0 0,0-1 0,1 1 0,-1-1 0,0 0 0,0 0 0,0 0 0,1 0 0,-1 0 0,0-1 0,-1 1 0,1 0 0,0-1 0,2-2 0,7-6 0,-1-1 0,-1 0 0,9-14 0,10-10 0,28-11 0,-41 35 0,0-1 0,21-21 0,20-14 0,-11 12 0,28-23 0,-49 41 0,36-34 0,-9 0-1365,-35 37-5461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4.5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2 389 24575,'0'2'0,"-1"0"0,1-1 0,0 1 0,0 0 0,0 0 0,0 0 0,0 0 0,0 0 0,1 0 0,-1-1 0,1 1 0,-1 0 0,1 0 0,-1-1 0,1 1 0,0 0 0,0-1 0,0 1 0,0 0 0,0-1 0,1 0 0,-1 1 0,0-1 0,0 0 0,1 1 0,-1-1 0,1 0 0,0 0 0,-1 0 0,1 0 0,0 0 0,-1-1 0,1 1 0,3 0 0,-1-1 0,0 0 0,-1-1 0,1 1 0,0-1 0,-1 0 0,1 0 0,-1 0 0,1-1 0,-1 1 0,1-1 0,-1 0 0,0 0 0,0 0 0,0 0 0,0-1 0,4-4 0,33-32 0,1-3 0,64-49 0,-53 54-341,-2-3 0,-2-2-1,62-67 1,-101 97-6485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5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24575,'2'5'0,"0"1"0,0-1 0,1 0 0,0 1 0,0-1 0,0-1 0,1 1 0,-1 0 0,6 4 0,6 11 0,-4-3 0,-3-4 0,0 0 0,1 0 0,0-1 0,1 0 0,18 16 0,-24-25 0,-1 0 0,1-1 0,0 0 0,0 1 0,0-2 0,0 1 0,1 0 0,-1-1 0,0 0 0,1 0 0,-1 0 0,0 0 0,1-1 0,-1 0 0,1 0 0,-1 0 0,1 0 0,-1-1 0,1 0 0,-1 0 0,1 0 0,-1 0 0,0-1 0,5-1 0,74-38 0,-56 27 0,0 0 0,31-9 0,-39 16 0,0-2 0,24-13 0,22-10 0,-53 27-115,1 1-63,0-1-1,-1 0 0,0-1 1,0-1-1,-1 0 1,12-9-1,-12 5-6647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7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3 219 24575,'-2'48'0,"2"46"0,0-87 0,1 1 0,0-1 0,0 1 0,1-1 0,0 1 0,0-1 0,1 0 0,0 0 0,5 8 0,-7-12 0,1-1 0,-1-1 0,1 1 0,-1 0 0,1 0 0,0 0 0,0-1 0,-1 1 0,1-1 0,0 0 0,0 1 0,1-1 0,-1 0 0,0 0 0,0 0 0,1-1 0,-1 1 0,0 0 0,1-1 0,-1 0 0,0 1 0,1-1 0,-1 0 0,1 0 0,-1 0 0,0-1 0,1 1 0,-1-1 0,1 1 0,-1-1 0,0 0 0,0 0 0,1 0 0,1-1 0,11-6 0,-1 0 0,0-1 0,-1-1 0,15-14 0,7-3 0,11-8 0,-2-2 0,55-60 0,-90 89 0,119-94 0,-64 16-1365,-53 75-5461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9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1 134 24575,'0'10'0,"0"-1"0,0 1 0,1-1 0,1 0 0,-1 1 0,6 16 0,-5-23 0,-1 0 0,1 0 0,0 0 0,-1-1 0,1 1 0,0-1 0,1 1 0,-1-1 0,0 0 0,1 0 0,-1 1 0,1-2 0,0 1 0,-1 0 0,1-1 0,0 1 0,0-1 0,0 0 0,0 0 0,0 0 0,1 0 0,-1-1 0,5 1 0,2 0 0,0 0 0,0-1 0,-1-1 0,1 0 0,0 0 0,0 0 0,-1-2 0,1 1 0,-1-1 0,1 0 0,-1-1 0,9-5 0,12-8 0,-2-1 0,33-26 0,-17 10 0,137-76-1365,-164 98-5461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0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24575,'2'1'0,"0"0"0,-1 0 0,1-1 0,-1 1 0,1 0 0,-1 0 0,1 0 0,-1 0 0,0 1 0,1-1 0,-1 0 0,0 1 0,0-1 0,0 0 0,0 1 0,0 0 0,1 2 0,14 30 0,-12-23 0,-2 0 0,2-1 0,0 0 0,0 0 0,1 0 0,0 0 0,9 12 0,-12-19 0,0-1 0,1 0 0,-1 0 0,1 0 0,-1 0 0,1 0 0,0-1 0,-1 1 0,1-1 0,0 0 0,0 1 0,0-2 0,0 1 0,1 0 0,-1 0 0,0-1 0,0 0 0,0 0 0,1 1 0,-1-2 0,0 1 0,0 0 0,0-1 0,0 0 0,0 1 0,5-3 0,4-2 0,0 0 0,0 0 0,-1-1 0,0-1 0,0 0 0,-1 0 0,11-11 0,45-28 0,-7 10 0,-45 26 0,1 0 0,0 1 0,1 1 0,21-8 0,-30 14-227,0-1-1,0 0 1,0 0-1,-1 0 1,11-7-1,-6 0-6598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3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62 24575,'0'0'0,"-1"0"0,1 0 0,0 0 0,-1 0 0,1 0 0,-1 0 0,1 1 0,0-1 0,-1 0 0,1 0 0,-1 0 0,1 0 0,0 0 0,-1 1 0,1-1 0,0 0 0,-1 0 0,1 1 0,0-1 0,-1 0 0,1 1 0,0-1 0,-1 0 0,1 1 0,0-1 0,0 0 0,0 1 0,-1-1 0,1 1 0,0-1 0,0 0 0,0 1 0,0-1 0,0 1 0,2 19 0,14 16 0,0-13 0,0-1 0,21 21 0,-33-40 0,0 1 0,0-1 0,0 0 0,0-1 0,1 1 0,-1-1 0,1 0 0,-1 0 0,1 0 0,0-1 0,0 0 0,0 0 0,0 0 0,0 0 0,0-1 0,0 0 0,0 0 0,0 0 0,0 0 0,0-1 0,0 0 0,6-2 0,13-3 0,0-2 0,-1-1 0,28-14 0,-27 12 0,50-24 0,-19 9 0,96-32 0,-131 50-43,0 0-1,32-19 1,-27 13-1192,-11 7-5591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5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0 174 24575,'1'7'0,"-1"-1"0,1 0 0,0 0 0,1 1 0,-1-1 0,1 0 0,0 0 0,1 0 0,-1-1 0,1 1 0,1 0 0,-1-1 0,1 0 0,0 0 0,0 0 0,0 0 0,0-1 0,1 1 0,0-1 0,0 0 0,0-1 0,1 1 0,-1-1 0,1 0 0,11 4 0,-5-2 0,0-1 0,0-1 0,0 0 0,0 0 0,1-1 0,-1-1 0,0 0 0,1-1 0,0 0 0,-1-1 0,0 0 0,17-4 0,3-4 0,-1-2 0,-1 0 0,0-2 0,0-2 0,46-30 0,-44 25 0,-21 14 0,0 0 0,-1-1 0,0-1 0,0 1 0,-1-2 0,15-15 0,-12 11 32,1 0 0,0 1 0,23-16 0,-21 17-530,-1-1 1,24-24-1,-32 28-6328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8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0 172 24575,'2'12'0,"0"0"0,0-1 0,2 1 0,-1 0 0,1-1 0,1 0 0,0 0 0,0 0 0,1-1 0,1 1 0,0-1 0,0-1 0,1 1 0,0-2 0,13 13 0,-19-20 0,1 1 0,-1-1 0,0 0 0,0 0 0,1 1 0,-1-1 0,1-1 0,-1 1 0,1 0 0,-1-1 0,1 1 0,-1-1 0,1 0 0,0 0 0,-1 0 0,1 0 0,-1 0 0,1-1 0,0 1 0,-1-1 0,1 0 0,-1 1 0,1-1 0,-1 0 0,4-3 0,8-3 0,-1-1 0,0-1 0,16-15 0,4-1 0,6 0 0,0 1 0,71-30 0,77-37 0,-177 86 0,11-7-341,-1-1 0,-1-1-1,23-22 1,-31 26-6485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1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99 24575,'0'30'0,"-1"-17"0,0 1 0,1-1 0,1 1 0,0-1 0,1 1 0,0-1 0,1 0 0,1 0 0,0 0 0,11 24 0,-6-20 0,-6-11 0,0 0 0,0-1 0,1 1 0,0-1 0,-1 1 0,2-1 0,8 8 0,-11-11 0,0-1 0,0 0 0,0-1 0,0 1 0,0 0 0,1-1 0,-1 1 0,0-1 0,0 1 0,1-1 0,-1 0 0,0 0 0,0 0 0,1 0 0,-1-1 0,0 1 0,0-1 0,1 1 0,-1-1 0,0 0 0,0 1 0,0-1 0,0-1 0,0 1 0,0 0 0,0 0 0,-1-1 0,3-1 0,39-28 0,41-42 0,8-5 0,19 5 0,-72 50 0,43-33 0,-52 36-1365,-14 14-5461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1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24575,'1'17'0,"1"-1"0,1 0 0,7 27 0,-2-8 0,-7-32 0,0 0 0,0 0 0,1 1 0,-1-1 0,1 0 0,-1 0 0,1-1 0,0 1 0,0 0 0,1-1 0,-1 1 0,0-1 0,1 0 0,-1 1 0,1-1 0,0 0 0,0-1 0,0 1 0,0 0 0,0-1 0,0 0 0,0 0 0,1 0 0,-1 0 0,0 0 0,0 0 0,1-1 0,-1 0 0,1 0 0,-1 0 0,0 0 0,5-1 0,1 1 0,1-1 0,-1-1 0,0 1 0,0-2 0,1 1 0,-2-1 0,1-1 0,0 1 0,0-1 0,12-9 0,13-12 0,2 1 0,0 2 0,50-23 0,-7 6 0,-44 21 0,49-18 0,111-35-1365,-178 64-5461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4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0 235 24575,'2'2'0,"1"-1"0,-1 1 0,0 0 0,0 1 0,0-1 0,0 0 0,0 1 0,0-1 0,0 1 0,-1-1 0,0 1 0,1 0 0,-1-1 0,0 1 0,0 0 0,-1 0 0,2 3 0,4 10 0,-1-4 0,1 0 0,1-1 0,0 0 0,0 0 0,1-1 0,15 16 0,-21-24 0,1-1 0,-1 1 0,0 0 0,1-1 0,0 1 0,-1-1 0,1 1 0,0-1 0,-1 0 0,1-1 0,0 1 0,0 0 0,0-1 0,0 1 0,0-1 0,0 0 0,0 0 0,0 0 0,0 0 0,0-1 0,0 1 0,0-1 0,-1 0 0,1 0 0,0 0 0,0 0 0,-1 0 0,1-1 0,0 1 0,-1-1 0,0 1 0,1-1 0,-1 0 0,0 0 0,2-3 0,97-89 0,23-20 0,-114 104 0,0 0 0,-1 0 0,-1-1 0,1 0 0,11-21 0,25-33 0,-31 51-1365,0 0-5461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7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1 220 24575,'0'8'0,"0"1"0,0-1 0,1 0 0,0 0 0,3 12 0,-3-17 0,1 1 0,-1-1 0,1 0 0,0 0 0,0 0 0,0 0 0,1-1 0,-1 1 0,1 0 0,-1-1 0,1 0 0,0 1 0,0-1 0,6 3 0,28 19 0,-28-17 0,1 0 0,0-1 0,0 0 0,0-1 0,12 4 0,-18-8 0,1 1 0,0-2 0,-1 1 0,1-1 0,0 1 0,-1-1 0,1 0 0,0-1 0,0 1 0,-1-1 0,1 0 0,-1 0 0,1-1 0,-1 1 0,1-1 0,5-3 0,21-13 0,0-1 0,37-31 0,32-20 0,-47 34-77,-2-1-1,59-58 1,-60 51-1056,-37 33-5693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0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1 235 24575,'0'11'0,"0"-1"0,1 1 0,0 0 0,1 0 0,0 0 0,0 0 0,1-1 0,7 16 0,-9-24 0,1 1 0,-1 0 0,1-1 0,0 1 0,0-1 0,0 1 0,1-1 0,-1 0 0,1 0 0,-1 0 0,1 0 0,-1 0 0,1-1 0,0 1 0,0-1 0,0 0 0,0 0 0,0 0 0,0 0 0,0 0 0,0-1 0,1 1 0,-1-1 0,0 0 0,0 0 0,0 0 0,1 0 0,-1-1 0,0 1 0,0-1 0,0 0 0,5-2 0,11-4 0,0-1 0,-1-1 0,0-1 0,0 0 0,-1-1 0,-1-1 0,0-1 0,20-20 0,-17 16 0,0 1 0,1 1 0,0 0 0,44-22 0,-45 27 0,0-1 0,29-21 0,18-11 0,-44 30-371,-1-1-1,20-17 0,-38 29 122,12-10-6576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2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2 192 24575,'-1'28'0,"0"31"0,1-56 0,0 1 0,1-1 0,-1 0 0,1 1 0,0-1 0,0 0 0,0 0 0,0 1 0,1-1 0,-1 0 0,1 0 0,4 5 0,-5-7 0,1 0 0,0 0 0,-1 0 0,1-1 0,0 1 0,0 0 0,0-1 0,-1 1 0,1-1 0,0 0 0,0 1 0,0-1 0,0 0 0,0 0 0,0 0 0,0 0 0,0-1 0,0 1 0,0-1 0,0 1 0,-1-1 0,1 1 0,0-1 0,2-1 0,47-24 0,-44 22 0,208-136 0,-190 122 44,-1 0 1,26-25-1,32-25-1542,-66 58-5328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7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1 288 24575,'-1'65'0,"3"72"0,-2-135 0,0-1 0,0 1 0,0 0 0,0 0 0,0 0 0,1 0 0,-1-1 0,1 1 0,-1 0 0,1 0 0,-1-1 0,1 1 0,0-1 0,0 1 0,0 0 0,0-1 0,0 1 0,0-1 0,1 0 0,-1 1 0,0-1 0,1 0 0,-1 0 0,2 1 0,-1-2 0,1 1 0,-1-1 0,0 0 0,0 0 0,0 0 0,0 0 0,0 0 0,0-1 0,0 1 0,0-1 0,0 1 0,0-1 0,0 0 0,0 0 0,0 0 0,0 0 0,2-1 0,7-6 0,-1 0 0,0 0 0,0-1 0,0 0 0,10-15 0,5-8 0,1 2 0,1 0 0,1 2 0,2 0 0,40-27 0,-57 45 0,-1-1 0,0 0 0,-1-1 0,10-13 0,11-11 0,96-99-1365,-118 123-5461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0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1 303 24575,'0'4'0,"0"-1"0,0 1 0,0 0 0,0 0 0,1-1 0,0 1 0,0 0 0,0-1 0,0 1 0,0-1 0,1 1 0,2 4 0,-3-8 0,0 1 0,0 0 0,0 0 0,0 0 0,1-1 0,-1 1 0,0-1 0,0 1 0,1-1 0,-1 1 0,0-1 0,1 0 0,-1 0 0,1 1 0,-1-1 0,0 0 0,1 0 0,-1 0 0,0-1 0,1 1 0,-1 0 0,1 0 0,-1-1 0,0 1 0,0-1 0,1 1 0,-1-1 0,0 0 0,0 1 0,0-1 0,1 0 0,-1 0 0,0 0 0,0 0 0,1-1 0,79-65 0,-56 45 0,47-33 0,103-59 0,-130 75 75,-40 33-255,1 0 0,0 0 0,1 1 0,-1 0 0,1 0 0,0 0 0,11-4 0,-2 3-6646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1.5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1 120 24575,'0'0'0,"-1"13"0,1 0 0,1 0 0,0 0 0,0 0 0,2 0 0,4 17 0,-6-27 0,1 0 0,-1 0 0,1 0 0,0-1 0,0 1 0,0 0 0,0-1 0,1 1 0,-1-1 0,1 0 0,-1 1 0,1-1 0,0 0 0,0-1 0,-1 1 0,2-1 0,-1 1 0,0-1 0,0 0 0,0 0 0,0 0 0,1 0 0,-1-1 0,0 1 0,1-1 0,-1 0 0,0 0 0,1 0 0,4-1 0,11-3 0,0-1 0,0-1 0,-1 0 0,0-1 0,0-1 0,-1-1 0,32-20 0,-49 28 0,20-10 0,22-15 0,77-33 0,-104 51 25,0 1-1,-1-2 1,1 0-1,15-15 1,26-15-1513,-42 31-5338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3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50 105 24575,'-2'0'0,"0"2"0,0-2 0,0 2 0,-2-2 0,3 2 0,-1-1 0,0-1 0,0 2 0,2 0 0,-2 0 0,0 0 0,0 0 0,0 0 0,2 0 0,-1-1 0,-1 1 0,2 0 0,-2 0 0,2 0 0,-2 0 0,2 0 0,-2 0 0,2-1 0,0 3 0,0-2 0,0 0 0,-2 4 0,-5 72 0,7-68 0,-2-7 0,0 20 0,2-1 0,0 1 0,0-1 0,2 1 0,7 33 0,-9-52 0,2 0 0,0-1 0,-2 1 0,2 0 0,0 0 0,0-1 0,-1 1 0,1 0 0,2 0 0,-2-1 0,0-1 0,2 2 0,-3 0 0,3-2 0,0 0 0,0 1 0,-2-1 0,1 0 0,1 0 0,0 0 0,0 0 0,-1 0 0,1-1 0,0 1 0,0-2 0,-1 2 0,3-2 0,-2 0 0,-1 0 0,1 2 0,0-2 0,2-2 0,-3 2 0,1 0 0,0 0 0,0-2 0,-1 2 0,7-3 0,23-9 0,-1-1 0,0-2 0,0 0 0,-2-2 0,54-39 0,16-10 0,-83 57 0,28-15 0,0-3 0,-2-1 0,-2-2 0,0-2 0,57-58 0,-78 64-1365,-5 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24575,'0'7'0,"1"0"0,0 0 0,0 0 0,1-1 0,0 1 0,0 0 0,0-1 0,1 1 0,0-1 0,0 0 0,1 0 0,-1 0 0,1 0 0,1-1 0,-1 0 0,1 1 0,0-2 0,0 1 0,0 0 0,1-1 0,0 0 0,0-1 0,0 1 0,0-1 0,0 0 0,1 0 0,-1-1 0,1 0 0,-1 0 0,1-1 0,0 0 0,8 1 0,46 1 0,-1-3 0,91-10 0,-110 1 0,51-18 0,-52 14 0,51-10 0,-58 16 0,-1-1 0,-1-2 0,1-1 0,34-18 0,-44 19-113,-13 7-13,0 0 1,0-1 0,0-1 0,0 1 0,-1-1 0,1-1-1,-2 0 1,1 0 0,9-9 0,-12 5-6701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5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0 139 24575,'0'3'0,"0"29"0,6 44 0,-5-68 0,0-1 0,0 1 0,1-1 0,0 0 0,1 1 0,-1-1 0,2-1 0,-1 1 0,1 0 0,-1-1 0,2 1 0,4 5 0,-4-9 0,-1 1 0,1-2 0,-1 1 0,1 0 0,0-1 0,0 0 0,0 0 0,0 0 0,0-1 0,0 0 0,0 0 0,1 0 0,-1-1 0,0 1 0,1-1 0,-1 0 0,1-1 0,-1 1 0,0-1 0,10-3 0,1 0 0,1-1 0,-1-1 0,0 0 0,-1-1 0,19-12 0,93-71 0,-88 60 0,76-46 0,-91 62 0,43-34 0,-45 30 0,40-23 0,-46 37-1365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6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1 220 24575,'23'25'0,"-20"-21"0,0 0 0,0 0 0,0 0 0,1-1 0,-1 0 0,1 1 0,0-1 0,0-1 0,0 1 0,0-1 0,0 1 0,1-1 0,-1 0 0,1-1 0,-1 1 0,1-1 0,7 2 0,3-2 0,0 0 0,1-1 0,-1 0 0,0-1 0,1-1 0,-1 0 0,0-1 0,23-8 0,8-6 0,59-32 0,-38 17 0,197-89 0,-245 114 42,1 1-1,37-8 1,-36 10-539,-1-1 1,30-11-1,-34 9-6329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7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1 157 24575,'0'7'0,"0"1"0,0-1 0,1 1 0,0-1 0,1 1 0,-1-1 0,1 0 0,1 1 0,0-1 0,0 0 0,0 0 0,1-1 0,-1 1 0,9 8 0,-9-11 0,1 0 0,1 0 0,-1-1 0,0 0 0,1 0 0,0 0 0,0 0 0,0-1 0,0 0 0,0 0 0,0 0 0,0-1 0,1 1 0,-1-1 0,1 0 0,-1-1 0,1 0 0,-1 0 0,1 0 0,6-1 0,11-4 0,0 0 0,0-2 0,-1-1 0,-1 0 0,1-2 0,-1 0 0,27-19 0,31-14 0,-54 31 0,17-7 0,47-31 0,-37 19 7,-31 20-464,-1-1-1,31-25 1,-35 23-6369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7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0 153 24575,'0'5'0,"1"-1"0,-1 1 0,1-1 0,0 0 0,0 1 0,0-1 0,0 0 0,1 0 0,0 0 0,0 0 0,0 0 0,0 0 0,0 0 0,1-1 0,0 1 0,0-1 0,0 0 0,0 0 0,0 0 0,1 0 0,-1 0 0,1-1 0,0 1 0,0-1 0,0 0 0,0-1 0,0 1 0,0 0 0,0-1 0,1 0 0,-1 0 0,0-1 0,8 1 0,-1 1 0,0-2 0,0 1 0,-1-1 0,1-1 0,0 0 0,0-1 0,0 0 0,-1 0 0,1-1 0,-1-1 0,0 0 0,17-8 0,205-149 0,-183 126 0,-30 20-1365,-4-1-5461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59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0 138 24575,'1'3'0,"-1"0"0,1 0 0,0-1 0,0 1 0,0 0 0,1-1 0,-1 1 0,1-1 0,-1 1 0,1-1 0,0 0 0,0 0 0,0 0 0,0 0 0,0 0 0,0 0 0,3 1 0,1 2 0,-1-2 0,1 1 0,0-1 0,0 1 0,0-2 0,8 4 0,-9-5 0,-1 0 0,1-1 0,-1 0 0,0 1 0,1-2 0,-1 1 0,1 0 0,-1-1 0,1 0 0,-1 0 0,1 0 0,-1 0 0,4-3 0,55-31 0,-12 6 0,19-7-682,83-56-1,-140 83-6143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1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1 116 24575,'0'-2'0,"0"1"0,-1-1 0,1 1 0,1-1 0,-1 0 0,0 1 0,0-1 0,0 1 0,1-1 0,-1 0 0,1 1 0,-1-1 0,1 1 0,0-1 0,0 1 0,0 0 0,-1-1 0,1 1 0,1 0 0,-1-1 0,1 0 0,0 1 0,-1 1 0,0-1 0,1 1 0,-1 0 0,1-1 0,-1 1 0,1 0 0,-1 0 0,1 0 0,-1 0 0,1 0 0,-1 0 0,1 1 0,-1-1 0,0 0 0,1 1 0,-1-1 0,3 2 0,8 4 0,0 1 0,0 0 0,0 1 0,10 10 0,-6-7 0,-11-8 0,0 1 0,1-1 0,-1-1 0,1 1 0,0-1 0,0 0 0,0-1 0,0 1 0,0-1 0,0 0 0,0-1 0,0 1 0,1-1 0,-1-1 0,0 1 0,0-1 0,0 0 0,7-2 0,10-4 0,0-1 0,0-1 0,30-17 0,35-14 0,-51 29-104,-7 2-317,0-1 1,41-20 0,-55 21-6406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0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1 162 24575,'-1'7'0,"1"-1"0,1 1 0,-1-1 0,1 1 0,0 0 0,0-1 0,1 0 0,-1 1 0,4 6 0,-3-11 0,0 1 0,0-1 0,0 1 0,0-1 0,1 0 0,-1 0 0,0 0 0,1 0 0,0-1 0,-1 1 0,1-1 0,0 1 0,0-1 0,0 0 0,0 0 0,0 0 0,0 0 0,0-1 0,0 1 0,0-1 0,4 0 0,18 1 0,-1 0 0,0-2 0,1-1 0,-1-1 0,0-1 0,0-1 0,-1-1 0,1-1 0,-1-2 0,37-17 0,-4 3 0,34-18 0,4-7 0,25-16 0,-88 45-1365,-19 9-5461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2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1 267 24575,'5'1'0,"1"-1"0,0 1 0,-1 1 0,1-1 0,-1 1 0,0 0 0,1 0 0,-1 1 0,0-1 0,7 6 0,-8-5 0,0 0 0,1-1 0,-1 1 0,1-1 0,-1 0 0,1 0 0,0-1 0,0 1 0,0-1 0,0 0 0,0 0 0,0-1 0,0 0 0,0 0 0,5 0 0,5-4 0,-1-2 0,1 1 0,-1-2 0,-1 1 0,1-2 0,-1 0 0,21-18 0,17-8 0,-19 13 0,50-44 0,4-2 0,-52 47 73,11-7-1511,-34 17-5388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7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24575,'2'1'0,"0"-1"0,0 0 0,0 1 0,0 0 0,-1 0 0,1-1 0,0 1 0,0 0 0,-1 0 0,1 0 0,0 1 0,-1-1 0,1 0 0,-1 1 0,0-1 0,0 1 0,2 1 0,23 35 0,-12-16 0,-12-20 0,-1 0 0,1 0 0,-1 1 0,1-1 0,0-1 0,0 1 0,0 0 0,0 0 0,0-1 0,0 1 0,0-1 0,1 0 0,-1 0 0,1 0 0,-1 0 0,1 0 0,-1 0 0,1 0 0,-1-1 0,1 1 0,3-1 0,-2-1 0,0 0 0,-1 0 0,1-1 0,0 1 0,-1-1 0,1 0 0,-1 0 0,1 0 0,-1 0 0,0-1 0,0 0 0,0 1 0,4-6 0,142-131 0,-66 48-1365,-71 81-5461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8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38 24575,'1'13'0,"0"0"0,0 0 0,2-1 0,-1 1 0,2 0 0,0-1 0,0 0 0,1 0 0,11 19 0,-14-27 0,1 0 0,0 1 0,1-1 0,-1 0 0,1-1 0,-1 1 0,1 0 0,0-1 0,0 0 0,1 0 0,6 3 0,-8-4 0,1-1 0,-1 0 0,1 0 0,-1-1 0,1 1 0,-1-1 0,1 1 0,-1-1 0,1 0 0,-1-1 0,1 1 0,-1-1 0,1 1 0,-1-1 0,1 0 0,-1 0 0,0 0 0,5-3 0,10-6 0,0-1 0,24-19 0,26-16 0,92-37 0,-155 81-48,-1-1-1,1 0 1,-1 0-1,0-1 1,0 1-1,4-7 1,-1 4-978,4-5-5800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0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0 173 24575,'0'9'0,"1"-1"0,0 1 0,1-1 0,0 1 0,0-1 0,1 0 0,0 1 0,0-1 0,0-1 0,1 1 0,1 0 0,-1-1 0,12 13 0,-15-19 0,0 0 0,-1 0 0,1 0 0,0-1 0,0 1 0,0 0 0,0-1 0,0 1 0,0-1 0,0 1 0,0-1 0,0 1 0,0-1 0,0 1 0,0-1 0,0 0 0,0 0 0,0 0 0,0 0 0,1 1 0,-1-2 0,0 1 0,0 0 0,0 0 0,2-1 0,0 0 0,0 0 0,0 0 0,-1-1 0,1 1 0,0-1 0,-1 0 0,1 0 0,-1 0 0,3-3 0,5-7 0,0 0 0,15-25 0,-24 34 0,8-10 0,1 1 0,0 0 0,0 1 0,15-13 0,23-24 0,-36 35 0,2 1 0,-1 0 0,31-19 0,-19 14 0,-7 6-1365,-2 3-5461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6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5 322 24575,'-2'49'0,"1"-34"0,0-1 0,0 1 0,2 0 0,0 0 0,1 0 0,0 0 0,7 24 0,-8-37 0,0 0 0,-1-1 0,1 1 0,0 0 0,0-1 0,0 1 0,0-1 0,0 1 0,0-1 0,1 1 0,-1-1 0,0 0 0,1 0 0,-1 1 0,1-1 0,-1 0 0,1 0 0,0-1 0,-1 1 0,1 0 0,0 0 0,2 0 0,-1-1 0,-1 0 0,1 0 0,0 0 0,0-1 0,0 1 0,0-1 0,0 1 0,0-1 0,-1 0 0,1 0 0,0 0 0,4-3 0,8-6 0,-1 0 0,0-1 0,23-24 0,-24 22 0,104-112 0,-34 31 0,-8-5 0,-68 89 25,1 1 0,-2-1-1,0 0 1,7-15 0,-8 14-323,1 0 0,0 1 1,0 0-1,9-9 0,-4 8-6528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5.3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1 210 24575,'0'46'0,"-1"-2"0,8 69 0,-5-99 0,1 0 0,0 1 0,1-2 0,0 1 0,1 0 0,1-1 0,0 0 0,15 23 0,-19-34 0,-1-1 0,1 1 0,-1 0 0,1 0 0,0-1 0,0 1 0,-1-1 0,1 0 0,0 1 0,0-1 0,1 0 0,-1 0 0,0-1 0,0 1 0,0 0 0,1-1 0,-1 1 0,0-1 0,1 1 0,-1-1 0,0 0 0,1 0 0,-1 0 0,0-1 0,1 1 0,-1-1 0,0 1 0,1-1 0,-1 0 0,0 1 0,0-1 0,0 0 0,0-1 0,4-1 0,9-6 0,-1-1 0,0 0 0,23-22 0,-19 15 0,311-260 0,-290 241 0,60-47 0,-81 70-341,-1-1 0,-1 0-1,25-30 1,-31 32-6485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7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83 24575,'1'7'0,"1"0"0,0 1 0,0-1 0,0 0 0,1-1 0,0 1 0,0 0 0,1-1 0,0 1 0,0-1 0,6 6 0,15 28 0,-22-32 0,1 0 0,1-1 0,-1 1 0,1-1 0,0 0 0,1 0 0,0-1 0,0 0 0,0 0 0,1 0 0,11 7 0,-13-11 0,0 1 0,0-1 0,0-1 0,0 1 0,0-1 0,0 0 0,0 0 0,1 0 0,-1-1 0,0 0 0,0 0 0,1 0 0,-1-1 0,0 0 0,1 0 0,-1 0 0,0 0 0,0-1 0,0 0 0,5-3 0,83-44 0,-64 33 0,60-27 0,12 9 0,-37 12 0,122-57 0,-125 35-1365,-46 32-5461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0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2 117 24575,'0'16'0,"-1"-6"0,1 0 0,0-1 0,1 1 0,0-1 0,4 18 0,-4-25 0,-1 0 0,1-1 0,0 1 0,0 0 0,0-1 0,0 1 0,0 0 0,0-1 0,1 1 0,-1-1 0,0 0 0,1 1 0,-1-1 0,1 0 0,-1 0 0,1 0 0,0 0 0,-1 0 0,1 0 0,0-1 0,0 1 0,0 0 0,-1-1 0,1 0 0,0 1 0,0-1 0,0 0 0,0 0 0,0 0 0,0 0 0,0 0 0,0 0 0,0-1 0,3 0 0,25-6 0,1 0 0,-1-2 0,-1-1 0,0-2 0,-1 0 0,0-2 0,50-34 0,-20 9 17,41-30-1399,-87 59-5444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3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24575,'-2'29'0,"2"29"0,0-55 0,0 1 0,1-1 0,-1 0 0,1 1 0,0-1 0,0 0 0,0 1 0,0-1 0,1 0 0,-1 0 0,1 0 0,3 5 0,-4-7 0,0-1 0,1 1 0,-1 0 0,0 0 0,1-1 0,-1 1 0,0-1 0,1 1 0,-1-1 0,1 1 0,-1-1 0,1 0 0,-1 0 0,1 0 0,-1 0 0,0 0 0,1 0 0,-1 0 0,1 0 0,-1-1 0,1 1 0,-1 0 0,1-1 0,-1 0 0,0 1 0,1-1 0,-1 0 0,0 1 0,0-1 0,1 0 0,-1 0 0,0 0 0,1-2 0,44-41 0,-36 34 0,30-28 0,16-17 0,-47 45 0,0 1 0,1 0 0,-1 0 0,2 1 0,-1 0 0,1 1 0,1 1 0,22-11 0,4 3 0,60-15 0,-74 22 0,-6 1-1365,-4-1-5461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4.4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1 209 24575,'0'4'0,"0"-1"0,0 0 0,0 0 0,0 0 0,1 0 0,0 1 0,-1-1 0,1 0 0,0 0 0,0 0 0,1 0 0,-1-1 0,0 1 0,1 0 0,0 0 0,0-1 0,0 1 0,0-1 0,0 0 0,4 4 0,-3-4 0,1 0 0,0-1 0,0 1 0,0-1 0,0 1 0,0-1 0,0-1 0,0 1 0,0 0 0,0-1 0,0 0 0,0 0 0,0 0 0,1 0 0,6-2 0,-2-1 0,-1 0 0,1 0 0,-1-1 0,0 0 0,0 0 0,0 0 0,-1-1 0,0-1 0,0 1 0,0-1 0,8-9 0,42-29 0,-21 24 0,48-16 0,-59 26 0,-1 0 0,1-1 0,-2-2 0,0 0 0,35-27 0,-46 27-1365,-3 2-5461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5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78 24575,'1'6'0,"0"1"0,1-1 0,0 1 0,0-1 0,0 0 0,1 0 0,-1 0 0,2 0 0,-1 0 0,1-1 0,-1 1 0,2-1 0,5 7 0,3 2 0,0-1 0,1 0 0,24 16 0,-35-27 0,0 0 0,0 0 0,0 0 0,1-1 0,-1 0 0,1 1 0,-1-1 0,1 0 0,-1-1 0,1 1 0,-1-1 0,1 1 0,0-1 0,-1 0 0,1-1 0,0 1 0,-1-1 0,1 1 0,0-1 0,-1 0 0,1 0 0,4-3 0,6-3 0,0-1 0,-1 0 0,0-1 0,14-13 0,-16 13 0,0 0 0,1 0 0,22-11 0,179-88 0,-210 107-151,0-1-1,0 1 0,0-1 0,-1 0 1,1 0-1,0 0 0,-1-1 1,4-4-1,3-5-6674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7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24575,'3'2'0,"0"-1"0,0 0 0,1 1 0,-1 0 0,0 0 0,0 0 0,-1 0 0,1 0 0,0 0 0,-1 1 0,1-1 0,-1 1 0,0 0 0,0 0 0,0 0 0,0 0 0,-1 0 0,3 5 0,17 21 0,-17-26 0,-1 0 0,0 0 0,1-1 0,-1 1 0,1-1 0,0 0 0,-1 0 0,1-1 0,0 1 0,0-1 0,0 0 0,1 0 0,-1 0 0,0 0 0,0-1 0,0 1 0,1-1 0,-1-1 0,0 1 0,0 0 0,1-1 0,-1 0 0,0 0 0,0 0 0,0-1 0,0 1 0,0-1 0,0 0 0,-1 0 0,5-3 0,10-8 0,0 0 0,-1-2 0,-1 0 0,24-29 0,-9 11 0,-23 24 0,1 2 0,1-1 0,-1 2 0,1-1 0,1 1 0,12-6 0,6-2 0,-14 4-1365,-4 0-5461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8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0 225 24575,'2'1'0,"-1"0"0,1 0 0,0 0 0,-1 0 0,1 0 0,-1 0 0,1 0 0,-1 0 0,0 0 0,0 1 0,1-1 0,-1 0 0,0 1 0,0-1 0,0 1 0,0 0 0,0 2 0,15 30 0,-1 39 0,-14-62 0,0 0 0,1 0 0,0-1 0,1 1 0,0-1 0,0 1 0,1-1 0,0 0 0,1 0 0,9 13 0,-13-23 0,-1 1 0,1 0 0,0-1 0,0 0 0,-1 1 0,1-1 0,0 1 0,0-1 0,-1 0 0,1 1 0,0-1 0,0 0 0,0 0 0,0 0 0,0 0 0,-1 0 0,1 0 0,0 0 0,0 0 0,0 0 0,0 0 0,0 0 0,-1 0 0,1-1 0,0 1 0,0 0 0,0-1 0,-1 1 0,1-1 0,0 1 0,0 0 0,-1-1 0,1 0 0,0 1 0,-1-1 0,1 1 0,-1-1 0,1 0 0,-1 1 0,1-1 0,-1 0 0,1 0 0,-1 1 0,1-2 0,25-45 0,-19 34 0,8-10 0,30-34 0,-4 5 0,-35 46 0,0-1 0,1 1 0,0 0 0,0 0 0,0 1 0,1 0 0,12-6 0,-11 6 0,0-1 0,0 0 0,0 0 0,14-14 0,-1-2 0,1 2 0,45-31 0,19-18 0,-57 49-1365,-15 13-5461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24575,'0'14'0,"0"-1"0,1 1 0,1-1 0,0 0 0,1 0 0,6 21 0,-7-30 0,0 0 0,-1 0 0,2 0 0,-1 0 0,0-1 0,1 1 0,-1-1 0,1 0 0,0 1 0,0-1 0,0 0 0,1-1 0,-1 1 0,1-1 0,0 1 0,-1-1 0,1 0 0,0-1 0,0 1 0,0 0 0,0-1 0,1 0 0,-1 0 0,5 0 0,0 0 0,-1 0 0,1 0 0,-1-1 0,1 0 0,-1-1 0,1 0 0,-1 0 0,1-1 0,-1 0 0,0 0 0,0-1 0,0 0 0,0 0 0,0-1 0,-1 0 0,0-1 0,0 1 0,0-2 0,0 1 0,-1 0 0,0-1 0,9-11 0,-1 4 0,1 1 0,0 0 0,1 1 0,0 1 0,1 0 0,28-11 0,-22 10 0,-1 0 0,-1-1 0,26-20 0,-33 22 12,1 0 1,0 2-1,1 0 0,-1 0 0,20-5 0,21-11-1450,-39 15-5388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0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4 245 24575,'-2'35'0,"1"35"0,1-66 0,0 0 0,0 0 0,1 0 0,-1 0 0,1 0 0,0 0 0,1 0 0,-1-1 0,1 1 0,-1 0 0,1-1 0,4 7 0,-5-9 0,0 0 0,0 0 0,0-1 0,0 1 0,1 0 0,-1-1 0,0 1 0,0 0 0,0-1 0,0 1 0,1-1 0,-1 0 0,0 1 0,1-1 0,-1 0 0,0 0 0,0 0 0,1 0 0,-1 0 0,0 0 0,1 0 0,-1 0 0,0-1 0,0 1 0,1 0 0,-1-1 0,0 1 0,0-1 0,1 1 0,-1-1 0,0 0 0,0 1 0,0-1 0,0 0 0,0 0 0,1-2 0,39-44 0,-25 27 0,18-10 0,1 1 0,1 1 0,1 3 0,62-33 0,-52 29 10,64-51 0,-47 31-1395,-51 41-5441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3.4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1 134 24575,'2'1'0,"1"0"0,-1 0 0,1-1 0,-1 2 0,0-1 0,1 0 0,-1 0 0,0 1 0,0-1 0,0 1 0,0 0 0,0-1 0,0 1 0,0 0 0,-1 0 0,1 0 0,-1 1 0,3 3 0,22 45 0,-26-51 0,9 22 0,-5-10 0,1 0 0,0-1 0,1 0 0,0 0 0,8 11 0,-13-20 0,0-1 0,1 1 0,-1-1 0,0 1 0,1-1 0,-1 0 0,1 1 0,0-1 0,-1 0 0,1 0 0,0 0 0,0 0 0,0 0 0,0-1 0,0 1 0,0-1 0,-1 1 0,1-1 0,1 0 0,-1 1 0,0-1 0,0 0 0,0 0 0,0-1 0,0 1 0,0 0 0,0-1 0,0 1 0,0-1 0,-1 1 0,1-1 0,0 0 0,0 0 0,0 0 0,-1 0 0,1 0 0,3-3 0,5-5 0,-1 0 0,0 0 0,0-1 0,-1 0 0,-1-1 0,1 1 0,6-15 0,-6 10 0,2 0 0,0 1 0,16-18 0,19-11 0,60-41 0,-98 78 0,7-7-1365,-2 1-5461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5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0 108 24575,'1'0'0,"0"0"0,0 1 0,0-1 0,0 0 0,-1 1 0,1-1 0,0 0 0,0 1 0,-1-1 0,1 1 0,0-1 0,-1 1 0,1 0 0,0-1 0,-1 1 0,1 0 0,-1-1 0,1 1 0,-1 0 0,1 0 0,-1-1 0,0 1 0,1 0 0,-1 0 0,0 1 0,9 29 0,-4-10 0,-3-18 0,-1 0 0,1 0 0,0 0 0,0 0 0,0 0 0,0 0 0,0 0 0,1-1 0,-1 1 0,1-1 0,0 0 0,0 0 0,0 0 0,0 0 0,0 0 0,0-1 0,0 1 0,0-1 0,1 0 0,-1 0 0,1 0 0,-1 0 0,1-1 0,5 1 0,4-2 0,0-1 0,0 0 0,-1-1 0,1 0 0,18-8 0,-17 6 0,0 1 0,0 0 0,26-3 0,-2 5 0,-22 2 0,1-1 0,-1 0 0,0-1 0,0-1 0,0-1 0,0 0 0,29-12 0,-19 6 0,50-14 0,-57 19 0,0 0 0,0-1 0,-1-2 0,1 1 0,26-17 0,-36 17-273,-1 0 0,1 0 0,-1 0 0,10-14 0,-9 9-6553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6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0 262 24575,'0'6'0,"1"0"0,-1 0 0,1 0 0,0 0 0,1 0 0,-1 0 0,1 0 0,0 0 0,1 0 0,-1-1 0,1 1 0,1-1 0,-1 0 0,1 0 0,-1 0 0,9 8 0,-9-11 0,-1 0 0,1-1 0,-1 1 0,1 0 0,0-1 0,0 1 0,0-1 0,0 0 0,0 0 0,0 0 0,0 0 0,0-1 0,1 1 0,-1-1 0,0 0 0,0 0 0,0 0 0,1 0 0,-1-1 0,0 1 0,0-1 0,0 0 0,0 0 0,0 0 0,0 0 0,0 0 0,0-1 0,0 0 0,0 1 0,-1-1 0,1 0 0,-1 0 0,4-3 0,24-23 0,30-36 0,2-2 0,-10 2 0,-2 1 0,13 0-1365,-54 51-5461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9.7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1 246 24575,'0'4'0,"0"0"0,0 0 0,0 1 0,1-1 0,0 0 0,0 0 0,0 0 0,0 0 0,0 0 0,1 0 0,0 0 0,0 0 0,0-1 0,0 1 0,1-1 0,-1 1 0,1-1 0,0 0 0,6 5 0,-6-6 0,0-1 0,-1 0 0,1 1 0,0-1 0,0 0 0,0 0 0,0-1 0,0 1 0,0-1 0,0 1 0,0-1 0,0 0 0,0 0 0,0 0 0,0-1 0,0 1 0,1-1 0,-1 1 0,-1-1 0,1 0 0,0 0 0,0-1 0,0 1 0,0-1 0,-1 1 0,1-1 0,3-2 0,12-12 19,-1 0-1,-1 0 0,0-2 1,-1 0-1,0 0 0,22-41 1,-24 36-268,2 2 0,0-1 0,1 2 0,1 0 0,27-24 0,-32 35-6577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8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0 175 24575,'1'2'0,"0"1"0,-1-1 0,1 1 0,0-1 0,0 0 0,0 0 0,1 1 0,-1-1 0,0 0 0,1 0 0,-1 0 0,1 0 0,0-1 0,0 1 0,0 0 0,0-1 0,0 1 0,3 1 0,41 21 0,-42-23 0,0 0 0,1 0 0,-1 0 0,1 0 0,-1-1 0,1 0 0,-1 0 0,1 0 0,-1 0 0,1-1 0,-1 0 0,0 0 0,1 0 0,-1 0 0,0-1 0,1 0 0,4-3 0,7-4 0,-1-1 0,0-1 0,15-14 0,26-17 0,-29 25 0,-7 4 0,2 1 0,39-17 0,-56 27-97,0 0-1,0 0 1,-1 0-1,1-1 1,-1 1-1,0-1 1,0 0-1,0-1 1,0 1-1,0 0 1,-1-1-1,1 0 0,2-4 1,5-9-6729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0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0 316 24575,'5'2'0,"0"0"0,0 0 0,0 1 0,-1 0 0,1 0 0,-1 0 0,0 0 0,0 1 0,0 0 0,0-1 0,5 9 0,2 0 0,12 12 0,-17-16 0,1 0 0,0-1 0,1 0 0,0 0 0,16 10 0,-21-16 0,-1 0 0,0 0 0,1 0 0,-1 0 0,1-1 0,-1 1 0,1-1 0,-1 1 0,1-1 0,-1 0 0,1 0 0,-1 0 0,1-1 0,-1 1 0,1 0 0,-1-1 0,1 0 0,-1 1 0,1-1 0,-1 0 0,0-1 0,0 1 0,1 0 0,-1 0 0,0-1 0,0 0 0,0 1 0,2-4 0,50-45 0,67-57 0,-105 93 0,-2 0 0,1-2 0,-2 0 0,0 0 0,17-30 0,24-29 0,-50 69 12,1 0-1,-2 0 1,1-1 0,-1 1-1,3-9 1,5-8-1447,-4 10-5391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2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1 284 24575,'-1'8'0,"1"0"0,1-1 0,-1 1 0,1-1 0,1 0 0,-1 1 0,4 7 0,-5-14 0,1 0 0,-1 0 0,1 0 0,-1 0 0,1 0 0,0 0 0,-1 0 0,1 0 0,0-1 0,0 1 0,0 0 0,-1-1 0,1 1 0,0 0 0,0-1 0,0 1 0,0-1 0,0 1 0,0-1 0,0 0 0,2 1 0,0-1 0,-1 0 0,1 0 0,-1-1 0,0 1 0,1-1 0,-1 1 0,1-1 0,-1 0 0,0 0 0,1 0 0,-1 0 0,0 0 0,4-3 0,35-26 0,-1-1 0,37-38 0,-59 51 0,-1-2 0,15-21 0,4-5 0,21-39-1365,-46 69-5461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3.7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24575,'2'13'0,"1"1"0,1-1 0,0 0 0,0 0 0,2 0 0,-1-1 0,2 0 0,-1 0 0,13 16 0,-17-24 0,1-1 0,-1 0 0,1 0 0,0 0 0,0-1 0,0 1 0,0-1 0,0 1 0,1-1 0,-1 0 0,1 0 0,0-1 0,-1 1 0,1-1 0,0 0 0,0 0 0,0 0 0,0 0 0,0-1 0,0 1 0,0-1 0,0 0 0,0 0 0,0-1 0,0 1 0,0-1 0,-1 0 0,1 0 0,7-3 0,8-3 0,-1-1 0,0-1 0,0 0 0,23-18 0,-35 24 0,174-115 0,-160 107 0,1 2 0,29-9 0,-29 10 0,0 0 0,29-15 0,70-33 0,-109 50-1365,-5 1-5461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5.1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0 144 24575,'1'6'0,"0"0"0,0 0 0,0 0 0,1 0 0,-1 0 0,1 0 0,1-1 0,-1 1 0,1 0 0,0-1 0,0 0 0,1 0 0,0 0 0,0 0 0,0 0 0,0-1 0,0 0 0,9 6 0,-6-4 0,1-1 0,0 0 0,0 0 0,0-1 0,1 0 0,-1 0 0,1-1 0,0 0 0,0-1 0,0 0 0,17 2 0,-9-5 0,-1 0 0,1-1 0,-1-1 0,1-1 0,-1 0 0,0-1 0,0 0 0,-1-2 0,0 0 0,0 0 0,-1-2 0,0 0 0,0 0 0,-1-1 0,0-1 0,22-24 0,63-56 0,-37 36 0,-47 42-1365,-1 4-5461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6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1 276 24575,'0'2'0,"1"0"0,0 0 0,-1 1 0,1-1 0,0 0 0,1 0 0,-1 0 0,0 0 0,0 0 0,1 0 0,-1 0 0,1 0 0,0-1 0,-1 1 0,1-1 0,0 1 0,3 1 0,42 26 0,-36-23 0,5 3 0,-1-1 0,1-1 0,1 0 0,-1-1 0,1-1 0,20 3 0,-27-6 0,-1-1 0,0 0 0,1 0 0,-1-1 0,0-1 0,1 1 0,-1-1 0,0-1 0,0 0 0,0 0 0,0-1 0,0 0 0,10-5 0,-7 0 0,-2 0 0,1 0 0,-1-1 0,0 0 0,-1-1 0,11-13 0,29-28 0,103-74 0,-122 98 0,-16 14 0,1 1 0,0 0 0,1 1 0,25-14 0,-39 24-88,1 0-10,1 0 0,-1 0 0,0-1-1,0 0 1,0 1 0,0-1 0,0 0-1,0-1 1,-1 1 0,1 0-1,-1-1 1,3-3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51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 24575,'1'0'0,"1"0"0,-1 1 0,1-1 0,-1 1 0,0-1 0,1 1 0,-1 0 0,0 0 0,0-1 0,1 1 0,-1 0 0,0 0 0,0 0 0,0 0 0,0 1 0,0-1 0,0 0 0,0 0 0,0 3 0,18 31 0,-13-21 0,3 4 0,-6-13 0,-1 1 0,1-1 0,0 0 0,1 1 0,-1-1 0,1-1 0,7 9 0,-9-12 0,-1-1 0,1 1 0,0 0 0,-1 0 0,1-1 0,0 1 0,-1-1 0,1 0 0,0 1 0,0-1 0,-1 0 0,1 0 0,0 0 0,0 0 0,0 0 0,-1-1 0,1 1 0,0 0 0,0-1 0,-1 1 0,1-1 0,-1 0 0,1 0 0,0 1 0,-1-1 0,1 0 0,-1 0 0,0 0 0,1-1 0,-1 1 0,0 0 0,2-2 0,63-61 0,-46 43 0,2 0 0,26-19 0,-9 14 0,32-26-1365,-60 41-5461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52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1 157 24575,'0'10'0,"0"-1"0,0 1 0,1-1 0,1 1 0,-1-1 0,6 17 0,-5-23 0,-1 0 0,1 0 0,-1 0 0,1-1 0,0 1 0,0-1 0,0 1 0,1-1 0,-1 0 0,0 0 0,1 0 0,0 0 0,-1 0 0,1 0 0,0-1 0,0 1 0,0-1 0,0 0 0,0 0 0,0 0 0,0 0 0,0-1 0,5 1 0,-1 0 0,1 0 0,-1-1 0,0 0 0,0-1 0,0 0 0,0 0 0,0 0 0,0-1 0,0 1 0,-1-2 0,13-5 0,-1-2 0,0-1 0,27-21 0,12-9 0,9-8 0,-49 35 0,0 1 0,0 1 0,24-12 0,-31 18-227,0 0-1,0 0 1,-1-1-1,1-1 1,8-8-1,-5 2-6598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3:19:33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0 316 24575,'3'0'0,"0"1"0,0 0 0,0 0 0,-1 1 0,1-1 0,0 0 0,-1 1 0,1 0 0,-1 0 0,1 0 0,3 4 0,18 11 0,-20-16 0,1 0 0,0 0 0,-1 0 0,1-1 0,0 0 0,0 0 0,-1 0 0,1 0 0,0-1 0,-1 0 0,1 0 0,0 0 0,-1 0 0,1-1 0,-1 1 0,0-1 0,1-1 0,5-3 0,11-7 0,0-1 0,24-21 0,-29 22 0,-6 5 0,13-11 0,0 1 0,2 1 0,28-15 0,21-20 0,-55 41 1,0-1-1,-1 0 1,32-28-1,-10 7-1367,-28 23-5459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3:19:34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1 255 24575,'1'5'0,"1"1"0,0 0 0,0-1 0,1 1 0,0-1 0,0 0 0,6 8 0,4 11 0,-4-6 0,0 1 0,21 29 0,-26-42 0,0-1 0,0 0 0,0 0 0,1-1 0,0 1 0,0-1 0,0 0 0,0-1 0,1 1 0,-1-1 0,1 0 0,12 4 0,-13-6 0,0 0 0,-1-1 0,1 0 0,0 0 0,0 0 0,0-1 0,0 1 0,-1-1 0,1 0 0,0-1 0,-1 1 0,1-1 0,-1 0 0,1 0 0,-1 0 0,7-5 0,9-7 0,38-33 0,-39 30 0,84-64 0,-94 73 0,0 0 0,-1-1 0,0 0 0,0 0 0,7-12 0,23-27 0,-34 45 0,9-11 0,1 0 0,0 1 0,1 1 0,0 0 0,1 2 0,19-11 0,20-12 33,-45 25-233,0 2 1,0 0-1,1 0 0,0 1 0,-1 0 1,21-6-1,-12 8-6626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9BB8-CEDC-457A-8B94-A349A5D0E58E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0477B1-9F9A-4C89-8769-3CFBC39C41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920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1132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823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869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FC63-1C3A-A9F3-62E0-85E8469D3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E42-63B8-C636-9479-659D2E13B3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A4C25-D071-1A7E-320F-6B9DE883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4C802-C619-104E-92CC-E46EFF2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108A4-5A0E-C46B-6E19-9D6DDEA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749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0DE1-A763-4B5D-6C98-0C7782BA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C2-1190-686D-1D4E-54607EFC5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173C8-723E-3FFC-C70C-50742CF5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28A16-C94F-9F3D-AB8C-70714B92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93D38-8E5D-7370-01BA-6C413C4D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7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25AAD-B376-70C5-FBE4-DBD11F96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7F48-FF4C-BDE0-C1C8-0920D07CE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0878D-A073-8573-0483-4A6C6E3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E27A5-0B78-0050-0797-412B0DA2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89678-F680-53D4-2E51-35275CE08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805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42762-6EDA-2928-6D49-85ADC5BA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F5E3-4EA6-BE17-AC15-9A0CA9F79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A60D0-BF14-A70F-FE82-EC144981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167FC-ECEA-77A1-8B63-11FCCAD9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5ABB-65F6-8C0C-553C-AFFE05EE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0208-5B23-273A-B943-7F0D1DAA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2795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431-E67D-904E-323D-D262DE12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3E268-EA73-C23A-FB08-685E1119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93BE6-8F61-8020-DD0F-A8363A0CE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DE2B7-C1F3-575A-6492-DCA375B91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9C2D1-15B3-7339-4A79-2AAD5E6A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C0FF9-B450-F845-EF9E-EF5328A6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59187-70C0-9CD7-B3F0-38DF202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40C68-DA10-4ECD-7679-2C89C8F5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422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76076-D95A-F030-4554-C9950B59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7CEC7-A8B9-217F-E485-50C00645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3490-BCB8-357B-EF51-D3ACADE16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16F-B446-9DA9-EE46-024CA80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922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817AD2-7258-1BEF-E584-D9D358BC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AF1C-687F-4DE1-4AA4-F8EC80AC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37916-8B3F-E6E2-D701-BAEDB8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21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37F7-0A9B-15A1-7BF8-9A5B474AB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B115-416A-A432-FCC6-AB42782A2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D7ACE-F945-2395-EBF6-DD3B4FA09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23577-FC33-9B8A-016A-0B196904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039EA5-0CD9-118C-3FE5-8A6B5E66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4A017-1128-D440-0E4D-29DF57D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73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129A-566A-0AED-85AC-A8107125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56FD61-C116-A1ED-45E6-7B00E0C8F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C4052-FEF3-5BBD-7520-AC159805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B9E5-795E-25A3-2B79-0034CCA2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03D48-EF26-2C82-A53F-3B47A9F8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2FE8E-52CD-3C07-2606-76DA8734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575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8E7-377E-C99B-F89F-1728AF4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173A6-1845-9ECB-517E-D7A2B385E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2DB1-BA4D-CDE9-30C6-FB142E6F8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AC81-120C-83B5-A28D-DE73C785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8DDC-C53D-1CDD-F0BC-FCE0E067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666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58FF-0077-3B2A-9B94-C80497336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E772B-7289-0A29-65AA-B04FB01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19DC-947D-E427-7E20-8CDB40DE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58CF-1E4C-16D7-5A8B-8A6DD10A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B6316-7725-DCA5-421C-C8516BEF6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777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37656-A478-677B-3B01-C9D9983FE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A546-4C77-7309-64FD-D8F7D32BB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C1B-72BD-49E9-3B09-CC050F284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B7D9E-7001-4EF6-B630-F6AE7747FACD}" type="datetimeFigureOut">
              <a:rPr lang="en-SG" smtClean="0"/>
              <a:t>21/7/2025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3A40-7279-869A-39B0-97F248C96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4D762-C599-BA33-E14C-B7CE11717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94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.xml"/><Relationship Id="rId21" Type="http://schemas.openxmlformats.org/officeDocument/2006/relationships/image" Target="../media/image11.png"/><Relationship Id="rId42" Type="http://schemas.openxmlformats.org/officeDocument/2006/relationships/customXml" Target="../ink/ink20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3.xml"/><Relationship Id="rId84" Type="http://schemas.openxmlformats.org/officeDocument/2006/relationships/customXml" Target="../ink/ink41.xml"/><Relationship Id="rId89" Type="http://schemas.openxmlformats.org/officeDocument/2006/relationships/image" Target="../media/image45.png"/><Relationship Id="rId16" Type="http://schemas.openxmlformats.org/officeDocument/2006/relationships/customXml" Target="../ink/ink7.xml"/><Relationship Id="rId11" Type="http://schemas.openxmlformats.org/officeDocument/2006/relationships/image" Target="../media/image6.png"/><Relationship Id="rId32" Type="http://schemas.openxmlformats.org/officeDocument/2006/relationships/customXml" Target="../ink/ink15.xml"/><Relationship Id="rId37" Type="http://schemas.openxmlformats.org/officeDocument/2006/relationships/image" Target="../media/image19.png"/><Relationship Id="rId53" Type="http://schemas.openxmlformats.org/officeDocument/2006/relationships/image" Target="../media/image27.png"/><Relationship Id="rId58" Type="http://schemas.openxmlformats.org/officeDocument/2006/relationships/customXml" Target="../ink/ink28.xml"/><Relationship Id="rId74" Type="http://schemas.openxmlformats.org/officeDocument/2006/relationships/customXml" Target="../ink/ink36.xml"/><Relationship Id="rId79" Type="http://schemas.openxmlformats.org/officeDocument/2006/relationships/image" Target="../media/image40.png"/><Relationship Id="rId102" Type="http://schemas.openxmlformats.org/officeDocument/2006/relationships/customXml" Target="../ink/ink50.xml"/><Relationship Id="rId5" Type="http://schemas.openxmlformats.org/officeDocument/2006/relationships/image" Target="../media/image3.png"/><Relationship Id="rId90" Type="http://schemas.openxmlformats.org/officeDocument/2006/relationships/customXml" Target="../ink/ink44.xml"/><Relationship Id="rId95" Type="http://schemas.openxmlformats.org/officeDocument/2006/relationships/image" Target="../media/image48.png"/><Relationship Id="rId22" Type="http://schemas.openxmlformats.org/officeDocument/2006/relationships/customXml" Target="../ink/ink10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3.xml"/><Relationship Id="rId64" Type="http://schemas.openxmlformats.org/officeDocument/2006/relationships/customXml" Target="../ink/ink31.xml"/><Relationship Id="rId69" Type="http://schemas.openxmlformats.org/officeDocument/2006/relationships/image" Target="../media/image35.png"/><Relationship Id="rId80" Type="http://schemas.openxmlformats.org/officeDocument/2006/relationships/customXml" Target="../ink/ink39.xml"/><Relationship Id="rId85" Type="http://schemas.openxmlformats.org/officeDocument/2006/relationships/image" Target="../media/image43.png"/><Relationship Id="rId12" Type="http://schemas.openxmlformats.org/officeDocument/2006/relationships/customXml" Target="../ink/ink5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30.png"/><Relationship Id="rId67" Type="http://schemas.openxmlformats.org/officeDocument/2006/relationships/image" Target="../media/image34.png"/><Relationship Id="rId103" Type="http://schemas.openxmlformats.org/officeDocument/2006/relationships/image" Target="../media/image52.png"/><Relationship Id="rId20" Type="http://schemas.openxmlformats.org/officeDocument/2006/relationships/customXml" Target="../ink/ink9.xml"/><Relationship Id="rId41" Type="http://schemas.openxmlformats.org/officeDocument/2006/relationships/image" Target="../media/image21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70" Type="http://schemas.openxmlformats.org/officeDocument/2006/relationships/customXml" Target="../ink/ink34.xml"/><Relationship Id="rId75" Type="http://schemas.openxmlformats.org/officeDocument/2006/relationships/image" Target="../media/image38.png"/><Relationship Id="rId83" Type="http://schemas.openxmlformats.org/officeDocument/2006/relationships/image" Target="../media/image42.png"/><Relationship Id="rId88" Type="http://schemas.openxmlformats.org/officeDocument/2006/relationships/customXml" Target="../ink/ink43.xml"/><Relationship Id="rId91" Type="http://schemas.openxmlformats.org/officeDocument/2006/relationships/image" Target="../media/image46.png"/><Relationship Id="rId96" Type="http://schemas.openxmlformats.org/officeDocument/2006/relationships/customXml" Target="../ink/ink4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customXml" Target="../ink/ink4.xml"/><Relationship Id="rId31" Type="http://schemas.openxmlformats.org/officeDocument/2006/relationships/image" Target="../media/image16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38.xml"/><Relationship Id="rId81" Type="http://schemas.openxmlformats.org/officeDocument/2006/relationships/image" Target="../media/image41.png"/><Relationship Id="rId86" Type="http://schemas.openxmlformats.org/officeDocument/2006/relationships/customXml" Target="../ink/ink42.xml"/><Relationship Id="rId94" Type="http://schemas.openxmlformats.org/officeDocument/2006/relationships/customXml" Target="../ink/ink46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8.xml"/><Relationship Id="rId39" Type="http://schemas.openxmlformats.org/officeDocument/2006/relationships/image" Target="../media/image20.png"/><Relationship Id="rId34" Type="http://schemas.openxmlformats.org/officeDocument/2006/relationships/customXml" Target="../ink/ink16.xml"/><Relationship Id="rId50" Type="http://schemas.openxmlformats.org/officeDocument/2006/relationships/customXml" Target="../ink/ink24.xml"/><Relationship Id="rId55" Type="http://schemas.openxmlformats.org/officeDocument/2006/relationships/image" Target="../media/image28.png"/><Relationship Id="rId76" Type="http://schemas.openxmlformats.org/officeDocument/2006/relationships/customXml" Target="../ink/ink37.xml"/><Relationship Id="rId97" Type="http://schemas.openxmlformats.org/officeDocument/2006/relationships/image" Target="../media/image49.png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5.xml"/><Relationship Id="rId2" Type="http://schemas.openxmlformats.org/officeDocument/2006/relationships/image" Target="../media/image1.png"/><Relationship Id="rId29" Type="http://schemas.openxmlformats.org/officeDocument/2006/relationships/image" Target="../media/image15.png"/><Relationship Id="rId24" Type="http://schemas.openxmlformats.org/officeDocument/2006/relationships/customXml" Target="../ink/ink11.xml"/><Relationship Id="rId40" Type="http://schemas.openxmlformats.org/officeDocument/2006/relationships/customXml" Target="../ink/ink19.xml"/><Relationship Id="rId45" Type="http://schemas.openxmlformats.org/officeDocument/2006/relationships/image" Target="../media/image23.png"/><Relationship Id="rId66" Type="http://schemas.openxmlformats.org/officeDocument/2006/relationships/customXml" Target="../ink/ink32.xml"/><Relationship Id="rId87" Type="http://schemas.openxmlformats.org/officeDocument/2006/relationships/image" Target="../media/image44.png"/><Relationship Id="rId61" Type="http://schemas.openxmlformats.org/officeDocument/2006/relationships/image" Target="../media/image31.png"/><Relationship Id="rId82" Type="http://schemas.openxmlformats.org/officeDocument/2006/relationships/customXml" Target="../ink/ink40.xml"/><Relationship Id="rId19" Type="http://schemas.openxmlformats.org/officeDocument/2006/relationships/image" Target="../media/image10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56" Type="http://schemas.openxmlformats.org/officeDocument/2006/relationships/customXml" Target="../ink/ink27.xml"/><Relationship Id="rId77" Type="http://schemas.openxmlformats.org/officeDocument/2006/relationships/image" Target="../media/image39.png"/><Relationship Id="rId100" Type="http://schemas.openxmlformats.org/officeDocument/2006/relationships/customXml" Target="../ink/ink49.xml"/><Relationship Id="rId8" Type="http://schemas.openxmlformats.org/officeDocument/2006/relationships/customXml" Target="../ink/ink3.xml"/><Relationship Id="rId51" Type="http://schemas.openxmlformats.org/officeDocument/2006/relationships/image" Target="../media/image26.png"/><Relationship Id="rId72" Type="http://schemas.openxmlformats.org/officeDocument/2006/relationships/customXml" Target="../ink/ink35.xml"/><Relationship Id="rId93" Type="http://schemas.openxmlformats.org/officeDocument/2006/relationships/image" Target="../media/image47.png"/><Relationship Id="rId98" Type="http://schemas.openxmlformats.org/officeDocument/2006/relationships/customXml" Target="../ink/ink48.xml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3.xml"/><Relationship Id="rId13" Type="http://schemas.openxmlformats.org/officeDocument/2006/relationships/image" Target="../media/image59.png"/><Relationship Id="rId18" Type="http://schemas.openxmlformats.org/officeDocument/2006/relationships/customXml" Target="../ink/ink58.xml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12" Type="http://schemas.openxmlformats.org/officeDocument/2006/relationships/customXml" Target="../ink/ink55.xml"/><Relationship Id="rId17" Type="http://schemas.openxmlformats.org/officeDocument/2006/relationships/image" Target="../media/image61.png"/><Relationship Id="rId2" Type="http://schemas.openxmlformats.org/officeDocument/2006/relationships/image" Target="../media/image53.png"/><Relationship Id="rId16" Type="http://schemas.openxmlformats.org/officeDocument/2006/relationships/customXml" Target="../ink/ink5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2.xml"/><Relationship Id="rId11" Type="http://schemas.openxmlformats.org/officeDocument/2006/relationships/image" Target="../media/image58.png"/><Relationship Id="rId5" Type="http://schemas.openxmlformats.org/officeDocument/2006/relationships/image" Target="../media/image55.png"/><Relationship Id="rId15" Type="http://schemas.openxmlformats.org/officeDocument/2006/relationships/image" Target="../media/image60.png"/><Relationship Id="rId10" Type="http://schemas.openxmlformats.org/officeDocument/2006/relationships/customXml" Target="../ink/ink54.xml"/><Relationship Id="rId19" Type="http://schemas.openxmlformats.org/officeDocument/2006/relationships/image" Target="../media/image62.png"/><Relationship Id="rId4" Type="http://schemas.openxmlformats.org/officeDocument/2006/relationships/customXml" Target="../ink/ink51.xml"/><Relationship Id="rId9" Type="http://schemas.openxmlformats.org/officeDocument/2006/relationships/image" Target="../media/image57.png"/><Relationship Id="rId14" Type="http://schemas.openxmlformats.org/officeDocument/2006/relationships/customXml" Target="../ink/ink5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customXml" Target="../ink/ink63.xml"/><Relationship Id="rId18" Type="http://schemas.openxmlformats.org/officeDocument/2006/relationships/image" Target="../media/image71.png"/><Relationship Id="rId3" Type="http://schemas.openxmlformats.org/officeDocument/2006/relationships/image" Target="../media/image63.png"/><Relationship Id="rId7" Type="http://schemas.openxmlformats.org/officeDocument/2006/relationships/customXml" Target="../ink/ink60.xml"/><Relationship Id="rId12" Type="http://schemas.openxmlformats.org/officeDocument/2006/relationships/image" Target="../media/image68.png"/><Relationship Id="rId17" Type="http://schemas.openxmlformats.org/officeDocument/2006/relationships/customXml" Target="../ink/ink6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0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customXml" Target="../ink/ink62.xml"/><Relationship Id="rId5" Type="http://schemas.openxmlformats.org/officeDocument/2006/relationships/customXml" Target="../ink/ink59.xml"/><Relationship Id="rId15" Type="http://schemas.openxmlformats.org/officeDocument/2006/relationships/customXml" Target="../ink/ink64.xml"/><Relationship Id="rId10" Type="http://schemas.openxmlformats.org/officeDocument/2006/relationships/image" Target="../media/image67.png"/><Relationship Id="rId19" Type="http://schemas.openxmlformats.org/officeDocument/2006/relationships/customXml" Target="../ink/ink66.xml"/><Relationship Id="rId4" Type="http://schemas.openxmlformats.org/officeDocument/2006/relationships/image" Target="../media/image64.png"/><Relationship Id="rId9" Type="http://schemas.openxmlformats.org/officeDocument/2006/relationships/customXml" Target="../ink/ink61.xml"/><Relationship Id="rId14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customXml" Target="../ink/ink71.xml"/><Relationship Id="rId3" Type="http://schemas.openxmlformats.org/officeDocument/2006/relationships/image" Target="../media/image73.png"/><Relationship Id="rId7" Type="http://schemas.openxmlformats.org/officeDocument/2006/relationships/customXml" Target="../ink/ink68.xml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customXml" Target="../ink/ink70.xml"/><Relationship Id="rId5" Type="http://schemas.openxmlformats.org/officeDocument/2006/relationships/customXml" Target="../ink/ink67.xml"/><Relationship Id="rId15" Type="http://schemas.openxmlformats.org/officeDocument/2006/relationships/customXml" Target="../ink/ink72.xml"/><Relationship Id="rId10" Type="http://schemas.openxmlformats.org/officeDocument/2006/relationships/image" Target="../media/image77.png"/><Relationship Id="rId4" Type="http://schemas.openxmlformats.org/officeDocument/2006/relationships/image" Target="../media/image74.png"/><Relationship Id="rId9" Type="http://schemas.openxmlformats.org/officeDocument/2006/relationships/customXml" Target="../ink/ink69.xml"/><Relationship Id="rId14" Type="http://schemas.openxmlformats.org/officeDocument/2006/relationships/image" Target="../media/image7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75.xml"/><Relationship Id="rId13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12" Type="http://schemas.openxmlformats.org/officeDocument/2006/relationships/customXml" Target="../ink/ink77.xml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4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5" Type="http://schemas.openxmlformats.org/officeDocument/2006/relationships/image" Target="../media/image88.png"/><Relationship Id="rId10" Type="http://schemas.openxmlformats.org/officeDocument/2006/relationships/customXml" Target="../ink/ink76.xml"/><Relationship Id="rId4" Type="http://schemas.openxmlformats.org/officeDocument/2006/relationships/customXml" Target="../ink/ink73.xml"/><Relationship Id="rId9" Type="http://schemas.openxmlformats.org/officeDocument/2006/relationships/image" Target="../media/image85.png"/><Relationship Id="rId14" Type="http://schemas.openxmlformats.org/officeDocument/2006/relationships/customXml" Target="../ink/ink78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5.png"/><Relationship Id="rId18" Type="http://schemas.openxmlformats.org/officeDocument/2006/relationships/customXml" Target="../ink/ink86.xml"/><Relationship Id="rId26" Type="http://schemas.openxmlformats.org/officeDocument/2006/relationships/customXml" Target="../ink/ink90.xml"/><Relationship Id="rId3" Type="http://schemas.openxmlformats.org/officeDocument/2006/relationships/image" Target="../media/image90.png"/><Relationship Id="rId21" Type="http://schemas.openxmlformats.org/officeDocument/2006/relationships/image" Target="../media/image99.png"/><Relationship Id="rId34" Type="http://schemas.openxmlformats.org/officeDocument/2006/relationships/customXml" Target="../ink/ink94.xml"/><Relationship Id="rId7" Type="http://schemas.openxmlformats.org/officeDocument/2006/relationships/image" Target="../media/image92.png"/><Relationship Id="rId12" Type="http://schemas.openxmlformats.org/officeDocument/2006/relationships/customXml" Target="../ink/ink83.xml"/><Relationship Id="rId17" Type="http://schemas.openxmlformats.org/officeDocument/2006/relationships/image" Target="../media/image97.png"/><Relationship Id="rId25" Type="http://schemas.openxmlformats.org/officeDocument/2006/relationships/image" Target="../media/image101.png"/><Relationship Id="rId33" Type="http://schemas.openxmlformats.org/officeDocument/2006/relationships/image" Target="../media/image105.png"/><Relationship Id="rId2" Type="http://schemas.openxmlformats.org/officeDocument/2006/relationships/image" Target="../media/image89.png"/><Relationship Id="rId16" Type="http://schemas.openxmlformats.org/officeDocument/2006/relationships/customXml" Target="../ink/ink85.xml"/><Relationship Id="rId20" Type="http://schemas.openxmlformats.org/officeDocument/2006/relationships/customXml" Target="../ink/ink87.xml"/><Relationship Id="rId29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0.xml"/><Relationship Id="rId11" Type="http://schemas.openxmlformats.org/officeDocument/2006/relationships/image" Target="../media/image94.png"/><Relationship Id="rId24" Type="http://schemas.openxmlformats.org/officeDocument/2006/relationships/customXml" Target="../ink/ink89.xml"/><Relationship Id="rId32" Type="http://schemas.openxmlformats.org/officeDocument/2006/relationships/customXml" Target="../ink/ink93.xml"/><Relationship Id="rId5" Type="http://schemas.openxmlformats.org/officeDocument/2006/relationships/image" Target="../media/image91.png"/><Relationship Id="rId15" Type="http://schemas.openxmlformats.org/officeDocument/2006/relationships/image" Target="../media/image96.png"/><Relationship Id="rId23" Type="http://schemas.openxmlformats.org/officeDocument/2006/relationships/image" Target="../media/image100.png"/><Relationship Id="rId28" Type="http://schemas.openxmlformats.org/officeDocument/2006/relationships/customXml" Target="../ink/ink91.xml"/><Relationship Id="rId10" Type="http://schemas.openxmlformats.org/officeDocument/2006/relationships/customXml" Target="../ink/ink82.xml"/><Relationship Id="rId19" Type="http://schemas.openxmlformats.org/officeDocument/2006/relationships/image" Target="../media/image98.png"/><Relationship Id="rId31" Type="http://schemas.openxmlformats.org/officeDocument/2006/relationships/image" Target="../media/image104.png"/><Relationship Id="rId4" Type="http://schemas.openxmlformats.org/officeDocument/2006/relationships/customXml" Target="../ink/ink79.xml"/><Relationship Id="rId9" Type="http://schemas.openxmlformats.org/officeDocument/2006/relationships/image" Target="../media/image93.png"/><Relationship Id="rId14" Type="http://schemas.openxmlformats.org/officeDocument/2006/relationships/customXml" Target="../ink/ink84.xml"/><Relationship Id="rId22" Type="http://schemas.openxmlformats.org/officeDocument/2006/relationships/customXml" Target="../ink/ink88.xml"/><Relationship Id="rId27" Type="http://schemas.openxmlformats.org/officeDocument/2006/relationships/image" Target="../media/image102.png"/><Relationship Id="rId30" Type="http://schemas.openxmlformats.org/officeDocument/2006/relationships/customXml" Target="../ink/ink92.xml"/><Relationship Id="rId35" Type="http://schemas.openxmlformats.org/officeDocument/2006/relationships/image" Target="../media/image106.png"/><Relationship Id="rId8" Type="http://schemas.openxmlformats.org/officeDocument/2006/relationships/customXml" Target="../ink/ink81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9.png"/><Relationship Id="rId21" Type="http://schemas.openxmlformats.org/officeDocument/2006/relationships/customXml" Target="../ink/ink103.xml"/><Relationship Id="rId42" Type="http://schemas.openxmlformats.org/officeDocument/2006/relationships/image" Target="../media/image127.png"/><Relationship Id="rId47" Type="http://schemas.openxmlformats.org/officeDocument/2006/relationships/customXml" Target="../ink/ink116.xml"/><Relationship Id="rId63" Type="http://schemas.openxmlformats.org/officeDocument/2006/relationships/customXml" Target="../ink/ink124.xml"/><Relationship Id="rId68" Type="http://schemas.openxmlformats.org/officeDocument/2006/relationships/image" Target="../media/image140.png"/><Relationship Id="rId84" Type="http://schemas.openxmlformats.org/officeDocument/2006/relationships/image" Target="../media/image148.png"/><Relationship Id="rId16" Type="http://schemas.openxmlformats.org/officeDocument/2006/relationships/image" Target="../media/image114.png"/><Relationship Id="rId11" Type="http://schemas.openxmlformats.org/officeDocument/2006/relationships/customXml" Target="../ink/ink98.xml"/><Relationship Id="rId32" Type="http://schemas.openxmlformats.org/officeDocument/2006/relationships/image" Target="../media/image122.png"/><Relationship Id="rId37" Type="http://schemas.openxmlformats.org/officeDocument/2006/relationships/customXml" Target="../ink/ink111.xml"/><Relationship Id="rId53" Type="http://schemas.openxmlformats.org/officeDocument/2006/relationships/customXml" Target="../ink/ink119.xml"/><Relationship Id="rId58" Type="http://schemas.openxmlformats.org/officeDocument/2006/relationships/image" Target="../media/image135.png"/><Relationship Id="rId74" Type="http://schemas.openxmlformats.org/officeDocument/2006/relationships/image" Target="../media/image143.png"/><Relationship Id="rId79" Type="http://schemas.openxmlformats.org/officeDocument/2006/relationships/customXml" Target="../ink/ink132.xml"/><Relationship Id="rId5" Type="http://schemas.openxmlformats.org/officeDocument/2006/relationships/customXml" Target="../ink/ink95.xml"/><Relationship Id="rId61" Type="http://schemas.openxmlformats.org/officeDocument/2006/relationships/customXml" Target="../ink/ink123.xml"/><Relationship Id="rId82" Type="http://schemas.openxmlformats.org/officeDocument/2006/relationships/image" Target="../media/image147.png"/><Relationship Id="rId19" Type="http://schemas.openxmlformats.org/officeDocument/2006/relationships/customXml" Target="../ink/ink102.xml"/><Relationship Id="rId14" Type="http://schemas.openxmlformats.org/officeDocument/2006/relationships/image" Target="../media/image113.png"/><Relationship Id="rId22" Type="http://schemas.openxmlformats.org/officeDocument/2006/relationships/image" Target="../media/image117.png"/><Relationship Id="rId27" Type="http://schemas.openxmlformats.org/officeDocument/2006/relationships/customXml" Target="../ink/ink106.xml"/><Relationship Id="rId30" Type="http://schemas.openxmlformats.org/officeDocument/2006/relationships/image" Target="../media/image121.png"/><Relationship Id="rId35" Type="http://schemas.openxmlformats.org/officeDocument/2006/relationships/customXml" Target="../ink/ink110.xml"/><Relationship Id="rId43" Type="http://schemas.openxmlformats.org/officeDocument/2006/relationships/customXml" Target="../ink/ink114.xml"/><Relationship Id="rId48" Type="http://schemas.openxmlformats.org/officeDocument/2006/relationships/image" Target="../media/image130.png"/><Relationship Id="rId56" Type="http://schemas.openxmlformats.org/officeDocument/2006/relationships/image" Target="../media/image134.png"/><Relationship Id="rId64" Type="http://schemas.openxmlformats.org/officeDocument/2006/relationships/image" Target="../media/image138.png"/><Relationship Id="rId69" Type="http://schemas.openxmlformats.org/officeDocument/2006/relationships/customXml" Target="../ink/ink127.xml"/><Relationship Id="rId77" Type="http://schemas.openxmlformats.org/officeDocument/2006/relationships/customXml" Target="../ink/ink131.xml"/><Relationship Id="rId8" Type="http://schemas.openxmlformats.org/officeDocument/2006/relationships/image" Target="../media/image110.png"/><Relationship Id="rId51" Type="http://schemas.openxmlformats.org/officeDocument/2006/relationships/customXml" Target="../ink/ink118.xml"/><Relationship Id="rId72" Type="http://schemas.openxmlformats.org/officeDocument/2006/relationships/image" Target="../media/image142.png"/><Relationship Id="rId80" Type="http://schemas.openxmlformats.org/officeDocument/2006/relationships/image" Target="../media/image146.png"/><Relationship Id="rId3" Type="http://schemas.openxmlformats.org/officeDocument/2006/relationships/image" Target="../media/image107.png"/><Relationship Id="rId12" Type="http://schemas.openxmlformats.org/officeDocument/2006/relationships/image" Target="../media/image112.png"/><Relationship Id="rId17" Type="http://schemas.openxmlformats.org/officeDocument/2006/relationships/customXml" Target="../ink/ink101.xml"/><Relationship Id="rId25" Type="http://schemas.openxmlformats.org/officeDocument/2006/relationships/customXml" Target="../ink/ink105.xml"/><Relationship Id="rId33" Type="http://schemas.openxmlformats.org/officeDocument/2006/relationships/customXml" Target="../ink/ink109.xml"/><Relationship Id="rId38" Type="http://schemas.openxmlformats.org/officeDocument/2006/relationships/image" Target="../media/image125.png"/><Relationship Id="rId46" Type="http://schemas.openxmlformats.org/officeDocument/2006/relationships/image" Target="../media/image129.png"/><Relationship Id="rId59" Type="http://schemas.openxmlformats.org/officeDocument/2006/relationships/customXml" Target="../ink/ink122.xml"/><Relationship Id="rId67" Type="http://schemas.openxmlformats.org/officeDocument/2006/relationships/customXml" Target="../ink/ink126.xml"/><Relationship Id="rId20" Type="http://schemas.openxmlformats.org/officeDocument/2006/relationships/image" Target="../media/image116.png"/><Relationship Id="rId41" Type="http://schemas.openxmlformats.org/officeDocument/2006/relationships/customXml" Target="../ink/ink113.xml"/><Relationship Id="rId54" Type="http://schemas.openxmlformats.org/officeDocument/2006/relationships/image" Target="../media/image133.png"/><Relationship Id="rId62" Type="http://schemas.openxmlformats.org/officeDocument/2006/relationships/image" Target="../media/image137.png"/><Relationship Id="rId70" Type="http://schemas.openxmlformats.org/officeDocument/2006/relationships/image" Target="../media/image141.png"/><Relationship Id="rId75" Type="http://schemas.openxmlformats.org/officeDocument/2006/relationships/customXml" Target="../ink/ink130.xml"/><Relationship Id="rId83" Type="http://schemas.openxmlformats.org/officeDocument/2006/relationships/customXml" Target="../ink/ink1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15" Type="http://schemas.openxmlformats.org/officeDocument/2006/relationships/customXml" Target="../ink/ink100.xml"/><Relationship Id="rId23" Type="http://schemas.openxmlformats.org/officeDocument/2006/relationships/customXml" Target="../ink/ink104.xml"/><Relationship Id="rId28" Type="http://schemas.openxmlformats.org/officeDocument/2006/relationships/image" Target="../media/image120.png"/><Relationship Id="rId36" Type="http://schemas.openxmlformats.org/officeDocument/2006/relationships/image" Target="../media/image124.png"/><Relationship Id="rId49" Type="http://schemas.openxmlformats.org/officeDocument/2006/relationships/customXml" Target="../ink/ink117.xml"/><Relationship Id="rId57" Type="http://schemas.openxmlformats.org/officeDocument/2006/relationships/customXml" Target="../ink/ink121.xml"/><Relationship Id="rId10" Type="http://schemas.openxmlformats.org/officeDocument/2006/relationships/image" Target="../media/image111.png"/><Relationship Id="rId31" Type="http://schemas.openxmlformats.org/officeDocument/2006/relationships/customXml" Target="../ink/ink108.xml"/><Relationship Id="rId44" Type="http://schemas.openxmlformats.org/officeDocument/2006/relationships/image" Target="../media/image128.png"/><Relationship Id="rId52" Type="http://schemas.openxmlformats.org/officeDocument/2006/relationships/image" Target="../media/image132.png"/><Relationship Id="rId60" Type="http://schemas.openxmlformats.org/officeDocument/2006/relationships/image" Target="../media/image136.png"/><Relationship Id="rId65" Type="http://schemas.openxmlformats.org/officeDocument/2006/relationships/customXml" Target="../ink/ink125.xml"/><Relationship Id="rId73" Type="http://schemas.openxmlformats.org/officeDocument/2006/relationships/customXml" Target="../ink/ink129.xml"/><Relationship Id="rId78" Type="http://schemas.openxmlformats.org/officeDocument/2006/relationships/image" Target="../media/image145.png"/><Relationship Id="rId81" Type="http://schemas.openxmlformats.org/officeDocument/2006/relationships/customXml" Target="../ink/ink133.xml"/><Relationship Id="rId4" Type="http://schemas.openxmlformats.org/officeDocument/2006/relationships/image" Target="../media/image108.png"/><Relationship Id="rId9" Type="http://schemas.openxmlformats.org/officeDocument/2006/relationships/customXml" Target="../ink/ink97.xml"/><Relationship Id="rId13" Type="http://schemas.openxmlformats.org/officeDocument/2006/relationships/customXml" Target="../ink/ink99.xml"/><Relationship Id="rId18" Type="http://schemas.openxmlformats.org/officeDocument/2006/relationships/image" Target="../media/image115.png"/><Relationship Id="rId39" Type="http://schemas.openxmlformats.org/officeDocument/2006/relationships/customXml" Target="../ink/ink112.xml"/><Relationship Id="rId34" Type="http://schemas.openxmlformats.org/officeDocument/2006/relationships/image" Target="../media/image123.png"/><Relationship Id="rId50" Type="http://schemas.openxmlformats.org/officeDocument/2006/relationships/image" Target="../media/image131.png"/><Relationship Id="rId55" Type="http://schemas.openxmlformats.org/officeDocument/2006/relationships/customXml" Target="../ink/ink120.xml"/><Relationship Id="rId76" Type="http://schemas.openxmlformats.org/officeDocument/2006/relationships/image" Target="../media/image144.png"/><Relationship Id="rId7" Type="http://schemas.openxmlformats.org/officeDocument/2006/relationships/customXml" Target="../ink/ink96.xml"/><Relationship Id="rId71" Type="http://schemas.openxmlformats.org/officeDocument/2006/relationships/customXml" Target="../ink/ink128.xml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107.xml"/><Relationship Id="rId24" Type="http://schemas.openxmlformats.org/officeDocument/2006/relationships/image" Target="../media/image118.png"/><Relationship Id="rId40" Type="http://schemas.openxmlformats.org/officeDocument/2006/relationships/image" Target="../media/image126.png"/><Relationship Id="rId45" Type="http://schemas.openxmlformats.org/officeDocument/2006/relationships/customXml" Target="../ink/ink115.xml"/><Relationship Id="rId66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CD77E-C50A-F4C5-38F7-729361E0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PBU Walls(TMP Grids)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A2EFC-75BB-70A3-9769-7174EB93502D}"/>
              </a:ext>
            </a:extLst>
          </p:cNvPr>
          <p:cNvSpPr txBox="1"/>
          <p:nvPr/>
        </p:nvSpPr>
        <p:spPr>
          <a:xfrm>
            <a:off x="1314824" y="4717210"/>
            <a:ext cx="3155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TERRAHL2-FP_MB-T1am(JMB)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60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581F6-6B83-29ED-A0C8-2FBC0A86F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Wall 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B1E4DB-B865-8568-8230-F23285415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94579"/>
            <a:ext cx="4863301" cy="47102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5013E7-562A-C4D1-B645-8F5567F5A967}"/>
              </a:ext>
            </a:extLst>
          </p:cNvPr>
          <p:cNvSpPr txBox="1"/>
          <p:nvPr/>
        </p:nvSpPr>
        <p:spPr>
          <a:xfrm>
            <a:off x="9811512" y="1633666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515</a:t>
            </a:r>
            <a:endParaRPr lang="en-SG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E085B4-939D-125E-E7AB-72FD394B1167}"/>
              </a:ext>
            </a:extLst>
          </p:cNvPr>
          <p:cNvSpPr txBox="1"/>
          <p:nvPr/>
        </p:nvSpPr>
        <p:spPr>
          <a:xfrm>
            <a:off x="9149313" y="1633666"/>
            <a:ext cx="7280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960-980</a:t>
            </a:r>
            <a:endParaRPr lang="en-SG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7D1E9-FDF5-3215-83E5-2463207C448A}"/>
              </a:ext>
            </a:extLst>
          </p:cNvPr>
          <p:cNvSpPr txBox="1"/>
          <p:nvPr/>
        </p:nvSpPr>
        <p:spPr>
          <a:xfrm>
            <a:off x="8627773" y="1614527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1480</a:t>
            </a:r>
            <a:endParaRPr lang="en-SG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DEAA1-D137-6B19-DF1A-3EC72EC865DE}"/>
              </a:ext>
            </a:extLst>
          </p:cNvPr>
          <p:cNvSpPr txBox="1"/>
          <p:nvPr/>
        </p:nvSpPr>
        <p:spPr>
          <a:xfrm>
            <a:off x="8177816" y="157208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1800</a:t>
            </a:r>
            <a:endParaRPr lang="en-SG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C921E3-74A8-3D96-FB5B-D03106BA037F}"/>
              </a:ext>
            </a:extLst>
          </p:cNvPr>
          <p:cNvSpPr txBox="1"/>
          <p:nvPr/>
        </p:nvSpPr>
        <p:spPr>
          <a:xfrm>
            <a:off x="6942911" y="1614526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2800</a:t>
            </a:r>
            <a:endParaRPr lang="en-SG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FCD604-7917-95AE-CAE0-52E87A7BBD41}"/>
              </a:ext>
            </a:extLst>
          </p:cNvPr>
          <p:cNvSpPr txBox="1"/>
          <p:nvPr/>
        </p:nvSpPr>
        <p:spPr>
          <a:xfrm>
            <a:off x="11174415" y="238143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5248D6-B0F2-F2FA-AD4A-3C7852817C21}"/>
              </a:ext>
            </a:extLst>
          </p:cNvPr>
          <p:cNvSpPr txBox="1"/>
          <p:nvPr/>
        </p:nvSpPr>
        <p:spPr>
          <a:xfrm>
            <a:off x="11229705" y="2788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C9C6ED-99EB-A4FC-8E15-48E253A2E073}"/>
              </a:ext>
            </a:extLst>
          </p:cNvPr>
          <p:cNvSpPr txBox="1"/>
          <p:nvPr/>
        </p:nvSpPr>
        <p:spPr>
          <a:xfrm>
            <a:off x="11274985" y="356466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FBC1AB-97D9-17AF-1707-89F1E48C846F}"/>
              </a:ext>
            </a:extLst>
          </p:cNvPr>
          <p:cNvSpPr txBox="1"/>
          <p:nvPr/>
        </p:nvSpPr>
        <p:spPr>
          <a:xfrm>
            <a:off x="11360861" y="4277433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CB52F4-758B-4CAA-0F08-C0C891BD535A}"/>
              </a:ext>
            </a:extLst>
          </p:cNvPr>
          <p:cNvSpPr txBox="1"/>
          <p:nvPr/>
        </p:nvSpPr>
        <p:spPr>
          <a:xfrm>
            <a:off x="11354436" y="499019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A3841-F330-891C-1DB4-4464CD350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33" y="1676815"/>
            <a:ext cx="5201376" cy="47917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F51F846-D9DF-2BF5-D940-9239C35B1931}"/>
                  </a:ext>
                </a:extLst>
              </p14:cNvPr>
              <p14:cNvContentPartPr/>
              <p14:nvPr/>
            </p14:nvContentPartPr>
            <p14:xfrm>
              <a:off x="3318984" y="1961856"/>
              <a:ext cx="113400" cy="90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F51F846-D9DF-2BF5-D940-9239C35B193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12864" y="1955736"/>
                <a:ext cx="12564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317DE19-E9B1-197B-000A-A0BA510619FF}"/>
                  </a:ext>
                </a:extLst>
              </p14:cNvPr>
              <p14:cNvContentPartPr/>
              <p14:nvPr/>
            </p14:nvContentPartPr>
            <p14:xfrm>
              <a:off x="4516704" y="1934136"/>
              <a:ext cx="169200" cy="1292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317DE19-E9B1-197B-000A-A0BA510619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10584" y="1928016"/>
                <a:ext cx="18144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6FE39E2-3ACF-2519-1AEC-825E6D6DDCDA}"/>
                  </a:ext>
                </a:extLst>
              </p14:cNvPr>
              <p14:cNvContentPartPr/>
              <p14:nvPr/>
            </p14:nvContentPartPr>
            <p14:xfrm>
              <a:off x="4498704" y="2146176"/>
              <a:ext cx="207000" cy="110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6FE39E2-3ACF-2519-1AEC-825E6D6DDCD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92584" y="2140056"/>
                <a:ext cx="219240" cy="12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8C28F1CD-5469-F6D9-6F73-87F51C17D38B}"/>
              </a:ext>
            </a:extLst>
          </p:cNvPr>
          <p:cNvGrpSpPr/>
          <p:nvPr/>
        </p:nvGrpSpPr>
        <p:grpSpPr>
          <a:xfrm>
            <a:off x="3309984" y="2164536"/>
            <a:ext cx="318600" cy="294480"/>
            <a:chOff x="3309984" y="2164536"/>
            <a:chExt cx="31860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7FA5176-0D2E-DD63-1374-1AA74AB35711}"/>
                    </a:ext>
                  </a:extLst>
                </p14:cNvPr>
                <p14:cNvContentPartPr/>
                <p14:nvPr/>
              </p14:nvContentPartPr>
              <p14:xfrm>
                <a:off x="3309984" y="2164536"/>
                <a:ext cx="225360" cy="130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7FA5176-0D2E-DD63-1374-1AA74AB357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03864" y="2158416"/>
                  <a:ext cx="2376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E045CCB-EB70-25D5-1073-0B4757E7A0E4}"/>
                    </a:ext>
                  </a:extLst>
                </p14:cNvPr>
                <p14:cNvContentPartPr/>
                <p14:nvPr/>
              </p14:nvContentPartPr>
              <p14:xfrm>
                <a:off x="3365064" y="2402856"/>
                <a:ext cx="360" cy="1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E045CCB-EB70-25D5-1073-0B4757E7A0E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58944" y="2396736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314A6A-9BEF-3D80-E6A1-D5589C399FF2}"/>
                    </a:ext>
                  </a:extLst>
                </p14:cNvPr>
                <p14:cNvContentPartPr/>
                <p14:nvPr/>
              </p14:nvContentPartPr>
              <p14:xfrm>
                <a:off x="3328344" y="2303856"/>
                <a:ext cx="300240" cy="155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314A6A-9BEF-3D80-E6A1-D5589C399F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322224" y="2297736"/>
                  <a:ext cx="312480" cy="16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A3E4512-F80B-6ECC-6030-A8462E4ADE53}"/>
                  </a:ext>
                </a:extLst>
              </p14:cNvPr>
              <p14:cNvContentPartPr/>
              <p14:nvPr/>
            </p14:nvContentPartPr>
            <p14:xfrm>
              <a:off x="4553424" y="2290536"/>
              <a:ext cx="187200" cy="127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A3E4512-F80B-6ECC-6030-A8462E4ADE5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47304" y="2284416"/>
                <a:ext cx="1994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F652514-345E-DCA4-5063-C69A74F502EA}"/>
                  </a:ext>
                </a:extLst>
              </p14:cNvPr>
              <p14:cNvContentPartPr/>
              <p14:nvPr/>
            </p14:nvContentPartPr>
            <p14:xfrm>
              <a:off x="3327984" y="2517336"/>
              <a:ext cx="322200" cy="1879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F652514-345E-DCA4-5063-C69A74F502E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321864" y="2511216"/>
                <a:ext cx="33444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43485E8-33DB-0782-4E6C-AFD4C7CE8F3B}"/>
                  </a:ext>
                </a:extLst>
              </p14:cNvPr>
              <p14:cNvContentPartPr/>
              <p14:nvPr/>
            </p14:nvContentPartPr>
            <p14:xfrm>
              <a:off x="4553424" y="2547216"/>
              <a:ext cx="169200" cy="10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43485E8-33DB-0782-4E6C-AFD4C7CE8F3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47304" y="2541096"/>
                <a:ext cx="18144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1F6EF7C-30F5-A2B4-783A-2AE2DEC0FD54}"/>
                  </a:ext>
                </a:extLst>
              </p14:cNvPr>
              <p14:cNvContentPartPr/>
              <p14:nvPr/>
            </p14:nvContentPartPr>
            <p14:xfrm>
              <a:off x="3410424" y="2775456"/>
              <a:ext cx="325080" cy="1069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1F6EF7C-30F5-A2B4-783A-2AE2DEC0FD5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404304" y="2769336"/>
                <a:ext cx="33732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CAAF125-F0D5-7386-E7EC-5001849B2CB9}"/>
                  </a:ext>
                </a:extLst>
              </p14:cNvPr>
              <p14:cNvContentPartPr/>
              <p14:nvPr/>
            </p14:nvContentPartPr>
            <p14:xfrm>
              <a:off x="4535064" y="2639736"/>
              <a:ext cx="290160" cy="1602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CAAF125-F0D5-7386-E7EC-5001849B2CB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528944" y="2633616"/>
                <a:ext cx="30240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CD85764-B9C9-A6B7-8BEB-F60EA416B74B}"/>
                  </a:ext>
                </a:extLst>
              </p14:cNvPr>
              <p14:cNvContentPartPr/>
              <p14:nvPr/>
            </p14:nvContentPartPr>
            <p14:xfrm>
              <a:off x="3346704" y="2947896"/>
              <a:ext cx="222120" cy="85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CD85764-B9C9-A6B7-8BEB-F60EA416B74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40584" y="2941776"/>
                <a:ext cx="23436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E99E377-474F-B1A6-6A7F-B22C03DDDB79}"/>
                  </a:ext>
                </a:extLst>
              </p14:cNvPr>
              <p14:cNvContentPartPr/>
              <p14:nvPr/>
            </p14:nvContentPartPr>
            <p14:xfrm>
              <a:off x="4581144" y="2929176"/>
              <a:ext cx="100080" cy="684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E99E377-474F-B1A6-6A7F-B22C03DDDB7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575024" y="2923056"/>
                <a:ext cx="11232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22D8FB4-B5C6-D838-99BC-626DC5FB466F}"/>
                  </a:ext>
                </a:extLst>
              </p14:cNvPr>
              <p14:cNvContentPartPr/>
              <p14:nvPr/>
            </p14:nvContentPartPr>
            <p14:xfrm>
              <a:off x="3346704" y="3085056"/>
              <a:ext cx="249840" cy="1224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22D8FB4-B5C6-D838-99BC-626DC5FB466F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40584" y="3078936"/>
                <a:ext cx="26208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ABE57B94-062A-460E-759F-1F5DA2FAEFC1}"/>
                  </a:ext>
                </a:extLst>
              </p14:cNvPr>
              <p14:cNvContentPartPr/>
              <p14:nvPr/>
            </p14:nvContentPartPr>
            <p14:xfrm>
              <a:off x="4562064" y="3075336"/>
              <a:ext cx="95040" cy="1166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ABE57B94-062A-460E-759F-1F5DA2FAEFC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555944" y="3069216"/>
                <a:ext cx="10728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FEEEC929-7F2C-C8A6-A581-52CBFE03875E}"/>
              </a:ext>
            </a:extLst>
          </p:cNvPr>
          <p:cNvGrpSpPr/>
          <p:nvPr/>
        </p:nvGrpSpPr>
        <p:grpSpPr>
          <a:xfrm>
            <a:off x="3365064" y="3298536"/>
            <a:ext cx="298800" cy="300960"/>
            <a:chOff x="3365064" y="3298536"/>
            <a:chExt cx="29880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ADF8B5D-809B-7EDF-F28E-4A1A815B1C7E}"/>
                    </a:ext>
                  </a:extLst>
                </p14:cNvPr>
                <p14:cNvContentPartPr/>
                <p14:nvPr/>
              </p14:nvContentPartPr>
              <p14:xfrm>
                <a:off x="3401424" y="3298536"/>
                <a:ext cx="171000" cy="11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ADF8B5D-809B-7EDF-F28E-4A1A815B1C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95304" y="3292416"/>
                  <a:ext cx="1832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CF3F841-31AB-9B18-A80D-5D2468F07BB5}"/>
                    </a:ext>
                  </a:extLst>
                </p14:cNvPr>
                <p14:cNvContentPartPr/>
                <p14:nvPr/>
              </p14:nvContentPartPr>
              <p14:xfrm>
                <a:off x="3365064" y="3462696"/>
                <a:ext cx="298800" cy="136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CF3F841-31AB-9B18-A80D-5D2468F07BB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58944" y="3456576"/>
                  <a:ext cx="3110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CDD971-54C6-9337-8A64-927002E6E96E}"/>
              </a:ext>
            </a:extLst>
          </p:cNvPr>
          <p:cNvGrpSpPr/>
          <p:nvPr/>
        </p:nvGrpSpPr>
        <p:grpSpPr>
          <a:xfrm>
            <a:off x="4516704" y="3277656"/>
            <a:ext cx="265320" cy="290520"/>
            <a:chOff x="4516704" y="3277656"/>
            <a:chExt cx="26532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CC59DD-7908-7BBF-3740-68E1826E2A54}"/>
                    </a:ext>
                  </a:extLst>
                </p14:cNvPr>
                <p14:cNvContentPartPr/>
                <p14:nvPr/>
              </p14:nvContentPartPr>
              <p14:xfrm>
                <a:off x="4526064" y="3277656"/>
                <a:ext cx="132120" cy="129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CC59DD-7908-7BBF-3740-68E1826E2A5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19944" y="3271536"/>
                  <a:ext cx="144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3549D4F-7DB3-C6BE-BBE9-2FEF838A0008}"/>
                    </a:ext>
                  </a:extLst>
                </p14:cNvPr>
                <p14:cNvContentPartPr/>
                <p14:nvPr/>
              </p14:nvContentPartPr>
              <p14:xfrm>
                <a:off x="4516704" y="3471336"/>
                <a:ext cx="265320" cy="96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3549D4F-7DB3-C6BE-BBE9-2FEF838A00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10584" y="3465216"/>
                  <a:ext cx="277560" cy="10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399E5C4F-AAF5-CD82-1544-D4F4C23A9A10}"/>
                  </a:ext>
                </a:extLst>
              </p14:cNvPr>
              <p14:cNvContentPartPr/>
              <p14:nvPr/>
            </p14:nvContentPartPr>
            <p14:xfrm>
              <a:off x="3337344" y="3679056"/>
              <a:ext cx="273960" cy="1418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399E5C4F-AAF5-CD82-1544-D4F4C23A9A1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331224" y="3672936"/>
                <a:ext cx="28620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86E06E0-2F01-D0E2-391C-4F41413660B9}"/>
                  </a:ext>
                </a:extLst>
              </p14:cNvPr>
              <p14:cNvContentPartPr/>
              <p14:nvPr/>
            </p14:nvContentPartPr>
            <p14:xfrm>
              <a:off x="4516704" y="3651696"/>
              <a:ext cx="185760" cy="1440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86E06E0-2F01-D0E2-391C-4F41413660B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510584" y="3645576"/>
                <a:ext cx="198000" cy="15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A7A2E118-A4C8-636D-20BC-20B4CD088512}"/>
              </a:ext>
            </a:extLst>
          </p:cNvPr>
          <p:cNvGrpSpPr/>
          <p:nvPr/>
        </p:nvGrpSpPr>
        <p:grpSpPr>
          <a:xfrm>
            <a:off x="3383064" y="3849336"/>
            <a:ext cx="337680" cy="294120"/>
            <a:chOff x="3383064" y="3849336"/>
            <a:chExt cx="33768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DDB0422-63B7-A76D-D212-D67D0FFB5574}"/>
                    </a:ext>
                  </a:extLst>
                </p14:cNvPr>
                <p14:cNvContentPartPr/>
                <p14:nvPr/>
              </p14:nvContentPartPr>
              <p14:xfrm>
                <a:off x="3383064" y="3849336"/>
                <a:ext cx="337680" cy="145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DDB0422-63B7-A76D-D212-D67D0FFB557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376944" y="3843216"/>
                  <a:ext cx="349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40AE281-1C7C-7BEB-BC2B-4F5A73EF886F}"/>
                    </a:ext>
                  </a:extLst>
                </p14:cNvPr>
                <p14:cNvContentPartPr/>
                <p14:nvPr/>
              </p14:nvContentPartPr>
              <p14:xfrm>
                <a:off x="3410424" y="4053816"/>
                <a:ext cx="227880" cy="8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40AE281-1C7C-7BEB-BC2B-4F5A73EF886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04304" y="4047696"/>
                  <a:ext cx="24012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B91BFBF-C84E-D645-0481-3C6803BCAB92}"/>
              </a:ext>
            </a:extLst>
          </p:cNvPr>
          <p:cNvGrpSpPr/>
          <p:nvPr/>
        </p:nvGrpSpPr>
        <p:grpSpPr>
          <a:xfrm>
            <a:off x="4535064" y="3856176"/>
            <a:ext cx="206280" cy="296640"/>
            <a:chOff x="4535064" y="3856176"/>
            <a:chExt cx="20628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39C86F4-1F83-5318-CAD8-862C8788D384}"/>
                    </a:ext>
                  </a:extLst>
                </p14:cNvPr>
                <p14:cNvContentPartPr/>
                <p14:nvPr/>
              </p14:nvContentPartPr>
              <p14:xfrm>
                <a:off x="4535064" y="3856176"/>
                <a:ext cx="189720" cy="94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39C86F4-1F83-5318-CAD8-862C8788D38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28944" y="3850056"/>
                  <a:ext cx="2019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5B6784-98FA-713C-B423-6313B1D3C1B0}"/>
                    </a:ext>
                  </a:extLst>
                </p14:cNvPr>
                <p14:cNvContentPartPr/>
                <p14:nvPr/>
              </p14:nvContentPartPr>
              <p14:xfrm>
                <a:off x="4535064" y="4010256"/>
                <a:ext cx="206280" cy="142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5B6784-98FA-713C-B423-6313B1D3C1B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528944" y="4004136"/>
                  <a:ext cx="21852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8BA72A4-2627-2442-283D-8AA6617D4F0E}"/>
                  </a:ext>
                </a:extLst>
              </p14:cNvPr>
              <p14:cNvContentPartPr/>
              <p14:nvPr/>
            </p14:nvContentPartPr>
            <p14:xfrm>
              <a:off x="3374064" y="4249656"/>
              <a:ext cx="171360" cy="8028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8BA72A4-2627-2442-283D-8AA6617D4F0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367944" y="4243536"/>
                <a:ext cx="18360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3BFED6BC-3A69-4DF9-39D5-8D0E7FD3F7CF}"/>
              </a:ext>
            </a:extLst>
          </p:cNvPr>
          <p:cNvGrpSpPr/>
          <p:nvPr/>
        </p:nvGrpSpPr>
        <p:grpSpPr>
          <a:xfrm>
            <a:off x="3354624" y="4422816"/>
            <a:ext cx="249480" cy="279720"/>
            <a:chOff x="3354624" y="4422816"/>
            <a:chExt cx="24948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D74E0A9-90DF-8C82-AFFE-370C5D3883A9}"/>
                    </a:ext>
                  </a:extLst>
                </p14:cNvPr>
                <p14:cNvContentPartPr/>
                <p14:nvPr/>
              </p14:nvContentPartPr>
              <p14:xfrm>
                <a:off x="3373704" y="4422816"/>
                <a:ext cx="170640" cy="104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D74E0A9-90DF-8C82-AFFE-370C5D3883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367584" y="4416696"/>
                  <a:ext cx="182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CA93CB5-2491-D697-A4DB-9996F6B95B09}"/>
                    </a:ext>
                  </a:extLst>
                </p14:cNvPr>
                <p14:cNvContentPartPr/>
                <p14:nvPr/>
              </p14:nvContentPartPr>
              <p14:xfrm>
                <a:off x="3354624" y="4579416"/>
                <a:ext cx="249480" cy="123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CA93CB5-2491-D697-A4DB-9996F6B95B0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348504" y="4573296"/>
                  <a:ext cx="26172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FDBC214-75A0-A423-406A-37F14F33ED5C}"/>
                  </a:ext>
                </a:extLst>
              </p14:cNvPr>
              <p14:cNvContentPartPr/>
              <p14:nvPr/>
            </p14:nvContentPartPr>
            <p14:xfrm>
              <a:off x="3346704" y="4798296"/>
              <a:ext cx="306000" cy="17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FDBC214-75A0-A423-406A-37F14F33ED5C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340584" y="4792176"/>
                <a:ext cx="318240" cy="18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A8FD34AD-323F-B41F-4AAE-A72DF98D2BC2}"/>
              </a:ext>
            </a:extLst>
          </p:cNvPr>
          <p:cNvGrpSpPr/>
          <p:nvPr/>
        </p:nvGrpSpPr>
        <p:grpSpPr>
          <a:xfrm>
            <a:off x="4526064" y="4249296"/>
            <a:ext cx="250920" cy="533520"/>
            <a:chOff x="4526064" y="4249296"/>
            <a:chExt cx="250920" cy="53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3AC5B7E-866A-5691-B75A-78136F3F8AEB}"/>
                    </a:ext>
                  </a:extLst>
                </p14:cNvPr>
                <p14:cNvContentPartPr/>
                <p14:nvPr/>
              </p14:nvContentPartPr>
              <p14:xfrm>
                <a:off x="4526064" y="4249296"/>
                <a:ext cx="216360" cy="11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3AC5B7E-866A-5691-B75A-78136F3F8AE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19944" y="4243176"/>
                  <a:ext cx="2286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EC76C64-C66A-DD0F-01BC-299CFAE6BC54}"/>
                    </a:ext>
                  </a:extLst>
                </p14:cNvPr>
                <p14:cNvContentPartPr/>
                <p14:nvPr/>
              </p14:nvContentPartPr>
              <p14:xfrm>
                <a:off x="4534704" y="4422096"/>
                <a:ext cx="180360" cy="148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EC76C64-C66A-DD0F-01BC-299CFAE6BC5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28584" y="4415976"/>
                  <a:ext cx="19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C75B0DF-A419-8757-0E3F-7CE3D343D29E}"/>
                    </a:ext>
                  </a:extLst>
                </p14:cNvPr>
                <p14:cNvContentPartPr/>
                <p14:nvPr/>
              </p14:nvContentPartPr>
              <p14:xfrm>
                <a:off x="4552704" y="4627656"/>
                <a:ext cx="224280" cy="155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C75B0DF-A419-8757-0E3F-7CE3D343D29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46584" y="4621536"/>
                  <a:ext cx="236520" cy="16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DEE4730-E246-85DF-696F-560E0E95314D}"/>
                  </a:ext>
                </a:extLst>
              </p14:cNvPr>
              <p14:cNvContentPartPr/>
              <p14:nvPr/>
            </p14:nvContentPartPr>
            <p14:xfrm>
              <a:off x="4498704" y="4891896"/>
              <a:ext cx="247680" cy="583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DEE4730-E246-85DF-696F-560E0E95314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492584" y="4885776"/>
                <a:ext cx="2599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4BC8900D-2E3E-A62D-B3C3-ACBDE025BB03}"/>
                  </a:ext>
                </a:extLst>
              </p14:cNvPr>
              <p14:cNvContentPartPr/>
              <p14:nvPr/>
            </p14:nvContentPartPr>
            <p14:xfrm>
              <a:off x="3410424" y="4971816"/>
              <a:ext cx="253080" cy="1227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4BC8900D-2E3E-A62D-B3C3-ACBDE025BB0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404304" y="4965696"/>
                <a:ext cx="26532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9317E15-C755-E268-3ED4-3501F829973D}"/>
                  </a:ext>
                </a:extLst>
              </p14:cNvPr>
              <p14:cNvContentPartPr/>
              <p14:nvPr/>
            </p14:nvContentPartPr>
            <p14:xfrm>
              <a:off x="4507704" y="4970736"/>
              <a:ext cx="270360" cy="1674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9317E15-C755-E268-3ED4-3501F829973D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501584" y="4964616"/>
                <a:ext cx="28260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C0290B2-8F4A-8102-2C64-D11E5DA12B1E}"/>
                  </a:ext>
                </a:extLst>
              </p14:cNvPr>
              <p14:cNvContentPartPr/>
              <p14:nvPr/>
            </p14:nvContentPartPr>
            <p14:xfrm>
              <a:off x="3346344" y="5183856"/>
              <a:ext cx="200520" cy="1418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C0290B2-8F4A-8102-2C64-D11E5DA12B1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340224" y="5177736"/>
                <a:ext cx="212760" cy="15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58684BF6-1363-6C3E-518C-55233E604A28}"/>
              </a:ext>
            </a:extLst>
          </p:cNvPr>
          <p:cNvGrpSpPr/>
          <p:nvPr/>
        </p:nvGrpSpPr>
        <p:grpSpPr>
          <a:xfrm>
            <a:off x="4498704" y="5223816"/>
            <a:ext cx="298800" cy="493560"/>
            <a:chOff x="4498704" y="5223816"/>
            <a:chExt cx="29880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0804EDF-C1E8-B2F9-3B26-9E62397E92F2}"/>
                    </a:ext>
                  </a:extLst>
                </p14:cNvPr>
                <p14:cNvContentPartPr/>
                <p14:nvPr/>
              </p14:nvContentPartPr>
              <p14:xfrm>
                <a:off x="4498704" y="5223816"/>
                <a:ext cx="212760" cy="81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0804EDF-C1E8-B2F9-3B26-9E62397E92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92584" y="5217696"/>
                  <a:ext cx="2250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1000A1A-42FA-09FB-FA4E-3B09C3F2E604}"/>
                    </a:ext>
                  </a:extLst>
                </p14:cNvPr>
                <p14:cNvContentPartPr/>
                <p14:nvPr/>
              </p14:nvContentPartPr>
              <p14:xfrm>
                <a:off x="4524984" y="5352696"/>
                <a:ext cx="214560" cy="167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1000A1A-42FA-09FB-FA4E-3B09C3F2E6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18864" y="5346576"/>
                  <a:ext cx="226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F4A4708-4D0C-C17B-146B-DA63A4AE8A0F}"/>
                    </a:ext>
                  </a:extLst>
                </p14:cNvPr>
                <p14:cNvContentPartPr/>
                <p14:nvPr/>
              </p14:nvContentPartPr>
              <p14:xfrm>
                <a:off x="4526064" y="5575176"/>
                <a:ext cx="271440" cy="142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F4A4708-4D0C-C17B-146B-DA63A4AE8A0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519944" y="5569056"/>
                  <a:ext cx="283680" cy="15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C64689FB-B8FE-F6F7-9399-C1AA19AE690B}"/>
                  </a:ext>
                </a:extLst>
              </p14:cNvPr>
              <p14:cNvContentPartPr/>
              <p14:nvPr/>
            </p14:nvContentPartPr>
            <p14:xfrm>
              <a:off x="4516704" y="5771016"/>
              <a:ext cx="147240" cy="11376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C64689FB-B8FE-F6F7-9399-C1AA19AE690B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4510584" y="5764896"/>
                <a:ext cx="15948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C3E7F27F-F548-9BF7-552E-908125050468}"/>
              </a:ext>
            </a:extLst>
          </p:cNvPr>
          <p:cNvGrpSpPr/>
          <p:nvPr/>
        </p:nvGrpSpPr>
        <p:grpSpPr>
          <a:xfrm>
            <a:off x="3374064" y="5364936"/>
            <a:ext cx="408960" cy="689040"/>
            <a:chOff x="3374064" y="5364936"/>
            <a:chExt cx="408960" cy="68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AE7531F-962B-9E24-2ABF-EFD0260461E3}"/>
                    </a:ext>
                  </a:extLst>
                </p14:cNvPr>
                <p14:cNvContentPartPr/>
                <p14:nvPr/>
              </p14:nvContentPartPr>
              <p14:xfrm>
                <a:off x="3456144" y="5364936"/>
                <a:ext cx="189000" cy="112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AE7531F-962B-9E24-2ABF-EFD0260461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50024" y="5358816"/>
                  <a:ext cx="2012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961A71F-6597-81C6-7AD4-C973B4F6B66D}"/>
                    </a:ext>
                  </a:extLst>
                </p14:cNvPr>
                <p14:cNvContentPartPr/>
                <p14:nvPr/>
              </p14:nvContentPartPr>
              <p14:xfrm>
                <a:off x="3410424" y="5542776"/>
                <a:ext cx="275760" cy="133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961A71F-6597-81C6-7AD4-C973B4F6B66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04304" y="5536656"/>
                  <a:ext cx="288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958C6A8-4BED-5952-84A6-B5C38DF7E21D}"/>
                    </a:ext>
                  </a:extLst>
                </p14:cNvPr>
                <p14:cNvContentPartPr/>
                <p14:nvPr/>
              </p14:nvContentPartPr>
              <p14:xfrm>
                <a:off x="3392064" y="5801976"/>
                <a:ext cx="276480" cy="9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958C6A8-4BED-5952-84A6-B5C38DF7E21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85944" y="5795856"/>
                  <a:ext cx="2887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8385E1-DC43-24F0-DDFF-CE8C3C8FC56F}"/>
                    </a:ext>
                  </a:extLst>
                </p14:cNvPr>
                <p14:cNvContentPartPr/>
                <p14:nvPr/>
              </p14:nvContentPartPr>
              <p14:xfrm>
                <a:off x="3374064" y="5730696"/>
                <a:ext cx="408960" cy="155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8385E1-DC43-24F0-DDFF-CE8C3C8FC5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67944" y="5724576"/>
                  <a:ext cx="421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819A229-E95F-CBFF-EAEB-26A933A46396}"/>
                    </a:ext>
                  </a:extLst>
                </p14:cNvPr>
                <p14:cNvContentPartPr/>
                <p14:nvPr/>
              </p14:nvContentPartPr>
              <p14:xfrm>
                <a:off x="3410424" y="5941656"/>
                <a:ext cx="191520" cy="112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819A229-E95F-CBFF-EAEB-26A933A4639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04304" y="5935536"/>
                  <a:ext cx="203760" cy="12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1734DE4-32F4-3C5E-C9EA-CF2EF58AD3B1}"/>
                  </a:ext>
                </a:extLst>
              </p14:cNvPr>
              <p14:cNvContentPartPr/>
              <p14:nvPr/>
            </p14:nvContentPartPr>
            <p14:xfrm>
              <a:off x="4553424" y="5946336"/>
              <a:ext cx="203760" cy="13896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1734DE4-32F4-3C5E-C9EA-CF2EF58AD3B1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4547304" y="5940216"/>
                <a:ext cx="21600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B469F49-E5EC-1AB7-3C2B-05402C91325C}"/>
                  </a:ext>
                </a:extLst>
              </p14:cNvPr>
              <p14:cNvContentPartPr/>
              <p14:nvPr/>
            </p14:nvContentPartPr>
            <p14:xfrm>
              <a:off x="4571784" y="6111216"/>
              <a:ext cx="230400" cy="14220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B469F49-E5EC-1AB7-3C2B-05402C91325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4565664" y="6105096"/>
                <a:ext cx="242640" cy="15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EB1766DE-4408-61AA-3C18-666FCCAB1935}"/>
              </a:ext>
            </a:extLst>
          </p:cNvPr>
          <p:cNvGrpSpPr/>
          <p:nvPr/>
        </p:nvGrpSpPr>
        <p:grpSpPr>
          <a:xfrm>
            <a:off x="3401424" y="6178536"/>
            <a:ext cx="298080" cy="268200"/>
            <a:chOff x="3401424" y="6178536"/>
            <a:chExt cx="29808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982053D-A999-FEC6-FA42-EC8D3FA2A49C}"/>
                    </a:ext>
                  </a:extLst>
                </p14:cNvPr>
                <p14:cNvContentPartPr/>
                <p14:nvPr/>
              </p14:nvContentPartPr>
              <p14:xfrm>
                <a:off x="3428784" y="6178536"/>
                <a:ext cx="116280" cy="80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982053D-A999-FEC6-FA42-EC8D3FA2A49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22664" y="6172416"/>
                  <a:ext cx="1285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7C7D626-7A90-5460-F587-944374BB4EE8}"/>
                    </a:ext>
                  </a:extLst>
                </p14:cNvPr>
                <p14:cNvContentPartPr/>
                <p14:nvPr/>
              </p14:nvContentPartPr>
              <p14:xfrm>
                <a:off x="3401424" y="6305976"/>
                <a:ext cx="298080" cy="140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7C7D626-7A90-5460-F587-944374BB4E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395304" y="6299856"/>
                  <a:ext cx="310320" cy="15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F794D7AB-7F76-8D21-3142-7F02DD5F05A3}"/>
                  </a:ext>
                </a:extLst>
              </p14:cNvPr>
              <p14:cNvContentPartPr/>
              <p14:nvPr/>
            </p14:nvContentPartPr>
            <p14:xfrm>
              <a:off x="4571784" y="6370776"/>
              <a:ext cx="253440" cy="10548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F794D7AB-7F76-8D21-3142-7F02DD5F05A3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565664" y="6364656"/>
                <a:ext cx="265680" cy="1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8490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482E2-960A-D8DF-EFB1-B8F48265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dirty="0"/>
              <a:t>Wall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CA35A-3B68-B159-E676-DCC4D1583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599" y="917314"/>
            <a:ext cx="3746960" cy="46452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E4F9A2-50F0-F716-9467-CEE9496B061B}"/>
              </a:ext>
            </a:extLst>
          </p:cNvPr>
          <p:cNvSpPr txBox="1"/>
          <p:nvPr/>
        </p:nvSpPr>
        <p:spPr>
          <a:xfrm>
            <a:off x="7900416" y="652373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4647D0-804F-68B6-FA65-CD3B49280894}"/>
              </a:ext>
            </a:extLst>
          </p:cNvPr>
          <p:cNvSpPr txBox="1"/>
          <p:nvPr/>
        </p:nvSpPr>
        <p:spPr>
          <a:xfrm>
            <a:off x="10415288" y="134201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7D7373-D1D4-EA80-7196-4FC30E2EC6D2}"/>
              </a:ext>
            </a:extLst>
          </p:cNvPr>
          <p:cNvSpPr txBox="1"/>
          <p:nvPr/>
        </p:nvSpPr>
        <p:spPr>
          <a:xfrm>
            <a:off x="10358252" y="182018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79927-E909-ED69-621E-2CC16285A64A}"/>
              </a:ext>
            </a:extLst>
          </p:cNvPr>
          <p:cNvSpPr txBox="1"/>
          <p:nvPr/>
        </p:nvSpPr>
        <p:spPr>
          <a:xfrm>
            <a:off x="10403532" y="259616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1E5095-09DF-8159-903F-503B2A53698F}"/>
              </a:ext>
            </a:extLst>
          </p:cNvPr>
          <p:cNvSpPr txBox="1"/>
          <p:nvPr/>
        </p:nvSpPr>
        <p:spPr>
          <a:xfrm>
            <a:off x="10467121" y="35148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5D4B50-73C5-4656-8E79-663648723682}"/>
              </a:ext>
            </a:extLst>
          </p:cNvPr>
          <p:cNvSpPr txBox="1"/>
          <p:nvPr/>
        </p:nvSpPr>
        <p:spPr>
          <a:xfrm>
            <a:off x="10481683" y="410119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B333F-3843-2B89-DAE8-04EA92C349D7}"/>
              </a:ext>
            </a:extLst>
          </p:cNvPr>
          <p:cNvSpPr txBox="1"/>
          <p:nvPr/>
        </p:nvSpPr>
        <p:spPr>
          <a:xfrm>
            <a:off x="8074502" y="639668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170</a:t>
            </a:r>
            <a:endParaRPr lang="en-SG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7AED3A-C2B6-2C19-FCDB-79D43E6B440D}"/>
              </a:ext>
            </a:extLst>
          </p:cNvPr>
          <p:cNvSpPr txBox="1"/>
          <p:nvPr/>
        </p:nvSpPr>
        <p:spPr>
          <a:xfrm>
            <a:off x="8746665" y="607903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770</a:t>
            </a:r>
            <a:endParaRPr lang="en-SG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EB721D-9FA7-A482-AD3F-0D453A844D44}"/>
              </a:ext>
            </a:extLst>
          </p:cNvPr>
          <p:cNvSpPr txBox="1"/>
          <p:nvPr/>
        </p:nvSpPr>
        <p:spPr>
          <a:xfrm>
            <a:off x="9418828" y="639667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1270</a:t>
            </a:r>
            <a:endParaRPr lang="en-SG" sz="1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91C1624-E8B6-64A5-80A5-A0B0A78B6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011" y="3753479"/>
            <a:ext cx="5277587" cy="6954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1267B89-BF62-F21B-0FD4-FACC5727FBA7}"/>
                  </a:ext>
                </a:extLst>
              </p14:cNvPr>
              <p14:cNvContentPartPr/>
              <p14:nvPr/>
            </p14:nvContentPartPr>
            <p14:xfrm>
              <a:off x="5440464" y="3644136"/>
              <a:ext cx="241920" cy="1836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1267B89-BF62-F21B-0FD4-FACC5727FB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34344" y="3638016"/>
                <a:ext cx="254160" cy="19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DD26727-8CF2-F2CF-D098-B975B165462A}"/>
              </a:ext>
            </a:extLst>
          </p:cNvPr>
          <p:cNvGrpSpPr/>
          <p:nvPr/>
        </p:nvGrpSpPr>
        <p:grpSpPr>
          <a:xfrm>
            <a:off x="4836744" y="3644856"/>
            <a:ext cx="322560" cy="817200"/>
            <a:chOff x="4836744" y="3644856"/>
            <a:chExt cx="322560" cy="81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D6755A2-1C56-EB7D-33A2-3D5F31410337}"/>
                    </a:ext>
                  </a:extLst>
                </p14:cNvPr>
                <p14:cNvContentPartPr/>
                <p14:nvPr/>
              </p14:nvContentPartPr>
              <p14:xfrm>
                <a:off x="4836744" y="3644856"/>
                <a:ext cx="224640" cy="210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D6755A2-1C56-EB7D-33A2-3D5F314103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30624" y="3638736"/>
                  <a:ext cx="2368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DB1B4D9-57D2-4464-27AA-25D62DFCEF42}"/>
                    </a:ext>
                  </a:extLst>
                </p14:cNvPr>
                <p14:cNvContentPartPr/>
                <p14:nvPr/>
              </p14:nvContentPartPr>
              <p14:xfrm>
                <a:off x="4846104" y="3843576"/>
                <a:ext cx="304560" cy="21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DB1B4D9-57D2-4464-27AA-25D62DFCEF4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39984" y="3837456"/>
                  <a:ext cx="3168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1F56619-DFBF-149F-D625-F374B8719286}"/>
                    </a:ext>
                  </a:extLst>
                </p14:cNvPr>
                <p14:cNvContentPartPr/>
                <p14:nvPr/>
              </p14:nvContentPartPr>
              <p14:xfrm>
                <a:off x="4855104" y="4054176"/>
                <a:ext cx="304200" cy="181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1F56619-DFBF-149F-D625-F374B87192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48984" y="4048056"/>
                  <a:ext cx="316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5E2988-3E2F-9C4A-0322-AE900AC02DD1}"/>
                    </a:ext>
                  </a:extLst>
                </p14:cNvPr>
                <p14:cNvContentPartPr/>
                <p14:nvPr/>
              </p14:nvContentPartPr>
              <p14:xfrm>
                <a:off x="4846104" y="4306176"/>
                <a:ext cx="273600" cy="155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5E2988-3E2F-9C4A-0322-AE900AC02DD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39984" y="4300056"/>
                  <a:ext cx="28584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9B5EFE-25A0-8995-EA67-79DD8ECED80B}"/>
              </a:ext>
            </a:extLst>
          </p:cNvPr>
          <p:cNvGrpSpPr/>
          <p:nvPr/>
        </p:nvGrpSpPr>
        <p:grpSpPr>
          <a:xfrm>
            <a:off x="5467824" y="3861936"/>
            <a:ext cx="268560" cy="545400"/>
            <a:chOff x="5467824" y="3861936"/>
            <a:chExt cx="268560" cy="54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F5FBFD-6938-4931-2E5C-19FC2CBFA18D}"/>
                    </a:ext>
                  </a:extLst>
                </p14:cNvPr>
                <p14:cNvContentPartPr/>
                <p14:nvPr/>
              </p14:nvContentPartPr>
              <p14:xfrm>
                <a:off x="5477184" y="3861936"/>
                <a:ext cx="259200" cy="196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F5FBFD-6938-4931-2E5C-19FC2CBFA18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71064" y="3855816"/>
                  <a:ext cx="2714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876B416-11B9-C45D-2800-056290C8FD95}"/>
                    </a:ext>
                  </a:extLst>
                </p14:cNvPr>
                <p14:cNvContentPartPr/>
                <p14:nvPr/>
              </p14:nvContentPartPr>
              <p14:xfrm>
                <a:off x="5467824" y="4130496"/>
                <a:ext cx="245880" cy="131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876B416-11B9-C45D-2800-056290C8FD9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61704" y="4124376"/>
                  <a:ext cx="2581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D0DA851-4B6A-1828-0E90-CB862945AA3E}"/>
                    </a:ext>
                  </a:extLst>
                </p14:cNvPr>
                <p14:cNvContentPartPr/>
                <p14:nvPr/>
              </p14:nvContentPartPr>
              <p14:xfrm>
                <a:off x="5467824" y="4274856"/>
                <a:ext cx="222120" cy="132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D0DA851-4B6A-1828-0E90-CB862945AA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61704" y="4268736"/>
                  <a:ext cx="234360" cy="14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40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1BEDE-DDE3-5402-D002-7876859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8E56C2-A41C-93E8-F82B-82D8B8FF4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102" y="657225"/>
            <a:ext cx="2561079" cy="5395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87AFF3-19FA-77C3-D12A-CAA6E2EF233C}"/>
              </a:ext>
            </a:extLst>
          </p:cNvPr>
          <p:cNvSpPr txBox="1"/>
          <p:nvPr/>
        </p:nvSpPr>
        <p:spPr>
          <a:xfrm>
            <a:off x="7332192" y="14917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242449-3991-87D9-C011-12819C009902}"/>
              </a:ext>
            </a:extLst>
          </p:cNvPr>
          <p:cNvSpPr txBox="1"/>
          <p:nvPr/>
        </p:nvSpPr>
        <p:spPr>
          <a:xfrm>
            <a:off x="7275156" y="206772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6F5D06-7942-7A27-AD1A-845528B7840E}"/>
              </a:ext>
            </a:extLst>
          </p:cNvPr>
          <p:cNvSpPr txBox="1"/>
          <p:nvPr/>
        </p:nvSpPr>
        <p:spPr>
          <a:xfrm>
            <a:off x="7275155" y="2986474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FA51F5-2CD8-E76A-EE4C-7ED5C9CE1442}"/>
              </a:ext>
            </a:extLst>
          </p:cNvPr>
          <p:cNvSpPr txBox="1"/>
          <p:nvPr/>
        </p:nvSpPr>
        <p:spPr>
          <a:xfrm>
            <a:off x="7393907" y="389786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72D9C4-CC04-78B1-37DD-1D63EED8BE94}"/>
              </a:ext>
            </a:extLst>
          </p:cNvPr>
          <p:cNvSpPr txBox="1"/>
          <p:nvPr/>
        </p:nvSpPr>
        <p:spPr>
          <a:xfrm>
            <a:off x="7393907" y="480926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D2157D-4385-EDB0-8ADC-ECB25A91AC8E}"/>
              </a:ext>
            </a:extLst>
          </p:cNvPr>
          <p:cNvSpPr txBox="1"/>
          <p:nvPr/>
        </p:nvSpPr>
        <p:spPr>
          <a:xfrm>
            <a:off x="8888113" y="62057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70</a:t>
            </a:r>
            <a:endParaRPr lang="en-SG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6FE518-93E6-9946-1BF9-AC354C4C9901}"/>
              </a:ext>
            </a:extLst>
          </p:cNvPr>
          <p:cNvSpPr txBox="1"/>
          <p:nvPr/>
        </p:nvSpPr>
        <p:spPr>
          <a:xfrm>
            <a:off x="9609470" y="62057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515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1C8D63-F8F1-3262-0D16-C734A6CEE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294" y="3695596"/>
            <a:ext cx="5268060" cy="7240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728A223-B4D9-AECF-507C-C51F7CF6C9B7}"/>
                  </a:ext>
                </a:extLst>
              </p14:cNvPr>
              <p14:cNvContentPartPr/>
              <p14:nvPr/>
            </p14:nvContentPartPr>
            <p14:xfrm>
              <a:off x="4169304" y="3697776"/>
              <a:ext cx="213120" cy="123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728A223-B4D9-AECF-507C-C51F7CF6C9B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63184" y="3691656"/>
                <a:ext cx="22536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7B26B41-B6C1-EC2A-2A64-7AD584ADE6E3}"/>
                  </a:ext>
                </a:extLst>
              </p14:cNvPr>
              <p14:cNvContentPartPr/>
              <p14:nvPr/>
            </p14:nvContentPartPr>
            <p14:xfrm>
              <a:off x="5330664" y="3632616"/>
              <a:ext cx="322920" cy="173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7B26B41-B6C1-EC2A-2A64-7AD584ADE6E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24544" y="3626496"/>
                <a:ext cx="335160" cy="18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C6E79CC2-9A3D-EB91-2032-4937553B3B43}"/>
              </a:ext>
            </a:extLst>
          </p:cNvPr>
          <p:cNvGrpSpPr/>
          <p:nvPr/>
        </p:nvGrpSpPr>
        <p:grpSpPr>
          <a:xfrm>
            <a:off x="4150584" y="3924936"/>
            <a:ext cx="248760" cy="226800"/>
            <a:chOff x="4150584" y="3924936"/>
            <a:chExt cx="24876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D9A37C4-4E8D-4172-AB17-34624EC87BCD}"/>
                    </a:ext>
                  </a:extLst>
                </p14:cNvPr>
                <p14:cNvContentPartPr/>
                <p14:nvPr/>
              </p14:nvContentPartPr>
              <p14:xfrm>
                <a:off x="4150584" y="3924936"/>
                <a:ext cx="248760" cy="9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D9A37C4-4E8D-4172-AB17-34624EC87BC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44464" y="3918816"/>
                  <a:ext cx="261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A3871A0-3D1C-126C-C0C2-AF5306159FBF}"/>
                    </a:ext>
                  </a:extLst>
                </p14:cNvPr>
                <p14:cNvContentPartPr/>
                <p14:nvPr/>
              </p14:nvContentPartPr>
              <p14:xfrm>
                <a:off x="4196664" y="4075056"/>
                <a:ext cx="196920" cy="76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A3871A0-3D1C-126C-C0C2-AF5306159FB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190544" y="4068936"/>
                  <a:ext cx="209160" cy="8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9134FF-8487-A172-7AE8-2D759814196B}"/>
                  </a:ext>
                </a:extLst>
              </p14:cNvPr>
              <p14:cNvContentPartPr/>
              <p14:nvPr/>
            </p14:nvContentPartPr>
            <p14:xfrm>
              <a:off x="4206024" y="4269456"/>
              <a:ext cx="178920" cy="957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9134FF-8487-A172-7AE8-2D759814196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199904" y="4263336"/>
                <a:ext cx="19116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633BF0B-8B3D-8034-A17E-901D70E9315D}"/>
                  </a:ext>
                </a:extLst>
              </p14:cNvPr>
              <p14:cNvContentPartPr/>
              <p14:nvPr/>
            </p14:nvContentPartPr>
            <p14:xfrm>
              <a:off x="5340024" y="3944376"/>
              <a:ext cx="241560" cy="712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633BF0B-8B3D-8034-A17E-901D70E9315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333904" y="3938256"/>
                <a:ext cx="2538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9449AA1-58E3-6213-4490-03B5EFFE5F23}"/>
                  </a:ext>
                </a:extLst>
              </p14:cNvPr>
              <p14:cNvContentPartPr/>
              <p14:nvPr/>
            </p14:nvContentPartPr>
            <p14:xfrm>
              <a:off x="5348664" y="4105656"/>
              <a:ext cx="230040" cy="111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9449AA1-58E3-6213-4490-03B5EFFE5F2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342544" y="4099536"/>
                <a:ext cx="24228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7E24BD-9090-B3BA-DAAB-6BAF60503A07}"/>
                  </a:ext>
                </a:extLst>
              </p14:cNvPr>
              <p14:cNvContentPartPr/>
              <p14:nvPr/>
            </p14:nvContentPartPr>
            <p14:xfrm>
              <a:off x="5284944" y="4322736"/>
              <a:ext cx="335520" cy="191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7E24BD-9090-B3BA-DAAB-6BAF60503A07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278824" y="4316616"/>
                <a:ext cx="347760" cy="20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53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0140E9-66A7-D958-6523-5B80C1E3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0AB062-6D29-29B1-3C41-5D54489E9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568" y="914400"/>
            <a:ext cx="3996485" cy="4952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98962A-9060-6CAE-C5AE-6D7BAC3DD2C9}"/>
              </a:ext>
            </a:extLst>
          </p:cNvPr>
          <p:cNvSpPr txBox="1"/>
          <p:nvPr/>
        </p:nvSpPr>
        <p:spPr>
          <a:xfrm>
            <a:off x="6412906" y="14917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A386A9-C064-234F-FAAF-961E8390EDF4}"/>
              </a:ext>
            </a:extLst>
          </p:cNvPr>
          <p:cNvSpPr txBox="1"/>
          <p:nvPr/>
        </p:nvSpPr>
        <p:spPr>
          <a:xfrm>
            <a:off x="6389303" y="2082653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B9207-32A0-F08E-3A2F-3BCB2D7B6A63}"/>
              </a:ext>
            </a:extLst>
          </p:cNvPr>
          <p:cNvSpPr txBox="1"/>
          <p:nvPr/>
        </p:nvSpPr>
        <p:spPr>
          <a:xfrm>
            <a:off x="6412906" y="290918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09C2D-6F08-B3CE-EDA9-4AEF1AE68C29}"/>
              </a:ext>
            </a:extLst>
          </p:cNvPr>
          <p:cNvSpPr txBox="1"/>
          <p:nvPr/>
        </p:nvSpPr>
        <p:spPr>
          <a:xfrm>
            <a:off x="6453128" y="377773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84B0A-C0CD-9754-B6D5-38AA95860723}"/>
              </a:ext>
            </a:extLst>
          </p:cNvPr>
          <p:cNvSpPr txBox="1"/>
          <p:nvPr/>
        </p:nvSpPr>
        <p:spPr>
          <a:xfrm>
            <a:off x="6474621" y="464629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2CC029-19F7-EB1D-84F9-D4E3F188AE52}"/>
              </a:ext>
            </a:extLst>
          </p:cNvPr>
          <p:cNvSpPr txBox="1"/>
          <p:nvPr/>
        </p:nvSpPr>
        <p:spPr>
          <a:xfrm>
            <a:off x="7936992" y="545068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6B0BB2-49A2-1374-CB04-DA9586A5EC41}"/>
              </a:ext>
            </a:extLst>
          </p:cNvPr>
          <p:cNvSpPr txBox="1"/>
          <p:nvPr/>
        </p:nvSpPr>
        <p:spPr>
          <a:xfrm>
            <a:off x="8347027" y="545068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345</a:t>
            </a:r>
            <a:endParaRPr lang="en-SG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4AFA57-944F-2D41-AFB7-1CD7CFE26518}"/>
              </a:ext>
            </a:extLst>
          </p:cNvPr>
          <p:cNvSpPr txBox="1"/>
          <p:nvPr/>
        </p:nvSpPr>
        <p:spPr>
          <a:xfrm>
            <a:off x="9229966" y="481059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945</a:t>
            </a:r>
            <a:endParaRPr lang="en-SG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A43AF9-C691-D1A7-12BD-8976E3D117E1}"/>
              </a:ext>
            </a:extLst>
          </p:cNvPr>
          <p:cNvSpPr txBox="1"/>
          <p:nvPr/>
        </p:nvSpPr>
        <p:spPr>
          <a:xfrm>
            <a:off x="9674330" y="50113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1270</a:t>
            </a:r>
            <a:endParaRPr lang="en-SG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E3A41-FA68-A922-B1E3-031D08996AB9}"/>
              </a:ext>
            </a:extLst>
          </p:cNvPr>
          <p:cNvSpPr txBox="1"/>
          <p:nvPr/>
        </p:nvSpPr>
        <p:spPr>
          <a:xfrm>
            <a:off x="10404995" y="51718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1870</a:t>
            </a:r>
            <a:endParaRPr lang="en-SG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F72F6B5-B1CE-A1AD-54C9-758DD57C3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994" y="3576518"/>
            <a:ext cx="5258534" cy="562053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1A396F4-C349-AB97-A9EF-0136FB6AAB62}"/>
              </a:ext>
            </a:extLst>
          </p:cNvPr>
          <p:cNvGrpSpPr/>
          <p:nvPr/>
        </p:nvGrpSpPr>
        <p:grpSpPr>
          <a:xfrm>
            <a:off x="4410144" y="3481776"/>
            <a:ext cx="938520" cy="221760"/>
            <a:chOff x="4410144" y="3481776"/>
            <a:chExt cx="938520" cy="2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494262E-013D-BBD0-14F5-AF9C7F762359}"/>
                    </a:ext>
                  </a:extLst>
                </p14:cNvPr>
                <p14:cNvContentPartPr/>
                <p14:nvPr/>
              </p14:nvContentPartPr>
              <p14:xfrm>
                <a:off x="4410144" y="3514896"/>
                <a:ext cx="366120" cy="141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494262E-013D-BBD0-14F5-AF9C7F76235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04024" y="3508776"/>
                  <a:ext cx="3783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00E6614-BB03-B526-892D-9EDFCF0F2C23}"/>
                    </a:ext>
                  </a:extLst>
                </p14:cNvPr>
                <p14:cNvContentPartPr/>
                <p14:nvPr/>
              </p14:nvContentPartPr>
              <p14:xfrm>
                <a:off x="5001264" y="3481776"/>
                <a:ext cx="347400" cy="221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00E6614-BB03-B526-892D-9EDFCF0F2C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95144" y="3475656"/>
                  <a:ext cx="359640" cy="23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6224151-93C5-F23C-EF9D-6C5279E2A93D}"/>
                  </a:ext>
                </a:extLst>
              </p14:cNvPr>
              <p14:cNvContentPartPr/>
              <p14:nvPr/>
            </p14:nvContentPartPr>
            <p14:xfrm>
              <a:off x="4487904" y="3827016"/>
              <a:ext cx="180000" cy="95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6224151-93C5-F23C-EF9D-6C5279E2A93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81784" y="3820896"/>
                <a:ext cx="19224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22BAF17-C19E-41EB-D441-7E6E855FE599}"/>
                  </a:ext>
                </a:extLst>
              </p14:cNvPr>
              <p14:cNvContentPartPr/>
              <p14:nvPr/>
            </p14:nvContentPartPr>
            <p14:xfrm>
              <a:off x="5092704" y="3800016"/>
              <a:ext cx="216360" cy="132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22BAF17-C19E-41EB-D441-7E6E855FE59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086584" y="3793896"/>
                <a:ext cx="22860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F90796D-02AB-3418-7E3C-7917E78C0A4B}"/>
                  </a:ext>
                </a:extLst>
              </p14:cNvPr>
              <p14:cNvContentPartPr/>
              <p14:nvPr/>
            </p14:nvContentPartPr>
            <p14:xfrm>
              <a:off x="4388904" y="4028976"/>
              <a:ext cx="261720" cy="936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F90796D-02AB-3418-7E3C-7917E78C0A4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382784" y="4022856"/>
                <a:ext cx="2739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DFFA3F3-FD13-5702-B7AE-1D514C761297}"/>
                  </a:ext>
                </a:extLst>
              </p14:cNvPr>
              <p14:cNvContentPartPr/>
              <p14:nvPr/>
            </p14:nvContentPartPr>
            <p14:xfrm>
              <a:off x="5083704" y="4029696"/>
              <a:ext cx="183960" cy="77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DFFA3F3-FD13-5702-B7AE-1D514C76129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077584" y="4023576"/>
                <a:ext cx="196200" cy="8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3517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A1248A-AA80-4238-04DC-BFE8203D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9CEA1F-EE09-A728-7DD1-C5F3BB29A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644" y="1847115"/>
            <a:ext cx="2672369" cy="46577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779B76-D79B-7C96-AF92-C108A60FC155}"/>
              </a:ext>
            </a:extLst>
          </p:cNvPr>
          <p:cNvSpPr txBox="1"/>
          <p:nvPr/>
        </p:nvSpPr>
        <p:spPr>
          <a:xfrm>
            <a:off x="10073049" y="2468304"/>
            <a:ext cx="709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069177-41C6-B3F8-F540-24C4E3CA5954}"/>
              </a:ext>
            </a:extLst>
          </p:cNvPr>
          <p:cNvSpPr txBox="1"/>
          <p:nvPr/>
        </p:nvSpPr>
        <p:spPr>
          <a:xfrm>
            <a:off x="10139443" y="4353048"/>
            <a:ext cx="580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C04C7-C080-A97B-8EAF-F39ED0086458}"/>
              </a:ext>
            </a:extLst>
          </p:cNvPr>
          <p:cNvSpPr txBox="1"/>
          <p:nvPr/>
        </p:nvSpPr>
        <p:spPr>
          <a:xfrm>
            <a:off x="10190433" y="5105561"/>
            <a:ext cx="580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F58D8-2492-8C34-0D2C-EAB8C0E2270E}"/>
              </a:ext>
            </a:extLst>
          </p:cNvPr>
          <p:cNvSpPr txBox="1"/>
          <p:nvPr/>
        </p:nvSpPr>
        <p:spPr>
          <a:xfrm>
            <a:off x="10081621" y="3969867"/>
            <a:ext cx="80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98C11E-6339-C24A-8421-74981E733ACC}"/>
              </a:ext>
            </a:extLst>
          </p:cNvPr>
          <p:cNvSpPr txBox="1"/>
          <p:nvPr/>
        </p:nvSpPr>
        <p:spPr>
          <a:xfrm>
            <a:off x="6901537" y="584926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1030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7B3B0D-8BE2-A8EA-29A3-8FDFFFF49E54}"/>
              </a:ext>
            </a:extLst>
          </p:cNvPr>
          <p:cNvSpPr txBox="1"/>
          <p:nvPr/>
        </p:nvSpPr>
        <p:spPr>
          <a:xfrm>
            <a:off x="7579930" y="61199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1480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758681-2730-7F0A-C635-A3E4A897F1AC}"/>
              </a:ext>
            </a:extLst>
          </p:cNvPr>
          <p:cNvSpPr txBox="1"/>
          <p:nvPr/>
        </p:nvSpPr>
        <p:spPr>
          <a:xfrm>
            <a:off x="8381751" y="581094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2080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EEDC2-749D-A974-24E9-4C395D18A573}"/>
              </a:ext>
            </a:extLst>
          </p:cNvPr>
          <p:cNvSpPr txBox="1"/>
          <p:nvPr/>
        </p:nvSpPr>
        <p:spPr>
          <a:xfrm>
            <a:off x="9163053" y="581094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2680</a:t>
            </a:r>
            <a:endParaRPr lang="en-SG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24C36E4-C8EA-777F-12DD-6EA49B4FA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54" y="3994713"/>
            <a:ext cx="5268060" cy="5430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29CE09-662A-B956-47D5-30F3341A4C88}"/>
                  </a:ext>
                </a:extLst>
              </p14:cNvPr>
              <p14:cNvContentPartPr/>
              <p14:nvPr/>
            </p14:nvContentPartPr>
            <p14:xfrm>
              <a:off x="3474504" y="3998736"/>
              <a:ext cx="331920" cy="109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29CE09-662A-B956-47D5-30F3341A4C8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68384" y="3992616"/>
                <a:ext cx="3441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E02A32B-12BD-2D4A-6C89-FFFB8CC3CB33}"/>
                  </a:ext>
                </a:extLst>
              </p14:cNvPr>
              <p14:cNvContentPartPr/>
              <p14:nvPr/>
            </p14:nvContentPartPr>
            <p14:xfrm>
              <a:off x="3556584" y="4152456"/>
              <a:ext cx="275040" cy="111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E02A32B-12BD-2D4A-6C89-FFFB8CC3CB3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0464" y="4146336"/>
                <a:ext cx="28728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97C2A1A-4FD3-4946-C4E0-6D71AFBD6EC4}"/>
                  </a:ext>
                </a:extLst>
              </p14:cNvPr>
              <p14:cNvContentPartPr/>
              <p14:nvPr/>
            </p14:nvContentPartPr>
            <p14:xfrm>
              <a:off x="3547584" y="4356216"/>
              <a:ext cx="240840" cy="1224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97C2A1A-4FD3-4946-C4E0-6D71AFBD6E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1464" y="4350096"/>
                <a:ext cx="253080" cy="13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B4855E61-1597-34BA-F18A-512C60903A91}"/>
              </a:ext>
            </a:extLst>
          </p:cNvPr>
          <p:cNvGrpSpPr/>
          <p:nvPr/>
        </p:nvGrpSpPr>
        <p:grpSpPr>
          <a:xfrm>
            <a:off x="4644864" y="3963456"/>
            <a:ext cx="240480" cy="462240"/>
            <a:chOff x="4644864" y="3963456"/>
            <a:chExt cx="240480" cy="46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9CEE02-49E3-ED92-F0A9-4C5065F6E34E}"/>
                    </a:ext>
                  </a:extLst>
                </p14:cNvPr>
                <p14:cNvContentPartPr/>
                <p14:nvPr/>
              </p14:nvContentPartPr>
              <p14:xfrm>
                <a:off x="4663224" y="3963456"/>
                <a:ext cx="196200" cy="151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9CEE02-49E3-ED92-F0A9-4C5065F6E34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57104" y="3957336"/>
                  <a:ext cx="208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5CEB5B4-C5F1-70D7-02D0-F00035AE79E9}"/>
                    </a:ext>
                  </a:extLst>
                </p14:cNvPr>
                <p14:cNvContentPartPr/>
                <p14:nvPr/>
              </p14:nvContentPartPr>
              <p14:xfrm>
                <a:off x="4644864" y="4115736"/>
                <a:ext cx="238680" cy="14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5CEB5B4-C5F1-70D7-02D0-F00035AE79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8744" y="4109616"/>
                  <a:ext cx="250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2E0BDA-066C-8AA9-F011-37BFCEE41079}"/>
                    </a:ext>
                  </a:extLst>
                </p14:cNvPr>
                <p14:cNvContentPartPr/>
                <p14:nvPr/>
              </p14:nvContentPartPr>
              <p14:xfrm>
                <a:off x="4681584" y="4199976"/>
                <a:ext cx="203760" cy="225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2E0BDA-066C-8AA9-F011-37BFCEE4107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75464" y="4193856"/>
                  <a:ext cx="216000" cy="237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5319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C10D-2C36-29F5-C323-A34F2537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955EDA-5526-11E8-30DF-F4A578422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1607701"/>
            <a:ext cx="4235209" cy="49612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1FD7E4-D422-60AE-3E76-6FA2BFEAF3F7}"/>
              </a:ext>
            </a:extLst>
          </p:cNvPr>
          <p:cNvSpPr txBox="1"/>
          <p:nvPr/>
        </p:nvSpPr>
        <p:spPr>
          <a:xfrm>
            <a:off x="6792255" y="218912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B501A-21B9-6CE9-F0F2-A9CC7B757BCD}"/>
              </a:ext>
            </a:extLst>
          </p:cNvPr>
          <p:cNvSpPr txBox="1"/>
          <p:nvPr/>
        </p:nvSpPr>
        <p:spPr>
          <a:xfrm>
            <a:off x="6735219" y="276511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DAEA43-BEDF-7BAB-A953-8DD84CE1F362}"/>
              </a:ext>
            </a:extLst>
          </p:cNvPr>
          <p:cNvSpPr txBox="1"/>
          <p:nvPr/>
        </p:nvSpPr>
        <p:spPr>
          <a:xfrm>
            <a:off x="6735219" y="3613247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90107B-DE14-6EC4-5621-82033D8F842A}"/>
              </a:ext>
            </a:extLst>
          </p:cNvPr>
          <p:cNvSpPr txBox="1"/>
          <p:nvPr/>
        </p:nvSpPr>
        <p:spPr>
          <a:xfrm>
            <a:off x="6853970" y="441690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8FC647-E64D-BCFE-B455-F599654448EE}"/>
              </a:ext>
            </a:extLst>
          </p:cNvPr>
          <p:cNvSpPr txBox="1"/>
          <p:nvPr/>
        </p:nvSpPr>
        <p:spPr>
          <a:xfrm>
            <a:off x="6884829" y="5235623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E9F085-11D1-6486-1696-6789DA105E66}"/>
              </a:ext>
            </a:extLst>
          </p:cNvPr>
          <p:cNvSpPr txBox="1"/>
          <p:nvPr/>
        </p:nvSpPr>
        <p:spPr>
          <a:xfrm>
            <a:off x="10667662" y="156566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02B196-FDA5-E797-C49E-A06CA9C96D9E}"/>
              </a:ext>
            </a:extLst>
          </p:cNvPr>
          <p:cNvSpPr txBox="1"/>
          <p:nvPr/>
        </p:nvSpPr>
        <p:spPr>
          <a:xfrm>
            <a:off x="9882948" y="157644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670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6DE28E-743F-F44A-B1D4-05B21C28913F}"/>
              </a:ext>
            </a:extLst>
          </p:cNvPr>
          <p:cNvSpPr txBox="1"/>
          <p:nvPr/>
        </p:nvSpPr>
        <p:spPr>
          <a:xfrm>
            <a:off x="8909861" y="1576447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1270</a:t>
            </a:r>
            <a:endParaRPr lang="en-S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502CAF-643E-1374-F1E9-800E70F6A568}"/>
              </a:ext>
            </a:extLst>
          </p:cNvPr>
          <p:cNvSpPr txBox="1"/>
          <p:nvPr/>
        </p:nvSpPr>
        <p:spPr>
          <a:xfrm>
            <a:off x="8128855" y="156566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1870</a:t>
            </a:r>
            <a:endParaRPr lang="en-SG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3A1AA76-B03C-03C6-4247-50BB8E733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65" y="3943708"/>
            <a:ext cx="5239481" cy="14765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1A3E155-8677-5B81-6FFA-90AD5E707387}"/>
                  </a:ext>
                </a:extLst>
              </p14:cNvPr>
              <p14:cNvContentPartPr/>
              <p14:nvPr/>
            </p14:nvContentPartPr>
            <p14:xfrm>
              <a:off x="4031784" y="3856536"/>
              <a:ext cx="220680" cy="174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1A3E155-8677-5B81-6FFA-90AD5E7073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25664" y="3850416"/>
                <a:ext cx="23292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C9934BF-76B5-1C19-7A6A-3E41C0AACD0B}"/>
                  </a:ext>
                </a:extLst>
              </p14:cNvPr>
              <p14:cNvContentPartPr/>
              <p14:nvPr/>
            </p14:nvContentPartPr>
            <p14:xfrm>
              <a:off x="4626144" y="3874176"/>
              <a:ext cx="198720" cy="158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C9934BF-76B5-1C19-7A6A-3E41C0AACD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20024" y="3868056"/>
                <a:ext cx="2109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A6B8806-829B-2A19-F25D-CB2CAB5F6B9B}"/>
                  </a:ext>
                </a:extLst>
              </p14:cNvPr>
              <p14:cNvContentPartPr/>
              <p14:nvPr/>
            </p14:nvContentPartPr>
            <p14:xfrm>
              <a:off x="3986784" y="4167216"/>
              <a:ext cx="253440" cy="86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A6B8806-829B-2A19-F25D-CB2CAB5F6B9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80664" y="4161096"/>
                <a:ext cx="26568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356159A-6F40-FAD8-F21A-75A5987AC79F}"/>
                  </a:ext>
                </a:extLst>
              </p14:cNvPr>
              <p14:cNvContentPartPr/>
              <p14:nvPr/>
            </p14:nvContentPartPr>
            <p14:xfrm>
              <a:off x="4616424" y="4127616"/>
              <a:ext cx="223560" cy="1695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356159A-6F40-FAD8-F21A-75A5987AC7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610304" y="4121496"/>
                <a:ext cx="23580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07002EF-D9C1-2B37-46C1-D381183E2CCC}"/>
                  </a:ext>
                </a:extLst>
              </p14:cNvPr>
              <p14:cNvContentPartPr/>
              <p14:nvPr/>
            </p14:nvContentPartPr>
            <p14:xfrm>
              <a:off x="3977064" y="4359096"/>
              <a:ext cx="205920" cy="95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07002EF-D9C1-2B37-46C1-D381183E2CC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970944" y="4352976"/>
                <a:ext cx="21816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D8FFE9A-5015-04BA-2C2D-7D10E15A46E5}"/>
                  </a:ext>
                </a:extLst>
              </p14:cNvPr>
              <p14:cNvContentPartPr/>
              <p14:nvPr/>
            </p14:nvContentPartPr>
            <p14:xfrm>
              <a:off x="4571784" y="4368096"/>
              <a:ext cx="198360" cy="849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D8FFE9A-5015-04BA-2C2D-7D10E15A46E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65664" y="4361976"/>
                <a:ext cx="210600" cy="9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86FFDDC-C983-AA5E-7D1F-85BB72A42A56}"/>
              </a:ext>
            </a:extLst>
          </p:cNvPr>
          <p:cNvGrpSpPr/>
          <p:nvPr/>
        </p:nvGrpSpPr>
        <p:grpSpPr>
          <a:xfrm>
            <a:off x="4562784" y="4549536"/>
            <a:ext cx="297000" cy="262080"/>
            <a:chOff x="4562784" y="4549536"/>
            <a:chExt cx="297000" cy="2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1A48D5C-2168-607E-26A5-B4DB268BC5FA}"/>
                    </a:ext>
                  </a:extLst>
                </p14:cNvPr>
                <p14:cNvContentPartPr/>
                <p14:nvPr/>
              </p14:nvContentPartPr>
              <p14:xfrm>
                <a:off x="4586184" y="4549536"/>
                <a:ext cx="273600" cy="8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1A48D5C-2168-607E-26A5-B4DB268BC5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80064" y="4543416"/>
                  <a:ext cx="285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6387D1-5807-DD92-2B94-7040EB6A6A7A}"/>
                    </a:ext>
                  </a:extLst>
                </p14:cNvPr>
                <p14:cNvContentPartPr/>
                <p14:nvPr/>
              </p14:nvContentPartPr>
              <p14:xfrm>
                <a:off x="4562784" y="4692096"/>
                <a:ext cx="276480" cy="119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6387D1-5807-DD92-2B94-7040EB6A6A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556664" y="4685976"/>
                  <a:ext cx="2887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C51537C-A524-6912-E3CA-1FC8DD228B6D}"/>
              </a:ext>
            </a:extLst>
          </p:cNvPr>
          <p:cNvGrpSpPr/>
          <p:nvPr/>
        </p:nvGrpSpPr>
        <p:grpSpPr>
          <a:xfrm>
            <a:off x="4562064" y="4903416"/>
            <a:ext cx="303120" cy="326160"/>
            <a:chOff x="4562064" y="4903416"/>
            <a:chExt cx="30312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4EB243-4D8E-82AD-C880-F6FF9767DB50}"/>
                    </a:ext>
                  </a:extLst>
                </p14:cNvPr>
                <p14:cNvContentPartPr/>
                <p14:nvPr/>
              </p14:nvContentPartPr>
              <p14:xfrm>
                <a:off x="4590144" y="4903416"/>
                <a:ext cx="275040" cy="1321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4EB243-4D8E-82AD-C880-F6FF9767DB5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84024" y="4897296"/>
                  <a:ext cx="287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7D3D520-8C55-E56E-D018-5591F30E639A}"/>
                    </a:ext>
                  </a:extLst>
                </p14:cNvPr>
                <p14:cNvContentPartPr/>
                <p14:nvPr/>
              </p14:nvContentPartPr>
              <p14:xfrm>
                <a:off x="4562064" y="5094216"/>
                <a:ext cx="230040" cy="135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7D3D520-8C55-E56E-D018-5591F30E639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55944" y="5088096"/>
                  <a:ext cx="24228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04A0C36-21D9-48CE-1583-397A941082F5}"/>
              </a:ext>
            </a:extLst>
          </p:cNvPr>
          <p:cNvGrpSpPr/>
          <p:nvPr/>
        </p:nvGrpSpPr>
        <p:grpSpPr>
          <a:xfrm>
            <a:off x="3977064" y="4530816"/>
            <a:ext cx="316800" cy="842400"/>
            <a:chOff x="3977064" y="4530816"/>
            <a:chExt cx="316800" cy="84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79859E-0FD1-07DE-C449-B5CA3C3F788C}"/>
                    </a:ext>
                  </a:extLst>
                </p14:cNvPr>
                <p14:cNvContentPartPr/>
                <p14:nvPr/>
              </p14:nvContentPartPr>
              <p14:xfrm>
                <a:off x="3995784" y="4530816"/>
                <a:ext cx="298080" cy="11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79859E-0FD1-07DE-C449-B5CA3C3F78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89664" y="4524696"/>
                  <a:ext cx="310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20CC468-9CCA-1250-E56F-A44B6DC891E6}"/>
                    </a:ext>
                  </a:extLst>
                </p14:cNvPr>
                <p14:cNvContentPartPr/>
                <p14:nvPr/>
              </p14:nvContentPartPr>
              <p14:xfrm>
                <a:off x="4014144" y="4706856"/>
                <a:ext cx="20232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20CC468-9CCA-1250-E56F-A44B6DC891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08024" y="4700736"/>
                  <a:ext cx="214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3068CAB-5748-E1F3-138E-5B7A1599F608}"/>
                    </a:ext>
                  </a:extLst>
                </p14:cNvPr>
                <p14:cNvContentPartPr/>
                <p14:nvPr/>
              </p14:nvContentPartPr>
              <p14:xfrm>
                <a:off x="4023144" y="4867776"/>
                <a:ext cx="268560" cy="141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3068CAB-5748-E1F3-138E-5B7A1599F60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17024" y="4861656"/>
                  <a:ext cx="280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25DA30-C86E-8586-20CA-1CFC51460781}"/>
                    </a:ext>
                  </a:extLst>
                </p14:cNvPr>
                <p14:cNvContentPartPr/>
                <p14:nvPr/>
              </p14:nvContentPartPr>
              <p14:xfrm>
                <a:off x="3977064" y="5072616"/>
                <a:ext cx="248040" cy="139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25DA30-C86E-8586-20CA-1CFC5146078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70944" y="5066496"/>
                  <a:ext cx="2602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2397CC6-1DDA-6E43-D8B3-943A50E3D10D}"/>
                    </a:ext>
                  </a:extLst>
                </p14:cNvPr>
                <p14:cNvContentPartPr/>
                <p14:nvPr/>
              </p14:nvContentPartPr>
              <p14:xfrm>
                <a:off x="4031784" y="5252976"/>
                <a:ext cx="192960" cy="120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2397CC6-1DDA-6E43-D8B3-943A50E3D10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25664" y="5246856"/>
                  <a:ext cx="20520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E00E3F7-864E-36D6-032C-01F91AF2E77A}"/>
                  </a:ext>
                </a:extLst>
              </p14:cNvPr>
              <p14:cNvContentPartPr/>
              <p14:nvPr/>
            </p14:nvContentPartPr>
            <p14:xfrm>
              <a:off x="4617144" y="5218416"/>
              <a:ext cx="208080" cy="1915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E00E3F7-864E-36D6-032C-01F91AF2E77A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611024" y="5212296"/>
                <a:ext cx="220320" cy="20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007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B1F6-2F92-EA38-89AC-EC0028AE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Floor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8B73F9-A0B0-AD12-E49F-1A1BB033D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7809" y="1679562"/>
            <a:ext cx="5661660" cy="48252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E011F-25A5-7D65-F001-425FCCE5DF3C}"/>
              </a:ext>
            </a:extLst>
          </p:cNvPr>
          <p:cNvSpPr txBox="1"/>
          <p:nvPr/>
        </p:nvSpPr>
        <p:spPr>
          <a:xfrm>
            <a:off x="11495418" y="403255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670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3B7A4-E5FF-6B38-14ED-894DEBB62F90}"/>
              </a:ext>
            </a:extLst>
          </p:cNvPr>
          <p:cNvSpPr txBox="1"/>
          <p:nvPr/>
        </p:nvSpPr>
        <p:spPr>
          <a:xfrm>
            <a:off x="11391584" y="307795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1270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DE7B7-27F6-6D43-4F31-93312991834D}"/>
              </a:ext>
            </a:extLst>
          </p:cNvPr>
          <p:cNvSpPr txBox="1"/>
          <p:nvPr/>
        </p:nvSpPr>
        <p:spPr>
          <a:xfrm>
            <a:off x="6784846" y="5567056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83E5B-4F88-5E01-EF14-A990B187BBC1}"/>
              </a:ext>
            </a:extLst>
          </p:cNvPr>
          <p:cNvSpPr txBox="1"/>
          <p:nvPr/>
        </p:nvSpPr>
        <p:spPr>
          <a:xfrm>
            <a:off x="6958934" y="5567057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190</a:t>
            </a:r>
            <a:endParaRPr lang="en-SG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F241EC-5BAD-51D1-8C4F-5C2FDF11B982}"/>
              </a:ext>
            </a:extLst>
          </p:cNvPr>
          <p:cNvSpPr txBox="1"/>
          <p:nvPr/>
        </p:nvSpPr>
        <p:spPr>
          <a:xfrm>
            <a:off x="7696834" y="5567056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790</a:t>
            </a:r>
            <a:endParaRPr lang="en-SG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395F08-BC27-4080-1CF4-D6E70CC0AE31}"/>
              </a:ext>
            </a:extLst>
          </p:cNvPr>
          <p:cNvSpPr txBox="1"/>
          <p:nvPr/>
        </p:nvSpPr>
        <p:spPr>
          <a:xfrm>
            <a:off x="7995952" y="5567056"/>
            <a:ext cx="7280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910-980</a:t>
            </a:r>
            <a:endParaRPr lang="en-SG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D097D0-C61C-67F2-6D60-F79EE86756DC}"/>
              </a:ext>
            </a:extLst>
          </p:cNvPr>
          <p:cNvSpPr txBox="1"/>
          <p:nvPr/>
        </p:nvSpPr>
        <p:spPr>
          <a:xfrm>
            <a:off x="8631459" y="5567055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1480</a:t>
            </a:r>
            <a:endParaRPr lang="en-SG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6C2F11-99CA-FD3A-3CA9-2C3BE9119AE0}"/>
              </a:ext>
            </a:extLst>
          </p:cNvPr>
          <p:cNvSpPr txBox="1"/>
          <p:nvPr/>
        </p:nvSpPr>
        <p:spPr>
          <a:xfrm>
            <a:off x="9474765" y="5580936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2080</a:t>
            </a:r>
            <a:endParaRPr lang="en-SG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A003E2-0984-2F89-40E8-891DF8927CF2}"/>
              </a:ext>
            </a:extLst>
          </p:cNvPr>
          <p:cNvSpPr txBox="1"/>
          <p:nvPr/>
        </p:nvSpPr>
        <p:spPr>
          <a:xfrm>
            <a:off x="10279162" y="560466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2680</a:t>
            </a:r>
            <a:endParaRPr lang="en-SG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F9FA34-AC94-E080-4178-CE6EFDAC7347}"/>
              </a:ext>
            </a:extLst>
          </p:cNvPr>
          <p:cNvSpPr txBox="1"/>
          <p:nvPr/>
        </p:nvSpPr>
        <p:spPr>
          <a:xfrm>
            <a:off x="10879905" y="5288415"/>
            <a:ext cx="9557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2830 - 2900</a:t>
            </a:r>
            <a:endParaRPr lang="en-SG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532E4B6-05C0-BF40-762E-6EA9771B4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78" y="2315371"/>
            <a:ext cx="4890303" cy="35353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912C027-1559-DA30-0647-FA881CD53972}"/>
                  </a:ext>
                </a:extLst>
              </p14:cNvPr>
              <p14:cNvContentPartPr/>
              <p14:nvPr/>
            </p14:nvContentPartPr>
            <p14:xfrm>
              <a:off x="2903396" y="2301375"/>
              <a:ext cx="192600" cy="130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912C027-1559-DA30-0647-FA881CD5397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7276" y="2295255"/>
                <a:ext cx="20484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E39B415-61A6-D133-6EBB-86FEF0CAC4D7}"/>
                  </a:ext>
                </a:extLst>
              </p14:cNvPr>
              <p14:cNvContentPartPr/>
              <p14:nvPr/>
            </p14:nvContentPartPr>
            <p14:xfrm>
              <a:off x="2940116" y="2513775"/>
              <a:ext cx="221760" cy="99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E39B415-61A6-D133-6EBB-86FEF0CAC4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34006" y="2507677"/>
                <a:ext cx="233980" cy="1115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64BFDF6-9E3E-1E2B-4ABD-12D7B40AC476}"/>
                  </a:ext>
                </a:extLst>
              </p14:cNvPr>
              <p14:cNvContentPartPr/>
              <p14:nvPr/>
            </p14:nvContentPartPr>
            <p14:xfrm>
              <a:off x="3515755" y="2289135"/>
              <a:ext cx="305697" cy="1774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64BFDF6-9E3E-1E2B-4ABD-12D7B40AC47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09627" y="2283027"/>
                <a:ext cx="317954" cy="1896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887160C-6464-B391-830C-2EE6479E13E0}"/>
                  </a:ext>
                </a:extLst>
              </p14:cNvPr>
              <p14:cNvContentPartPr/>
              <p14:nvPr/>
            </p14:nvContentPartPr>
            <p14:xfrm>
              <a:off x="3516476" y="2542215"/>
              <a:ext cx="361080" cy="810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887160C-6464-B391-830C-2EE6479E13E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510356" y="2536095"/>
                <a:ext cx="373320" cy="9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4129EAB8-C3E2-4CD3-3DEF-204B623442FE}"/>
              </a:ext>
            </a:extLst>
          </p:cNvPr>
          <p:cNvGrpSpPr/>
          <p:nvPr/>
        </p:nvGrpSpPr>
        <p:grpSpPr>
          <a:xfrm>
            <a:off x="2894396" y="2689815"/>
            <a:ext cx="891720" cy="298440"/>
            <a:chOff x="3383064" y="2720736"/>
            <a:chExt cx="89172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EF3B19-E433-3892-717C-CA10F3FD6372}"/>
                    </a:ext>
                  </a:extLst>
                </p14:cNvPr>
                <p14:cNvContentPartPr/>
                <p14:nvPr/>
              </p14:nvContentPartPr>
              <p14:xfrm>
                <a:off x="4005144" y="2720736"/>
                <a:ext cx="269640" cy="135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EF3B19-E433-3892-717C-CA10F3FD637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99024" y="2714616"/>
                  <a:ext cx="281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45F3B95-F7BD-1B44-0E04-6F0DBAFB758D}"/>
                    </a:ext>
                  </a:extLst>
                </p14:cNvPr>
                <p14:cNvContentPartPr/>
                <p14:nvPr/>
              </p14:nvContentPartPr>
              <p14:xfrm>
                <a:off x="3401424" y="2728296"/>
                <a:ext cx="340920" cy="107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45F3B95-F7BD-1B44-0E04-6F0DBAFB7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395304" y="2722176"/>
                  <a:ext cx="3531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9ACFDC9-E343-DA97-A155-4ED507EFA833}"/>
                    </a:ext>
                  </a:extLst>
                </p14:cNvPr>
                <p14:cNvContentPartPr/>
                <p14:nvPr/>
              </p14:nvContentPartPr>
              <p14:xfrm>
                <a:off x="3383064" y="2906136"/>
                <a:ext cx="269280" cy="113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9ACFDC9-E343-DA97-A155-4ED507EFA83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376944" y="2900016"/>
                  <a:ext cx="2815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6DD8DC5-2507-9EB7-64FC-FEBD06A60141}"/>
                    </a:ext>
                  </a:extLst>
                </p14:cNvPr>
                <p14:cNvContentPartPr/>
                <p14:nvPr/>
              </p14:nvContentPartPr>
              <p14:xfrm>
                <a:off x="3986784" y="2925576"/>
                <a:ext cx="205560" cy="92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6DD8DC5-2507-9EB7-64FC-FEBD06A601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980664" y="2919456"/>
                  <a:ext cx="217800" cy="10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C552249-9138-A1A5-C435-DE2737443777}"/>
                  </a:ext>
                </a:extLst>
              </p14:cNvPr>
              <p14:cNvContentPartPr/>
              <p14:nvPr/>
            </p14:nvContentPartPr>
            <p14:xfrm>
              <a:off x="2894756" y="3083295"/>
              <a:ext cx="178560" cy="76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C552249-9138-A1A5-C435-DE273744377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888636" y="3077175"/>
                <a:ext cx="1908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0B84D60-A2FB-BA3B-9ED7-AC7F31619C73}"/>
                  </a:ext>
                </a:extLst>
              </p14:cNvPr>
              <p14:cNvContentPartPr/>
              <p14:nvPr/>
            </p14:nvContentPartPr>
            <p14:xfrm>
              <a:off x="2903396" y="3283095"/>
              <a:ext cx="231480" cy="594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0B84D60-A2FB-BA3B-9ED7-AC7F31619C73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897276" y="3277012"/>
                <a:ext cx="243720" cy="71566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492255F-AD28-4D3E-771F-FBDDAAD5B7A2}"/>
              </a:ext>
            </a:extLst>
          </p:cNvPr>
          <p:cNvGrpSpPr/>
          <p:nvPr/>
        </p:nvGrpSpPr>
        <p:grpSpPr>
          <a:xfrm>
            <a:off x="3543476" y="3102015"/>
            <a:ext cx="279360" cy="258480"/>
            <a:chOff x="4032144" y="3132936"/>
            <a:chExt cx="27936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1A9882-D9D8-4816-4065-63E33E047AAC}"/>
                    </a:ext>
                  </a:extLst>
                </p14:cNvPr>
                <p14:cNvContentPartPr/>
                <p14:nvPr/>
              </p14:nvContentPartPr>
              <p14:xfrm>
                <a:off x="4032144" y="3132936"/>
                <a:ext cx="279360" cy="96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1A9882-D9D8-4816-4065-63E33E047AA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026024" y="3126816"/>
                  <a:ext cx="291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5A6948-5F57-137E-2419-43EF9C016E55}"/>
                    </a:ext>
                  </a:extLst>
                </p14:cNvPr>
                <p14:cNvContentPartPr/>
                <p14:nvPr/>
              </p14:nvContentPartPr>
              <p14:xfrm>
                <a:off x="4050504" y="3278016"/>
                <a:ext cx="223560" cy="11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5A6948-5F57-137E-2419-43EF9C016E5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44384" y="3271896"/>
                  <a:ext cx="235800" cy="12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F7CF85-FB1C-FC09-C3AE-B804F5BE2437}"/>
                  </a:ext>
                </a:extLst>
              </p14:cNvPr>
              <p14:cNvContentPartPr/>
              <p14:nvPr/>
            </p14:nvContentPartPr>
            <p14:xfrm>
              <a:off x="2876396" y="3412335"/>
              <a:ext cx="150840" cy="982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F7CF85-FB1C-FC09-C3AE-B804F5BE243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870276" y="3406215"/>
                <a:ext cx="16308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4D405EC5-FEE9-1075-8585-B2FC4060A2AF}"/>
                  </a:ext>
                </a:extLst>
              </p14:cNvPr>
              <p14:cNvContentPartPr/>
              <p14:nvPr/>
            </p14:nvContentPartPr>
            <p14:xfrm>
              <a:off x="3525476" y="3448335"/>
              <a:ext cx="187200" cy="849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4D405EC5-FEE9-1075-8585-B2FC4060A2AF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519356" y="3442215"/>
                <a:ext cx="19944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DF09A94-77A5-6233-1BB6-1EA80C7418C8}"/>
                  </a:ext>
                </a:extLst>
              </p14:cNvPr>
              <p14:cNvContentPartPr/>
              <p14:nvPr/>
            </p14:nvContentPartPr>
            <p14:xfrm>
              <a:off x="2894756" y="3573615"/>
              <a:ext cx="146520" cy="1116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DF09A94-77A5-6233-1BB6-1EA80C7418C8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888636" y="3567495"/>
                <a:ext cx="15876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EDCBBBD-AB0B-3184-BC64-5B45C752BF4B}"/>
                  </a:ext>
                </a:extLst>
              </p14:cNvPr>
              <p14:cNvContentPartPr/>
              <p14:nvPr/>
            </p14:nvContentPartPr>
            <p14:xfrm>
              <a:off x="2911316" y="3721215"/>
              <a:ext cx="196200" cy="1958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EDCBBBD-AB0B-3184-BC64-5B45C752BF4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905207" y="3715095"/>
                <a:ext cx="208418" cy="20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359439CB-2C12-6352-70D7-F2A241588EF5}"/>
              </a:ext>
            </a:extLst>
          </p:cNvPr>
          <p:cNvGrpSpPr/>
          <p:nvPr/>
        </p:nvGrpSpPr>
        <p:grpSpPr>
          <a:xfrm>
            <a:off x="3479396" y="3578655"/>
            <a:ext cx="339480" cy="485640"/>
            <a:chOff x="3968064" y="3609576"/>
            <a:chExt cx="33948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A0FAD2-6075-57B8-F65E-DCF4F71B1DB6}"/>
                    </a:ext>
                  </a:extLst>
                </p14:cNvPr>
                <p14:cNvContentPartPr/>
                <p14:nvPr/>
              </p14:nvContentPartPr>
              <p14:xfrm>
                <a:off x="3968064" y="3609576"/>
                <a:ext cx="290160" cy="209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A0FAD2-6075-57B8-F65E-DCF4F71B1DB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961944" y="3603456"/>
                  <a:ext cx="302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790456-0617-EC08-1642-DC308EEBE3D0}"/>
                    </a:ext>
                  </a:extLst>
                </p14:cNvPr>
                <p14:cNvContentPartPr/>
                <p14:nvPr/>
              </p14:nvContentPartPr>
              <p14:xfrm>
                <a:off x="3986784" y="3838176"/>
                <a:ext cx="320760" cy="113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790456-0617-EC08-1642-DC308EEBE3D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980664" y="3832056"/>
                  <a:ext cx="333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2C9510-8168-3922-6529-1C29C16D9EE4}"/>
                    </a:ext>
                  </a:extLst>
                </p14:cNvPr>
                <p14:cNvContentPartPr/>
                <p14:nvPr/>
              </p14:nvContentPartPr>
              <p14:xfrm>
                <a:off x="4050144" y="4008816"/>
                <a:ext cx="186480" cy="86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2C9510-8168-3922-6529-1C29C16D9E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044024" y="4002696"/>
                  <a:ext cx="19872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91E4210-A171-83F6-3F78-7C5FFBB2C4C4}"/>
              </a:ext>
            </a:extLst>
          </p:cNvPr>
          <p:cNvGrpSpPr/>
          <p:nvPr/>
        </p:nvGrpSpPr>
        <p:grpSpPr>
          <a:xfrm>
            <a:off x="2867036" y="4134495"/>
            <a:ext cx="916920" cy="1522800"/>
            <a:chOff x="3355704" y="4165416"/>
            <a:chExt cx="916920" cy="152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C7BBB51-43C2-EC36-8282-DC75B3AA6932}"/>
                    </a:ext>
                  </a:extLst>
                </p14:cNvPr>
                <p14:cNvContentPartPr/>
                <p14:nvPr/>
              </p14:nvContentPartPr>
              <p14:xfrm>
                <a:off x="4059144" y="4165416"/>
                <a:ext cx="188280" cy="110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C7BBB51-43C2-EC36-8282-DC75B3AA693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053024" y="4159296"/>
                  <a:ext cx="200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74AD2A7-1F41-E02F-67C9-6CD989F5E4B1}"/>
                    </a:ext>
                  </a:extLst>
                </p14:cNvPr>
                <p14:cNvContentPartPr/>
                <p14:nvPr/>
              </p14:nvContentPartPr>
              <p14:xfrm>
                <a:off x="3501864" y="4313736"/>
                <a:ext cx="207360" cy="103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74AD2A7-1F41-E02F-67C9-6CD989F5E4B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95744" y="4307616"/>
                  <a:ext cx="219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4883E6-886A-8D3E-AA5E-68F9BEB88DCA}"/>
                    </a:ext>
                  </a:extLst>
                </p14:cNvPr>
                <p14:cNvContentPartPr/>
                <p14:nvPr/>
              </p14:nvContentPartPr>
              <p14:xfrm>
                <a:off x="3995784" y="4351896"/>
                <a:ext cx="218520" cy="91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4883E6-886A-8D3E-AA5E-68F9BEB88DC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989664" y="4345776"/>
                  <a:ext cx="2307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D93603-C9F9-33F0-2826-46AB284E0B42}"/>
                    </a:ext>
                  </a:extLst>
                </p14:cNvPr>
                <p14:cNvContentPartPr/>
                <p14:nvPr/>
              </p14:nvContentPartPr>
              <p14:xfrm>
                <a:off x="3447144" y="4514256"/>
                <a:ext cx="170640" cy="87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D93603-C9F9-33F0-2826-46AB284E0B4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41024" y="4508136"/>
                  <a:ext cx="1828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CD841F-0B70-1B2E-095C-5EA0B47707F8}"/>
                    </a:ext>
                  </a:extLst>
                </p14:cNvPr>
                <p14:cNvContentPartPr/>
                <p14:nvPr/>
              </p14:nvContentPartPr>
              <p14:xfrm>
                <a:off x="4005144" y="4472496"/>
                <a:ext cx="229320" cy="176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CD841F-0B70-1B2E-095C-5EA0B47707F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999024" y="4466376"/>
                  <a:ext cx="241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08CEB80-68B2-7261-E107-98CDD9BC2973}"/>
                    </a:ext>
                  </a:extLst>
                </p14:cNvPr>
                <p14:cNvContentPartPr/>
                <p14:nvPr/>
              </p14:nvContentPartPr>
              <p14:xfrm>
                <a:off x="3977424" y="4705416"/>
                <a:ext cx="260640" cy="115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08CEB80-68B2-7261-E107-98CDD9BC297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971304" y="4699296"/>
                  <a:ext cx="2728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7F491A6-E3EB-5CF7-5E1E-56B9806C1088}"/>
                    </a:ext>
                  </a:extLst>
                </p14:cNvPr>
                <p14:cNvContentPartPr/>
                <p14:nvPr/>
              </p14:nvContentPartPr>
              <p14:xfrm>
                <a:off x="3418344" y="4675896"/>
                <a:ext cx="214560" cy="149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7F491A6-E3EB-5CF7-5E1E-56B9806C108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412224" y="4669776"/>
                  <a:ext cx="226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45FB490-0DA7-4CF2-AB3A-70E13F8CB07B}"/>
                    </a:ext>
                  </a:extLst>
                </p14:cNvPr>
                <p14:cNvContentPartPr/>
                <p14:nvPr/>
              </p14:nvContentPartPr>
              <p14:xfrm>
                <a:off x="3410424" y="4834656"/>
                <a:ext cx="179640" cy="122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45FB490-0DA7-4CF2-AB3A-70E13F8CB07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404304" y="4828536"/>
                  <a:ext cx="1918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11B2220-D2DD-1750-4DF7-60491B5B77BF}"/>
                    </a:ext>
                  </a:extLst>
                </p14:cNvPr>
                <p14:cNvContentPartPr/>
                <p14:nvPr/>
              </p14:nvContentPartPr>
              <p14:xfrm>
                <a:off x="3950064" y="4889736"/>
                <a:ext cx="280800" cy="81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11B2220-D2DD-1750-4DF7-60491B5B77B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943944" y="4883616"/>
                  <a:ext cx="293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1AF381-D659-9101-2FAC-6F693C8E4D8D}"/>
                    </a:ext>
                  </a:extLst>
                </p14:cNvPr>
                <p14:cNvContentPartPr/>
                <p14:nvPr/>
              </p14:nvContentPartPr>
              <p14:xfrm>
                <a:off x="3355704" y="5026536"/>
                <a:ext cx="170640" cy="138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1AF381-D659-9101-2FAC-6F693C8E4D8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349584" y="5020416"/>
                  <a:ext cx="182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C06BB95-EF5D-BEB4-BD5A-2C07FD32DEB0}"/>
                    </a:ext>
                  </a:extLst>
                </p14:cNvPr>
                <p14:cNvContentPartPr/>
                <p14:nvPr/>
              </p14:nvContentPartPr>
              <p14:xfrm>
                <a:off x="3428784" y="5196816"/>
                <a:ext cx="140040" cy="121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C06BB95-EF5D-BEB4-BD5A-2C07FD32DEB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422664" y="5190696"/>
                  <a:ext cx="152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C346387-325D-C744-0CB3-0688AFEDBDCB}"/>
                    </a:ext>
                  </a:extLst>
                </p14:cNvPr>
                <p14:cNvContentPartPr/>
                <p14:nvPr/>
              </p14:nvContentPartPr>
              <p14:xfrm>
                <a:off x="3950064" y="5039496"/>
                <a:ext cx="1782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C346387-325D-C744-0CB3-0688AFEDBDC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943944" y="5033376"/>
                  <a:ext cx="190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0AD3564-A33A-7D3D-7DE1-ADE65D263E67}"/>
                    </a:ext>
                  </a:extLst>
                </p14:cNvPr>
                <p14:cNvContentPartPr/>
                <p14:nvPr/>
              </p14:nvContentPartPr>
              <p14:xfrm>
                <a:off x="3986784" y="5143896"/>
                <a:ext cx="214920" cy="164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0AD3564-A33A-7D3D-7DE1-ADE65D263E6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980664" y="5137776"/>
                  <a:ext cx="227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B15C78B-3A62-12ED-946B-4C1D34427178}"/>
                    </a:ext>
                  </a:extLst>
                </p14:cNvPr>
                <p14:cNvContentPartPr/>
                <p14:nvPr/>
              </p14:nvContentPartPr>
              <p14:xfrm>
                <a:off x="3437784" y="5384016"/>
                <a:ext cx="142200" cy="132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B15C78B-3A62-12ED-946B-4C1D3442717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431664" y="5377896"/>
                  <a:ext cx="1544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6C89431-A9A7-6A20-A8A2-B4B84E8678CD}"/>
                    </a:ext>
                  </a:extLst>
                </p14:cNvPr>
                <p14:cNvContentPartPr/>
                <p14:nvPr/>
              </p14:nvContentPartPr>
              <p14:xfrm>
                <a:off x="3986784" y="5377536"/>
                <a:ext cx="285840" cy="120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6C89431-A9A7-6A20-A8A2-B4B84E8678C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80664" y="5371416"/>
                  <a:ext cx="298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44928E9-4FFE-FB01-6F14-C57EADDD560A}"/>
                    </a:ext>
                  </a:extLst>
                </p14:cNvPr>
                <p14:cNvContentPartPr/>
                <p14:nvPr/>
              </p14:nvContentPartPr>
              <p14:xfrm>
                <a:off x="3474504" y="5580936"/>
                <a:ext cx="231840" cy="107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44928E9-4FFE-FB01-6F14-C57EADDD560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468384" y="5574816"/>
                  <a:ext cx="244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A72BFF0-E3FA-EF78-BEB4-C3EFC86954A8}"/>
                    </a:ext>
                  </a:extLst>
                </p14:cNvPr>
                <p14:cNvContentPartPr/>
                <p14:nvPr/>
              </p14:nvContentPartPr>
              <p14:xfrm>
                <a:off x="3894984" y="5533416"/>
                <a:ext cx="293400" cy="145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A72BFF0-E3FA-EF78-BEB4-C3EFC86954A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888864" y="5527296"/>
                  <a:ext cx="30564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C1DB007-DC45-32EF-8FD5-22D36DE16C1A}"/>
                  </a:ext>
                </a:extLst>
              </p14:cNvPr>
              <p14:cNvContentPartPr/>
              <p14:nvPr/>
            </p14:nvContentPartPr>
            <p14:xfrm>
              <a:off x="2930756" y="5708775"/>
              <a:ext cx="152640" cy="907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C1DB007-DC45-32EF-8FD5-22D36DE16C1A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924636" y="5702655"/>
                <a:ext cx="16488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E9CD6A9-23B7-0AD9-F668-032981A4DA4B}"/>
                  </a:ext>
                </a:extLst>
              </p14:cNvPr>
              <p14:cNvContentPartPr/>
              <p14:nvPr/>
            </p14:nvContentPartPr>
            <p14:xfrm>
              <a:off x="3479396" y="5709855"/>
              <a:ext cx="197280" cy="1033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E9CD6A9-23B7-0AD9-F668-032981A4DA4B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3473276" y="5703756"/>
                <a:ext cx="209520" cy="115518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A76DCF1E-C12A-3CA4-20F6-95051F76DB80}"/>
              </a:ext>
            </a:extLst>
          </p:cNvPr>
          <p:cNvGrpSpPr/>
          <p:nvPr/>
        </p:nvGrpSpPr>
        <p:grpSpPr>
          <a:xfrm>
            <a:off x="2894756" y="3924615"/>
            <a:ext cx="319320" cy="339120"/>
            <a:chOff x="3383424" y="3955536"/>
            <a:chExt cx="31932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66737DA-20B7-45B8-48D6-F176AB9D7FDF}"/>
                    </a:ext>
                  </a:extLst>
                </p14:cNvPr>
                <p14:cNvContentPartPr/>
                <p14:nvPr/>
              </p14:nvContentPartPr>
              <p14:xfrm>
                <a:off x="3383424" y="3955536"/>
                <a:ext cx="224280" cy="129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66737DA-20B7-45B8-48D6-F176AB9D7FD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77304" y="3949416"/>
                  <a:ext cx="236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12E109-000F-35BA-C1E1-1F85238C6C68}"/>
                    </a:ext>
                  </a:extLst>
                </p14:cNvPr>
                <p14:cNvContentPartPr/>
                <p14:nvPr/>
              </p14:nvContentPartPr>
              <p14:xfrm>
                <a:off x="3401424" y="4123656"/>
                <a:ext cx="301320" cy="171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12E109-000F-35BA-C1E1-1F85238C6C6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395304" y="4117536"/>
                  <a:ext cx="31356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FCF6E95-55C1-DAC2-D320-4E9FAA8160C6}"/>
              </a:ext>
            </a:extLst>
          </p:cNvPr>
          <p:cNvSpPr txBox="1"/>
          <p:nvPr/>
        </p:nvSpPr>
        <p:spPr>
          <a:xfrm>
            <a:off x="11305814" y="2651932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1655</a:t>
            </a:r>
            <a:endParaRPr lang="en-SG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EDB3FE-EC29-5D57-1151-5EF32CC150BF}"/>
              </a:ext>
            </a:extLst>
          </p:cNvPr>
          <p:cNvSpPr txBox="1"/>
          <p:nvPr/>
        </p:nvSpPr>
        <p:spPr>
          <a:xfrm>
            <a:off x="11391584" y="2397636"/>
            <a:ext cx="67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1870</a:t>
            </a:r>
            <a:endParaRPr lang="en-SG" sz="12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318CFC0-CFDC-2207-F9ED-04DE96161638}"/>
              </a:ext>
            </a:extLst>
          </p:cNvPr>
          <p:cNvSpPr txBox="1"/>
          <p:nvPr/>
        </p:nvSpPr>
        <p:spPr>
          <a:xfrm>
            <a:off x="11296439" y="2007594"/>
            <a:ext cx="569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1932</a:t>
            </a:r>
            <a:endParaRPr lang="en-SG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B9E4AF-5EDF-C511-421D-C90F6A77FCDF}"/>
              </a:ext>
            </a:extLst>
          </p:cNvPr>
          <p:cNvSpPr txBox="1"/>
          <p:nvPr/>
        </p:nvSpPr>
        <p:spPr>
          <a:xfrm>
            <a:off x="5686285" y="320521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1270</a:t>
            </a:r>
            <a:endParaRPr lang="en-SG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BAA290-7304-16EB-FFF5-7DE7A05D4F11}"/>
              </a:ext>
            </a:extLst>
          </p:cNvPr>
          <p:cNvSpPr txBox="1"/>
          <p:nvPr/>
        </p:nvSpPr>
        <p:spPr>
          <a:xfrm>
            <a:off x="5710300" y="340148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1120</a:t>
            </a:r>
            <a:endParaRPr lang="en-SG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CA5A15-EBA2-DF12-A7F4-6D72C51E6076}"/>
              </a:ext>
            </a:extLst>
          </p:cNvPr>
          <p:cNvSpPr txBox="1"/>
          <p:nvPr/>
        </p:nvSpPr>
        <p:spPr>
          <a:xfrm>
            <a:off x="5766490" y="360160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970</a:t>
            </a:r>
            <a:endParaRPr lang="en-SG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ECF819-048D-A1A4-DB31-F3022F1E35D9}"/>
              </a:ext>
            </a:extLst>
          </p:cNvPr>
          <p:cNvSpPr txBox="1"/>
          <p:nvPr/>
        </p:nvSpPr>
        <p:spPr>
          <a:xfrm>
            <a:off x="5777510" y="3802763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820</a:t>
            </a:r>
            <a:endParaRPr lang="en-SG" sz="1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DF60D-DA28-103E-CAD4-095906CD3906}"/>
              </a:ext>
            </a:extLst>
          </p:cNvPr>
          <p:cNvSpPr txBox="1"/>
          <p:nvPr/>
        </p:nvSpPr>
        <p:spPr>
          <a:xfrm>
            <a:off x="5756643" y="402731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670</a:t>
            </a:r>
            <a:endParaRPr lang="en-SG" sz="1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AEE16E-339A-C320-8C19-058613DB67C6}"/>
              </a:ext>
            </a:extLst>
          </p:cNvPr>
          <p:cNvSpPr txBox="1"/>
          <p:nvPr/>
        </p:nvSpPr>
        <p:spPr>
          <a:xfrm>
            <a:off x="5755372" y="422465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520</a:t>
            </a:r>
            <a:endParaRPr lang="en-SG" sz="10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A4B45E-C95C-9841-F31D-C87B9D97D86D}"/>
              </a:ext>
            </a:extLst>
          </p:cNvPr>
          <p:cNvSpPr txBox="1"/>
          <p:nvPr/>
        </p:nvSpPr>
        <p:spPr>
          <a:xfrm>
            <a:off x="5747303" y="445167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370</a:t>
            </a:r>
            <a:endParaRPr lang="en-SG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128173-FF02-C432-FB14-EB637F64BD1F}"/>
              </a:ext>
            </a:extLst>
          </p:cNvPr>
          <p:cNvSpPr txBox="1"/>
          <p:nvPr/>
        </p:nvSpPr>
        <p:spPr>
          <a:xfrm>
            <a:off x="5751338" y="4639710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220</a:t>
            </a:r>
            <a:endParaRPr lang="en-SG" sz="10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B78A4-7F21-5267-8FE0-F128C8497D0D}"/>
              </a:ext>
            </a:extLst>
          </p:cNvPr>
          <p:cNvSpPr txBox="1"/>
          <p:nvPr/>
        </p:nvSpPr>
        <p:spPr>
          <a:xfrm>
            <a:off x="5790350" y="483676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70</a:t>
            </a:r>
            <a:endParaRPr lang="en-SG" sz="1000" dirty="0"/>
          </a:p>
        </p:txBody>
      </p:sp>
    </p:spTree>
    <p:extLst>
      <p:ext uri="{BB962C8B-B14F-4D97-AF65-F5344CB8AC3E}">
        <p14:creationId xmlns:p14="http://schemas.microsoft.com/office/powerpoint/2010/main" val="201982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1394</TotalTime>
  <Words>105</Words>
  <Application>Microsoft Office PowerPoint</Application>
  <PresentationFormat>Widescreen</PresentationFormat>
  <Paragraphs>87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PBU Walls(TMP Grids)</vt:lpstr>
      <vt:lpstr>Wall 1</vt:lpstr>
      <vt:lpstr>Wall 2</vt:lpstr>
      <vt:lpstr>Wall 3</vt:lpstr>
      <vt:lpstr>Wall 4</vt:lpstr>
      <vt:lpstr>Wall 5</vt:lpstr>
      <vt:lpstr>Wall 6</vt:lpstr>
      <vt:lpstr>Floor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34</cp:revision>
  <cp:lastPrinted>2025-07-18T01:56:59Z</cp:lastPrinted>
  <dcterms:created xsi:type="dcterms:W3CDTF">2025-05-08T09:43:42Z</dcterms:created>
  <dcterms:modified xsi:type="dcterms:W3CDTF">2025-07-21T09:34:36Z</dcterms:modified>
</cp:coreProperties>
</file>