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ink/ink10.xml" ContentType="application/inkml+xml"/>
  <Override PartName="/ppt/ink/ink11.xml" ContentType="application/inkml+xml"/>
  <Override PartName="/ppt/ink/ink12.xml" ContentType="application/inkml+xml"/>
  <Override PartName="/ppt/ink/ink13.xml" ContentType="application/inkml+xml"/>
  <Override PartName="/ppt/ink/ink14.xml" ContentType="application/inkml+xml"/>
  <Override PartName="/ppt/ink/ink15.xml" ContentType="application/inkml+xml"/>
  <Override PartName="/ppt/ink/ink16.xml" ContentType="application/inkml+xml"/>
  <Override PartName="/ppt/ink/ink17.xml" ContentType="application/inkml+xml"/>
  <Override PartName="/ppt/ink/ink18.xml" ContentType="application/inkml+xml"/>
  <Override PartName="/ppt/ink/ink19.xml" ContentType="application/inkml+xml"/>
  <Override PartName="/ppt/ink/ink20.xml" ContentType="application/inkml+xml"/>
  <Override PartName="/ppt/ink/ink21.xml" ContentType="application/inkml+xml"/>
  <Override PartName="/ppt/ink/ink22.xml" ContentType="application/inkml+xml"/>
  <Override PartName="/ppt/ink/ink23.xml" ContentType="application/inkml+xml"/>
  <Override PartName="/ppt/ink/ink24.xml" ContentType="application/inkml+xml"/>
  <Override PartName="/ppt/ink/ink25.xml" ContentType="application/inkml+xml"/>
  <Override PartName="/ppt/ink/ink26.xml" ContentType="application/inkml+xml"/>
  <Override PartName="/ppt/ink/ink27.xml" ContentType="application/inkml+xml"/>
  <Override PartName="/ppt/ink/ink28.xml" ContentType="application/inkml+xml"/>
  <Override PartName="/ppt/ink/ink29.xml" ContentType="application/inkml+xml"/>
  <Override PartName="/ppt/ink/ink30.xml" ContentType="application/inkml+xml"/>
  <Override PartName="/ppt/ink/ink31.xml" ContentType="application/inkml+xml"/>
  <Override PartName="/ppt/ink/ink32.xml" ContentType="application/inkml+xml"/>
  <Override PartName="/ppt/ink/ink33.xml" ContentType="application/inkml+xml"/>
  <Override PartName="/ppt/ink/ink34.xml" ContentType="application/inkml+xml"/>
  <Override PartName="/ppt/ink/ink35.xml" ContentType="application/inkml+xml"/>
  <Override PartName="/ppt/ink/ink36.xml" ContentType="application/inkml+xml"/>
  <Override PartName="/ppt/ink/ink37.xml" ContentType="application/inkml+xml"/>
  <Override PartName="/ppt/ink/ink38.xml" ContentType="application/inkml+xml"/>
  <Override PartName="/ppt/ink/ink39.xml" ContentType="application/inkml+xml"/>
  <Override PartName="/ppt/ink/ink40.xml" ContentType="application/inkml+xml"/>
  <Override PartName="/ppt/ink/ink41.xml" ContentType="application/inkml+xml"/>
  <Override PartName="/ppt/ink/ink42.xml" ContentType="application/inkml+xml"/>
  <Override PartName="/ppt/ink/ink43.xml" ContentType="application/inkml+xml"/>
  <Override PartName="/ppt/ink/ink44.xml" ContentType="application/inkml+xml"/>
  <Override PartName="/ppt/ink/ink45.xml" ContentType="application/inkml+xml"/>
  <Override PartName="/ppt/ink/ink46.xml" ContentType="application/inkml+xml"/>
  <Override PartName="/ppt/ink/ink47.xml" ContentType="application/inkml+xml"/>
  <Override PartName="/ppt/ink/ink48.xml" ContentType="application/inkml+xml"/>
  <Override PartName="/ppt/ink/ink49.xml" ContentType="application/inkml+xml"/>
  <Override PartName="/ppt/ink/ink50.xml" ContentType="application/inkml+xml"/>
  <Override PartName="/ppt/ink/ink51.xml" ContentType="application/inkml+xml"/>
  <Override PartName="/ppt/ink/ink52.xml" ContentType="application/inkml+xml"/>
  <Override PartName="/ppt/ink/ink53.xml" ContentType="application/inkml+xml"/>
  <Override PartName="/ppt/ink/ink54.xml" ContentType="application/inkml+xml"/>
  <Override PartName="/ppt/ink/ink55.xml" ContentType="application/inkml+xml"/>
  <Override PartName="/ppt/ink/ink56.xml" ContentType="application/inkml+xml"/>
  <Override PartName="/ppt/ink/ink57.xml" ContentType="application/inkml+xml"/>
  <Override PartName="/ppt/ink/ink58.xml" ContentType="application/inkml+xml"/>
  <Override PartName="/ppt/notesSlides/notesSlide1.xml" ContentType="application/vnd.openxmlformats-officedocument.presentationml.notesSlide+xml"/>
  <Override PartName="/ppt/ink/ink59.xml" ContentType="application/inkml+xml"/>
  <Override PartName="/ppt/ink/ink60.xml" ContentType="application/inkml+xml"/>
  <Override PartName="/ppt/ink/ink61.xml" ContentType="application/inkml+xml"/>
  <Override PartName="/ppt/ink/ink62.xml" ContentType="application/inkml+xml"/>
  <Override PartName="/ppt/ink/ink63.xml" ContentType="application/inkml+xml"/>
  <Override PartName="/ppt/ink/ink64.xml" ContentType="application/inkml+xml"/>
  <Override PartName="/ppt/ink/ink65.xml" ContentType="application/inkml+xml"/>
  <Override PartName="/ppt/ink/ink66.xml" ContentType="application/inkml+xml"/>
  <Override PartName="/ppt/notesSlides/notesSlide2.xml" ContentType="application/vnd.openxmlformats-officedocument.presentationml.notesSlide+xml"/>
  <Override PartName="/ppt/ink/ink67.xml" ContentType="application/inkml+xml"/>
  <Override PartName="/ppt/ink/ink68.xml" ContentType="application/inkml+xml"/>
  <Override PartName="/ppt/ink/ink69.xml" ContentType="application/inkml+xml"/>
  <Override PartName="/ppt/ink/ink70.xml" ContentType="application/inkml+xml"/>
  <Override PartName="/ppt/ink/ink71.xml" ContentType="application/inkml+xml"/>
  <Override PartName="/ppt/ink/ink72.xml" ContentType="application/inkml+xml"/>
  <Override PartName="/ppt/ink/ink73.xml" ContentType="application/inkml+xml"/>
  <Override PartName="/ppt/ink/ink74.xml" ContentType="application/inkml+xml"/>
  <Override PartName="/ppt/ink/ink75.xml" ContentType="application/inkml+xml"/>
  <Override PartName="/ppt/ink/ink76.xml" ContentType="application/inkml+xml"/>
  <Override PartName="/ppt/ink/ink77.xml" ContentType="application/inkml+xml"/>
  <Override PartName="/ppt/ink/ink78.xml" ContentType="application/inkml+xml"/>
  <Override PartName="/ppt/ink/ink79.xml" ContentType="application/inkml+xml"/>
  <Override PartName="/ppt/ink/ink80.xml" ContentType="application/inkml+xml"/>
  <Override PartName="/ppt/ink/ink81.xml" ContentType="application/inkml+xml"/>
  <Override PartName="/ppt/ink/ink82.xml" ContentType="application/inkml+xml"/>
  <Override PartName="/ppt/ink/ink83.xml" ContentType="application/inkml+xml"/>
  <Override PartName="/ppt/ink/ink84.xml" ContentType="application/inkml+xml"/>
  <Override PartName="/ppt/ink/ink85.xml" ContentType="application/inkml+xml"/>
  <Override PartName="/ppt/ink/ink86.xml" ContentType="application/inkml+xml"/>
  <Override PartName="/ppt/ink/ink87.xml" ContentType="application/inkml+xml"/>
  <Override PartName="/ppt/ink/ink88.xml" ContentType="application/inkml+xml"/>
  <Override PartName="/ppt/ink/ink89.xml" ContentType="application/inkml+xml"/>
  <Override PartName="/ppt/ink/ink90.xml" ContentType="application/inkml+xml"/>
  <Override PartName="/ppt/ink/ink91.xml" ContentType="application/inkml+xml"/>
  <Override PartName="/ppt/ink/ink92.xml" ContentType="application/inkml+xml"/>
  <Override PartName="/ppt/ink/ink93.xml" ContentType="application/inkml+xml"/>
  <Override PartName="/ppt/ink/ink94.xml" ContentType="application/inkml+xml"/>
  <Override PartName="/ppt/notesSlides/notesSlide3.xml" ContentType="application/vnd.openxmlformats-officedocument.presentationml.notesSlide+xml"/>
  <Override PartName="/ppt/ink/ink95.xml" ContentType="application/inkml+xml"/>
  <Override PartName="/ppt/ink/ink96.xml" ContentType="application/inkml+xml"/>
  <Override PartName="/ppt/ink/ink97.xml" ContentType="application/inkml+xml"/>
  <Override PartName="/ppt/ink/ink98.xml" ContentType="application/inkml+xml"/>
  <Override PartName="/ppt/ink/ink99.xml" ContentType="application/inkml+xml"/>
  <Override PartName="/ppt/ink/ink100.xml" ContentType="application/inkml+xml"/>
  <Override PartName="/ppt/ink/ink101.xml" ContentType="application/inkml+xml"/>
  <Override PartName="/ppt/ink/ink102.xml" ContentType="application/inkml+xml"/>
  <Override PartName="/ppt/ink/ink103.xml" ContentType="application/inkml+xml"/>
  <Override PartName="/ppt/ink/ink104.xml" ContentType="application/inkml+xml"/>
  <Override PartName="/ppt/ink/ink105.xml" ContentType="application/inkml+xml"/>
  <Override PartName="/ppt/ink/ink106.xml" ContentType="application/inkml+xml"/>
  <Override PartName="/ppt/ink/ink107.xml" ContentType="application/inkml+xml"/>
  <Override PartName="/ppt/ink/ink108.xml" ContentType="application/inkml+xml"/>
  <Override PartName="/ppt/ink/ink109.xml" ContentType="application/inkml+xml"/>
  <Override PartName="/ppt/ink/ink110.xml" ContentType="application/inkml+xml"/>
  <Override PartName="/ppt/ink/ink111.xml" ContentType="application/inkml+xml"/>
  <Override PartName="/ppt/ink/ink112.xml" ContentType="application/inkml+xml"/>
  <Override PartName="/ppt/ink/ink113.xml" ContentType="application/inkml+xml"/>
  <Override PartName="/ppt/ink/ink114.xml" ContentType="application/inkml+xml"/>
  <Override PartName="/ppt/ink/ink115.xml" ContentType="application/inkml+xml"/>
  <Override PartName="/ppt/ink/ink116.xml" ContentType="application/inkml+xml"/>
  <Override PartName="/ppt/ink/ink117.xml" ContentType="application/inkml+xml"/>
  <Override PartName="/ppt/ink/ink118.xml" ContentType="application/inkml+xml"/>
  <Override PartName="/ppt/ink/ink119.xml" ContentType="application/inkml+xml"/>
  <Override PartName="/ppt/ink/ink120.xml" ContentType="application/inkml+xml"/>
  <Override PartName="/ppt/ink/ink121.xml" ContentType="application/inkml+xml"/>
  <Override PartName="/ppt/ink/ink122.xml" ContentType="application/inkml+xml"/>
  <Override PartName="/ppt/ink/ink123.xml" ContentType="application/inkml+xml"/>
  <Override PartName="/ppt/ink/ink124.xml" ContentType="application/inkml+xml"/>
  <Override PartName="/ppt/ink/ink125.xml" ContentType="application/inkml+xml"/>
  <Override PartName="/ppt/ink/ink126.xml" ContentType="application/inkml+xml"/>
  <Override PartName="/ppt/ink/ink127.xml" ContentType="application/inkml+xml"/>
  <Override PartName="/ppt/ink/ink128.xml" ContentType="application/inkml+xml"/>
  <Override PartName="/ppt/ink/ink129.xml" ContentType="application/inkml+xml"/>
  <Override PartName="/ppt/ink/ink130.xml" ContentType="application/inkml+xml"/>
  <Override PartName="/ppt/ink/ink131.xml" ContentType="application/inkml+xml"/>
  <Override PartName="/ppt/ink/ink132.xml" ContentType="application/inkml+xml"/>
  <Override PartName="/ppt/ink/ink133.xml" ContentType="application/inkml+xml"/>
  <Override PartName="/ppt/ink/ink134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26" r:id="rId1"/>
  </p:sldMasterIdLst>
  <p:notesMasterIdLst>
    <p:notesMasterId r:id="rId10"/>
  </p:notesMasterIdLst>
  <p:sldIdLst>
    <p:sldId id="263" r:id="rId2"/>
    <p:sldId id="256" r:id="rId3"/>
    <p:sldId id="257" r:id="rId4"/>
    <p:sldId id="258" r:id="rId5"/>
    <p:sldId id="259" r:id="rId6"/>
    <p:sldId id="260" r:id="rId7"/>
    <p:sldId id="261" r:id="rId8"/>
    <p:sldId id="262" r:id="rId9"/>
  </p:sldIdLst>
  <p:sldSz cx="12192000" cy="6858000"/>
  <p:notesSz cx="6797675" cy="9926638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83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21T01:23:34.46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0 190 24575,'2'3'0,"-1"1"0,0-1 0,1 0 0,0 1 0,-1-1 0,1 0 0,1 0 0,-1 0 0,0 0 0,1 0 0,-1-1 0,1 1 0,0-1 0,0 0 0,0 0 0,0 0 0,0 0 0,1 0 0,-1 0 0,1-1 0,-1 0 0,1 0 0,-1 0 0,5 1 0,-5-3 0,0 0 0,0-1 0,1 1 0,-1 0 0,0-1 0,0 0 0,0 0 0,-1 0 0,1 0 0,0 0 0,-1-1 0,1 1 0,2-4 0,30-44 0,-13 18 0,7-7 0,-25 31 0,1 1 0,0-1 0,1 1 0,-1 1 0,2-1 0,-1 1 0,0 0 0,1 0 0,0 1 0,1 0 0,8-5 0,2 0-1365,-2 1-5461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21T01:23:41.19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1 291 24575,'4'0'0,"0"1"0,1-1 0,-1 0 0,0 1 0,0 0 0,0 0 0,1 0 0,-1 1 0,0-1 0,-1 1 0,1 0 0,0 0 0,0 1 0,-1-1 0,0 1 0,1-1 0,-1 1 0,5 5 0,12 10 0,-18-16 0,0-1 0,0 1 0,0-1 0,-1 0 0,2 0 0,-1 0 0,0 0 0,0 0 0,0 0 0,0 0 0,1-1 0,-1 1 0,0-1 0,0 0 0,1 0 0,-1 0 0,0 0 0,1 0 0,-1 0 0,0 0 0,1-1 0,-1 1 0,0-1 0,0 0 0,0 0 0,0 0 0,1 0 0,-1 0 0,0 0 0,0 0 0,-1-1 0,1 1 0,0-1 0,2-2 0,7-7 0,-1-1 0,0 0 0,-1-1 0,11-17 0,3-5 0,61-70 0,-78 98 0,0 1 0,0 0 0,1 0 0,-1 0 0,15-8 0,-14 9 0,0 0 0,0 0 0,0 0 0,-1-1 0,0 0 0,9-12 0,-4 4-1365,-2 2-5461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21T01:23:44.32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1 210 24575,'2'3'0,"0"0"0,0 0 0,0 0 0,0 0 0,1 0 0,-1-1 0,1 1 0,0-1 0,0 0 0,0 0 0,0 0 0,6 3 0,5 4 0,-7-2 0,0-1 0,1 0 0,0 0 0,0-1 0,1-1 0,0 1 0,-1-1 0,13 4 0,-17-8 0,1 1 0,-1-1 0,0 0 0,0 0 0,0 0 0,0 0 0,0-1 0,1 0 0,-1 0 0,0 0 0,0 0 0,-1 0 0,1-1 0,0 0 0,0 0 0,-1 0 0,1 0 0,-1-1 0,0 1 0,1-1 0,-1 0 0,3-3 0,35-35 0,-25 23 0,1 0 0,1 2 0,1 0 0,0 1 0,29-17 0,-37 26 0,0-1 0,-1 0 0,17-16 0,-18 15 0,0 0 0,0 1 0,0 0 0,20-10 0,2-1-1365,-19 8-5461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21T01:23:42.51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0 185 24575,'5'3'0,"-1"-1"0,0 1 0,-1 0 0,1 0 0,-1 0 0,1 0 0,-1 1 0,0-1 0,0 1 0,0 0 0,-1 0 0,1 0 0,1 5 0,4 2 0,0 2 0,1-2 0,0 1 0,1-1 0,0-1 0,1 0 0,0 0 0,16 10 0,-23-18 0,0 0 0,-1 0 0,1 0 0,0 0 0,0-1 0,0 1 0,0-1 0,1 0 0,-1 0 0,0-1 0,0 1 0,1-1 0,-1 0 0,0 0 0,0-1 0,1 1 0,-1-1 0,0 0 0,0 0 0,0 0 0,0-1 0,0 1 0,0-1 0,0 0 0,0 0 0,-1 0 0,1-1 0,-1 1 0,5-4 0,65-67 0,-52 50 0,1 1 0,40-29 0,-33 29-273,0-2 0,-2 0 0,-1-2 0,27-32 0,-44 46-6553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21T01:23:45.49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5 24575,'0'-4'0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21T01:23:46.49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0 331 24575,'1'2'0,"0"-1"0,-1 1 0,1 0 0,0-1 0,0 1 0,0-1 0,0 0 0,0 1 0,1-1 0,-1 0 0,0 1 0,0-1 0,1 0 0,-1 0 0,1 0 0,-1 0 0,4 1 0,29 14 0,16-1 0,39 14 0,-84-26 0,1-1 0,0 0 0,0 0 0,0 0 0,1-1 0,-1 0 0,0 0 0,1-1 0,-1 0 0,0 0 0,1 0 0,-1-1 0,0 0 0,0 0 0,1-1 0,-1 1 0,0-1 0,10-5 0,1-3 0,0-1 0,0-1 0,-1 0 0,22-22 0,8-7 0,237-184 0,-260 208-8,-16 13-218,-1-1 0,-1 1 0,1-1-1,0 0 1,7-10 0,-4 0-6600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21T01:23:48.31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1 292 24575,'2'1'0,"1"-1"0,0 1 0,0 0 0,-1 0 0,1 0 0,0 1 0,-1-1 0,1 0 0,-1 1 0,0 0 0,1-1 0,-1 1 0,0 0 0,0 0 0,0 1 0,0-1 0,2 4 0,23 19 0,-26-24 0,1 0 0,-1-1 0,1 1 0,-1-1 0,1 1 0,-1-1 0,1 0 0,-1 1 0,1-1 0,-1 0 0,1 0 0,-1 0 0,1 0 0,-1-1 0,1 1 0,0 0 0,-1 0 0,0-1 0,1 1 0,-1-1 0,1 0 0,1-1 0,4-2 0,0-1 0,-1-1 0,0 1 0,0-1 0,0 0 0,-1-1 0,1 1 0,-1-1 0,6-11 0,-4 7 0,0 0 0,1 0 0,11-11 0,16-12 0,2 2 0,1 1 0,60-38 0,-65 53 17,-25 13-293,0-1-1,0 0 1,-1 0-1,14-11 1,-9 5-6550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21T01:24:12.11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1 297 24575,'0'15'0,"0"8"0,1 0 0,4 32 0,-3-48 0,-1 1 0,1-1 0,1 0 0,0 1 0,0-1 0,0 0 0,0-1 0,1 1 0,1-1 0,-1 0 0,7 8 0,-9-12 0,0-1 0,0 1 0,0 0 0,0-1 0,0 1 0,0-1 0,0 0 0,1 0 0,-1 0 0,0 0 0,1 0 0,-1 0 0,1-1 0,-1 1 0,1-1 0,-1 0 0,1 1 0,-1-1 0,1 0 0,0-1 0,-1 1 0,1 0 0,-1-1 0,1 1 0,-1-1 0,0 0 0,1 0 0,-1 0 0,0 0 0,1 0 0,-1-1 0,0 1 0,4-4 0,8-6 0,-1 0 0,0-1 0,23-27 0,-14 14 0,16-9 0,1 1 0,60-37 0,23-20 0,-105 79 0,1 0 0,0 0 0,0 2 0,1 0 0,26-8 0,-18 7 0,46-24 0,41-27-1365,-98 54-5461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21T01:24:14.54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1 113 24575,'20'52'0,"-14"-33"0,-3-7 0,1-1 0,0 0 0,0 0 0,1-1 0,11 18 0,-14-26 0,-1 0 0,1 0 0,0 0 0,-1-1 0,1 1 0,0 0 0,0-1 0,0 1 0,0-1 0,1 0 0,-1 0 0,0 0 0,1 0 0,-1 0 0,0 0 0,1-1 0,-1 1 0,1-1 0,-1 1 0,1-1 0,-1 0 0,1 0 0,-1 0 0,1-1 0,-1 1 0,1 0 0,-1-1 0,1 0 0,-1 0 0,0 1 0,1-1 0,2-2 0,26-13 0,56-39 0,-73 46 0,6-7 0,-1-1 0,0 0 0,-1-2 0,0 0 0,-2-1 0,20-30 0,4 14-1365,-28 26-5461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21T01:24:15.77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89 24575,'-1'16'0,"2"1"0,0 0 0,0-1 0,2 1 0,6 24 0,-7-36 0,0-1 0,0 1 0,0-1 0,0 0 0,0 0 0,1 0 0,0 0 0,0 0 0,0-1 0,0 1 0,0-1 0,1 0 0,0 0 0,-1 0 0,1 0 0,0-1 0,1 1 0,-1-1 0,0 0 0,1 0 0,-1-1 0,1 1 0,-1-1 0,7 1 0,4 0 0,-1 1 0,2-2 0,-1 0 0,0-1 0,0 0 0,0-2 0,0 1 0,0-2 0,0 0 0,-1-1 0,1 0 0,-1-1 0,0-1 0,22-11 0,18-14 0,90-37 0,33-18 0,-162 78 33,1 1 1,0 1-1,31-9 0,23-8-1531,-56 16-5328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21T01:24:19.78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1 287 24575,'-1'13'0,"1"0"0,1 0 0,0 1 0,0-1 0,2 0 0,4 16 0,-6-26 0,1 0 0,0 0 0,-1 0 0,1 0 0,0 0 0,0 0 0,0-1 0,1 1 0,-1-1 0,1 0 0,-1 0 0,1 0 0,0 0 0,0 0 0,0 0 0,0-1 0,0 1 0,0-1 0,0 0 0,0 0 0,1 0 0,-1 0 0,0-1 0,1 1 0,-1-1 0,0 0 0,1 0 0,-1 0 0,6-1 0,-2-1 0,1 1 0,0-1 0,-1 0 0,1-1 0,-1 1 0,0-1 0,0-1 0,0 0 0,10-7 0,55-45 0,-19 15 0,1 3 0,2 2 0,1 2 0,63-27 0,-94 47 0,-1-1 0,26-20 0,16-12 0,-36 26-1365,-21 10-5461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21T01:24:35.31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0 142 24575,'3'2'0,"1"1"0,-1-1 0,0 0 0,-1 1 0,1 0 0,0-1 0,-1 1 0,1 0 0,-1 0 0,0 1 0,0-1 0,1 4 0,7 7 0,-8-11 0,0 0 0,0 0 0,0 0 0,1 0 0,-1-1 0,1 1 0,0-1 0,0 1 0,0-1 0,0 0 0,0 0 0,0-1 0,0 1 0,1-1 0,-1 1 0,1-1 0,-1 0 0,1 0 0,-1-1 0,1 1 0,0-1 0,-1 1 0,1-1 0,0 0 0,-1-1 0,1 1 0,0-1 0,-1 1 0,1-1 0,-1 0 0,1-1 0,-1 1 0,1-1 0,-1 1 0,0-1 0,0 0 0,0 0 0,4-3 0,176-85 0,-72 38 92,-77 38-578,0-1 0,32-21 1,-51 27-6341</inkml:trace>
</inkml:ink>
</file>

<file path=ppt/ink/ink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21T01:24:36.51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0 119 24575,'0'3'0,"0"1"0,1 0 0,-1 0 0,1 0 0,0-1 0,0 1 0,0 0 0,0 0 0,0-1 0,1 1 0,0-1 0,0 0 0,0 1 0,3 4 0,-3-7 0,-1 0 0,0 0 0,1 0 0,-1 0 0,1 0 0,-1 0 0,1 0 0,0-1 0,-1 1 0,1-1 0,0 1 0,-1-1 0,1 1 0,0-1 0,0 0 0,-1 0 0,1 0 0,0 0 0,0 0 0,-1 0 0,1 0 0,0-1 0,0 1 0,-1-1 0,1 1 0,0-1 0,-1 0 0,1 1 0,-1-1 0,1 0 0,-1 0 0,1 0 0,-1 0 0,2-2 0,8-7 0,-1 1 0,0-1 0,12-15 0,17-18 0,-23 28-341,0 1 0,2 0-1,21-13 1,-21 18-6485</inkml:trace>
</inkml:ink>
</file>

<file path=ppt/ink/ink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21T01:24:37.96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0 244 24575,'2'7'0,"1"0"0,-1 0 0,1 0 0,1-1 0,-1 0 0,1 1 0,6 7 0,-7-10 0,-2-2 0,0 0 0,0 0 0,1 0 0,-1 0 0,1 0 0,0 0 0,0-1 0,-1 1 0,1 0 0,0-1 0,0 0 0,1 1 0,-1-1 0,0 0 0,0 0 0,0 0 0,1 0 0,-1 0 0,1-1 0,-1 1 0,1-1 0,-1 0 0,0 1 0,1-1 0,-1 0 0,1-1 0,-1 1 0,1 0 0,3-1 0,3-3 0,1 0 0,-1-1 0,0 0 0,0 0 0,-1 0 0,8-8 0,23-13 0,11-2 0,-20 10 0,63-26 0,-61 30 0,51-30 0,14-6 0,-86 44-49,0 0-1,-1 0 1,0-1-1,0 0 1,11-11-1,-6 5-1018,-3 4-5758</inkml:trace>
</inkml:ink>
</file>

<file path=ppt/ink/ink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21T01:24:44.38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2 246 24575,'0'15'0,"-1"-11"0,1 0 0,0 0 0,-1 0 0,1 0 0,1 0 0,-1 0 0,1 0 0,-1 0 0,1 0 0,0 0 0,1 0 0,-1-1 0,1 1 0,1 3 0,-1-8 0,0 0 0,-1 0 0,1 0 0,0-1 0,-1 1 0,1 0 0,-1-1 0,0 1 0,0-1 0,1 0 0,-1 1 0,0-1 0,0 0 0,-1 0 0,1 0 0,1-3 0,1-1 0,32-46 0,14-24 0,-38 57-170,1 1-1,1 0 0,0 1 1,1 0-1,1 1 0,1 1 1,19-15-1,-23 21-6655</inkml:trace>
</inkml:ink>
</file>

<file path=ppt/ink/ink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21T01:24:46.29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1 261 24575,'0'2'0,"0"0"0,0-1 0,0 1 0,0 0 0,0 0 0,0 0 0,1 0 0,-1-1 0,1 1 0,0 0 0,-1 0 0,1-1 0,0 1 0,0-1 0,0 1 0,0 0 0,0-1 0,0 0 0,0 1 0,1-1 0,-1 0 0,1 1 0,2 0 0,-1 0 0,0-1 0,0 0 0,0 0 0,0-1 0,0 1 0,0 0 0,0-1 0,0 0 0,1 0 0,-1 0 0,0 0 0,6-1 0,0-1 0,1-1 0,-1 1 0,1-2 0,-1 1 0,0-1 0,-1 0 0,1-1 0,10-7 0,119-108 0,-28 29 0,-99 84-341,-1 0 0,0 0-1,16-17 1,-16 12-6485</inkml:trace>
</inkml:ink>
</file>

<file path=ppt/ink/ink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21T01:24:49.10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0 211 24575,'2'8'0,"1"-1"0,0 1 0,0-1 0,1 0 0,-1 0 0,2 0 0,-1 0 0,1-1 0,6 7 0,-9-10 0,2 2 0,6 9 0,1-1 0,20 19 0,-28-29 0,0-1 0,-1 0 0,1 0 0,0 0 0,0 0 0,1 0 0,-1 0 0,0-1 0,1 1 0,-1-1 0,0 0 0,1 0 0,-1-1 0,1 1 0,0-1 0,-1 1 0,1-1 0,5-1 0,12-4 0,0-2 0,0-1 0,-1-1 0,0 0 0,0-1 0,-1-1 0,31-25 0,-19 15 0,45-24 0,40-22 0,74-44 0,-163 94 0,-11 6-1365,-4 0-5461</inkml:trace>
</inkml:ink>
</file>

<file path=ppt/ink/ink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21T01:24:47.64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1 217 24575,'0'13'0,"-1"2"0,1-1 0,1 1 0,0-1 0,4 16 0,-5-28 0,1 0 0,-1 0 0,0 0 0,1 0 0,0-1 0,-1 1 0,1 0 0,0 0 0,0 0 0,0 0 0,0-1 0,0 1 0,1-1 0,-1 1 0,0-1 0,1 1 0,-1-1 0,1 1 0,-1-1 0,1 0 0,0 0 0,0 0 0,-1 0 0,1 0 0,0-1 0,0 1 0,0 0 0,0-1 0,0 1 0,0-1 0,0 0 0,0 0 0,0 0 0,0 0 0,0 0 0,0 0 0,2-1 0,1 0 0,-1-1 0,1 1 0,-1-1 0,0 0 0,1-1 0,-1 1 0,0-1 0,-1 0 0,1 0 0,0 0 0,-1 0 0,0-1 0,1 0 0,3-6 0,37-65 0,-33 54 0,0 3 0,1 0 0,22-25 0,1-1 0,-24 30 12,1 1 0,21-19 0,-7 8-1413,-15 13-5425</inkml:trace>
</inkml:ink>
</file>

<file path=ppt/ink/ink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21T01:24:50.45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1 187 24575,'0'3'0,"-1"1"0,1-1 0,1 0 0,-1 1 0,1-1 0,-1 0 0,1 1 0,0-1 0,0 0 0,0 0 0,0 0 0,1 0 0,-1 0 0,1 0 0,4 5 0,-3-5 0,0-1 0,0 0 0,0 0 0,1 0 0,-1 0 0,1 0 0,-1-1 0,1 0 0,-1 0 0,1 0 0,0 0 0,0 0 0,-1-1 0,5 1 0,32 2 0,0-2 0,62-7 0,-92 4 0,1-1 0,-1-1 0,0 0 0,0 0 0,-1-1 0,1-1 0,-1 1 0,0-1 0,9-9 0,30-17 0,50-38 0,-75 58 0,-4 1 0,0 2 0,25-10 0,61-27-1365,-87 36-5461</inkml:trace>
</inkml:ink>
</file>

<file path=ppt/ink/ink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21T01:24:51.68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0 245 24575,'4'2'0,"-1"0"0,0-1 0,0 1 0,0 1 0,0-1 0,0 0 0,0 1 0,0-1 0,-1 1 0,1 0 0,-1 0 0,0 0 0,0 0 0,2 4 0,3 2 0,2 3 0,-1-1 0,0-1 0,1 0 0,0 0 0,0-1 0,18 13 0,-24-20 0,1 0 0,-1 0 0,1 0 0,-1-1 0,1 0 0,0 1 0,0-1 0,-1-1 0,1 1 0,0-1 0,0 1 0,0-1 0,0 0 0,0 0 0,0-1 0,0 1 0,0-1 0,-1 0 0,1 0 0,0 0 0,-1-1 0,1 1 0,5-4 0,5-3 0,-1-1 0,0-1 0,0 0 0,-1 0 0,15-17 0,-14 14 0,0 0 0,1 1 0,27-19 0,30-17 0,-50 32 0,0 1 0,37-18 0,-38 22 42,-1 0 0,32-27 0,-32 24-539,0 0 0,27-14 0,-27 19-6329</inkml:trace>
</inkml:ink>
</file>

<file path=ppt/ink/ink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21T01:24:54.93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1 245 24575,'5'2'0,"0"0"0,0 0 0,-1 1 0,1 0 0,-1 0 0,1 0 0,-1 0 0,0 1 0,0-1 0,0 1 0,6 8 0,0-1 0,17 19 0,-20-20 0,1-1 0,0 0 0,0-1 0,15 11 0,-20-17 0,0 0 0,0-1 0,0 1 0,0-1 0,0 0 0,0 1 0,0-1 0,1-1 0,-1 1 0,0 0 0,1-1 0,-1 0 0,0 0 0,1 0 0,-1 0 0,0 0 0,1-1 0,-1 1 0,0-1 0,6-2 0,0-2 0,-1 0 0,0-1 0,0 0 0,0-1 0,-1 1 0,0-1 0,0-1 0,-1 1 0,8-12 0,12-14 0,-7 10 0,-1-1 0,-2 0 0,0-1 0,13-31 0,32-49 0,-49 89-1365,0 4-5461</inkml:trace>
</inkml:ink>
</file>

<file path=ppt/ink/ink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21T01:25:04.03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1 229 24575,'0'6'0,"0"11"0,0 0 0,1 0 0,0-1 0,2 1 0,4 17 0,-6-31 0,0 0 0,0-1 0,0 1 0,0-1 0,0 1 0,0-1 0,1 1 0,-1-1 0,1 1 0,0-1 0,-1 0 0,1 0 0,0 0 0,0 0 0,1 0 0,-1-1 0,0 1 0,1-1 0,-1 1 0,1-1 0,-1 0 0,1 0 0,-1 0 0,1 0 0,0 0 0,0-1 0,-1 1 0,1-1 0,0 0 0,0 0 0,0 0 0,-1 0 0,1 0 0,0 0 0,0-1 0,-1 0 0,6-1 0,14-6 0,0-1 0,-1-1 0,0-1 0,0-1 0,-2 0 0,1-2 0,25-22 0,12-8 0,-28 22 0,-13 9 0,1 1 0,1 0 0,0 1 0,0 1 0,28-11 0,149-54 0,-165 61-273,2 2 0,-1 1 0,2 1 0,53-9 0,-66 17-6553</inkml:trace>
</inkml:ink>
</file>

<file path=ppt/ink/ink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21T01:25:05.06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93 24575,'0'10'0,"0"0"0,0-1 0,1 1 0,1-1 0,0 1 0,0-1 0,1 0 0,6 16 0,-7-21 0,0 0 0,1-1 0,-1 1 0,1-1 0,0 0 0,0 0 0,0 0 0,0 0 0,0 0 0,1-1 0,-1 1 0,1-1 0,0 0 0,0 0 0,0 0 0,0-1 0,0 1 0,0-1 0,0 0 0,0 0 0,8 0 0,0 0 0,0 0 0,0-1 0,0-1 0,0 0 0,0-1 0,0 0 0,0-1 0,-1 0 0,1 0 0,11-7 0,5-4 0,0-1 0,41-30 0,83-38 0,-61 27-1365,-70 46-5461</inkml:trace>
</inkml:ink>
</file>

<file path=ppt/ink/ink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21T01:25:07.75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1 135 24575,'0'13'0,"-1"-3"0,1 0 0,0 0 0,1 1 0,1-1 0,3 18 0,-4-26 0,0 0 0,0 0 0,0 0 0,0 0 0,0 0 0,0-1 0,0 1 0,1 0 0,-1 0 0,0-1 0,1 1 0,0-1 0,-1 0 0,1 1 0,0-1 0,0 0 0,-1 0 0,1 0 0,0 0 0,0 0 0,0-1 0,0 1 0,1 0 0,-1-1 0,0 0 0,0 1 0,0-1 0,0 0 0,0 0 0,0 0 0,1-1 0,-1 1 0,4-1 0,19-4 0,0-1 0,0-2 0,-1 0 0,0-1 0,28-16 0,-38 16 0,0 0 0,-1-1 0,14-14 0,34-25 0,-13 22-5,-30 18-335,0-1 0,-1-1 0,23-19 0,-29 19-6486</inkml:trace>
</inkml:ink>
</file>

<file path=ppt/ink/ink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21T01:25:10.73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1 265 24575,'-1'8'0,"1"0"0,1 0 0,-1 1 0,1-1 0,1-1 0,-1 1 0,2 0 0,-1 0 0,6 13 0,-6-18 0,1 0 0,-1-1 0,0 1 0,1 0 0,-1-1 0,1 1 0,0-1 0,0 0 0,0 0 0,0 0 0,0-1 0,0 1 0,1-1 0,-1 1 0,0-1 0,1 0 0,-1 0 0,1-1 0,-1 1 0,1-1 0,-1 0 0,1 1 0,0-2 0,4 1 0,11-4 0,-1 0 0,0 0 0,0-2 0,0 0 0,-1-1 0,0-1 0,30-18 0,54-49 0,-95 70 0,-1 0 0,0 0 0,0-1 0,0 1 0,5-10 0,-5 9 0,-1 0 0,1 0 0,0 0 0,0 1 0,7-6 0,-3 3 0,0 0 0,0 0 0,-1-1 0,0-1 0,-1 1 0,0-1 0,0 0 0,-1 0 0,0-1 0,4-13 0,-7 19-122,0 0 0,-1 0-1,2 0 1,-1 0 0,0 0-1,8-7 1,-9 10-387,8-10-6317</inkml:trace>
</inkml:ink>
</file>

<file path=ppt/ink/ink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21T01:25:15.29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0 133 24575,'0'5'0,"0"0"0,1 0 0,0 0 0,0 0 0,0-1 0,0 1 0,1 0 0,-1 0 0,1-1 0,1 1 0,-1-1 0,5 7 0,-5-9 0,-1 0 0,0-1 0,1 1 0,0-1 0,-1 1 0,1-1 0,0 1 0,-1-1 0,1 0 0,0 0 0,0 0 0,0 0 0,0-1 0,0 1 0,0 0 0,1-1 0,-1 1 0,0-1 0,0 0 0,0 0 0,0 0 0,1 0 0,-1 0 0,0 0 0,0-1 0,0 1 0,0-1 0,0 1 0,0-1 0,3-1 0,126-63 0,15-6 0,-135 67-151,-1-1-1,1 0 0,-1-1 0,0 0 1,0 0-1,-1-1 0,0 0 1,14-15-1,-13 10-6674</inkml:trace>
</inkml:ink>
</file>

<file path=ppt/ink/ink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21T01:25:16.46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1 211 24575,'0'3'0,"0"0"0,0 0 0,0 1 0,0-1 0,1 0 0,-1 0 0,1 0 0,0 0 0,0 0 0,0 0 0,0 0 0,1 0 0,-1 0 0,1 0 0,0-1 0,0 1 0,0-1 0,0 1 0,0-1 0,4 3 0,-2-2 0,0-1 0,1 0 0,-1 0 0,0 0 0,1-1 0,0 0 0,-1 0 0,1 0 0,0 0 0,-1-1 0,1 0 0,0 0 0,7 0 0,-1-3 0,1 1 0,-1-1 0,1-1 0,-1 0 0,0-1 0,-1 0 0,1-1 0,17-12 0,37-17 0,-55 30 8,0 0 0,0 0 0,-1-1 0,0 0 0,0-1 0,0 0 0,-1 0-1,10-11 1,4-8-258,25-40-1,-24 33-684,-14 20-5891</inkml:trace>
</inkml:ink>
</file>

<file path=ppt/ink/ink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21T01:25:17.71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3 132 24575,'-1'37'0,"0"-22"0,0 1 0,1-1 0,1 1 0,5 29 0,-5-41 0,0-1 0,0 0 0,0 0 0,1 1 0,-1-1 0,1 0 0,-1-1 0,1 1 0,0 0 0,0 0 0,1-1 0,-1 1 0,0-1 0,1 0 0,-1 1 0,1-1 0,0-1 0,0 1 0,0 0 0,0-1 0,0 1 0,0-1 0,0 0 0,0 0 0,1 0 0,-1 0 0,7 0 0,34 2 0,0-2 0,72-8 0,-106 6 0,0-1 0,0 0 0,0 0 0,-1-1 0,1 0 0,-1-1 0,0 0 0,0 0 0,0-1 0,0 0 0,-1-1 0,0 0 0,0 0 0,-1-1 0,1 0 0,-2 0 0,9-10 0,28-24 0,-35 34 0,0 1 0,0-1 0,-1 0 0,9-13 0,-8 11 0,-1 1 0,1 0 0,0 0 0,0 1 0,11-7 0,-10 7 0,0 1 0,-1-1 0,0-1 0,-1 1 0,12-15 0,5-8-1365,-11 15-5461</inkml:trace>
</inkml:ink>
</file>

<file path=ppt/ink/ink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21T01:25:19.04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0 235 24575,'1'6'0,"0"0"0,0 0 0,0 0 0,0 0 0,1 0 0,0 0 0,1-1 0,-1 1 0,1-1 0,5 8 0,42 54 0,-24-35 0,-14-16 0,-8-9 0,0-1 0,1 0 0,0 0 0,0 0 0,0-1 0,10 8 0,-13-12 0,0 0 0,0 0 0,0 0 0,0 0 0,0-1 0,0 1 0,0 0 0,1-1 0,-1 0 0,0 1 0,1-1 0,-1 0 0,0 0 0,0 0 0,1-1 0,-1 1 0,0-1 0,0 1 0,0-1 0,1 1 0,-1-1 0,0 0 0,0 0 0,0 0 0,0-1 0,3-1 0,9-8 0,0 0 0,-1-1 0,12-13 0,24-20 0,67-48 0,-65 54 0,83-49 0,-79 53 0,-9 8-33,-18 11-633,45-35 0,-59 38-6160</inkml:trace>
</inkml:ink>
</file>

<file path=ppt/ink/ink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21T01:25:20.48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33 24575,'1'21'0,"2"0"0,0-1 0,2 0 0,0 0 0,1 0 0,1 0 0,1-1 0,1 0 0,0-1 0,21 30 0,-29-45 0,1-1 0,0 0 0,0 1 0,0-1 0,1 0 0,-1 0 0,0 0 0,1-1 0,-1 1 0,1 0 0,0-1 0,-1 0 0,1 0 0,0 0 0,0 0 0,0 0 0,0 0 0,0-1 0,0 1 0,0-1 0,0 0 0,0 0 0,0 0 0,0 0 0,0-1 0,0 1 0,0-1 0,4-1 0,8-3 0,0-1 0,-1 0 0,1-1 0,17-12 0,-1 1 0,-11 6 0,-1-1 0,-1 0 0,0-2 0,-1 0 0,17-19 0,-18 17 0,0 1 0,1 1 0,1 1 0,0 0 0,25-13 0,3-2-1365,-35 19-5461</inkml:trace>
</inkml:ink>
</file>

<file path=ppt/ink/ink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21T01:25:21.85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2 137 24575,'-1'27'0,"1"-3"0,0 1 0,2 0 0,6 37 0,-7-56 0,1 0 0,-1 1 0,1-1 0,1 0 0,-1 0 0,1-1 0,0 1 0,1 0 0,-1-1 0,1 0 0,0 0 0,0 0 0,1 0 0,-1-1 0,1 0 0,0 0 0,0 0 0,10 5 0,-10-7 0,-1-1 0,1 0 0,-1 1 0,1-2 0,-1 1 0,1-1 0,-1 1 0,1-1 0,-1-1 0,1 1 0,0 0 0,-1-1 0,1 0 0,-1 0 0,0-1 0,1 1 0,-1-1 0,0 0 0,0 0 0,0 0 0,4-3 0,13-9 0,-1 0 0,31-29 0,-33 27 0,0-2 0,0-2 0,-2 1 0,0-2 0,-1 0 0,-1-1 0,-1 0 0,11-26 0,1-1 0,10-2-1365,-26 38-5461</inkml:trace>
</inkml:ink>
</file>

<file path=ppt/ink/ink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21T01:25:23.01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3 277 24575,'-1'25'0,"0"-13"0,1-1 0,0 1 0,1-1 0,0 1 0,5 20 0,-5-30 0,-1 0 0,1 1 0,0-1 0,0 0 0,1 0 0,-1 0 0,0 0 0,1 0 0,-1 0 0,1-1 0,0 1 0,-1 0 0,1-1 0,0 1 0,0-1 0,0 0 0,0 1 0,0-1 0,0 0 0,1 0 0,-1-1 0,0 1 0,0 0 0,1-1 0,-1 1 0,1-1 0,-1 0 0,0 0 0,1 0 0,-1 0 0,0 0 0,1-1 0,3 0 0,7-3 0,0 0 0,-1-1 0,0 0 0,0-1 0,0-1 0,0 0 0,-1 0 0,0-1 0,10-10 0,-4 5 0,25-28 0,-34 33 0,0-1 0,0 1 0,0 1 0,14-10 0,26-12 0,6-4 0,67-54 0,-111 79-170,-1-1-1,0 1 0,-1-1 1,0-1-1,-1 0 0,1 0 1,6-13-1,-5 5-6655</inkml:trace>
</inkml:ink>
</file>

<file path=ppt/ink/ink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21T01:25:24.30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0 24575,'1'11'0,"0"0"0,1-1 0,0 1 0,6 13 0,1 10 0,-8-31 0,0-1 0,-1 1 0,1 0 0,1-1 0,-1 1 0,0-1 0,1 1 0,-1-1 0,1 0 0,0 1 0,-1-1 0,1 0 0,0 0 0,1 0 0,-1-1 0,0 1 0,0 0 0,4 1 0,0 0 0,0-1 0,0 1 0,0-1 0,0-1 0,1 1 0,-1-1 0,13 1 0,-6-1 0,0-1 0,1-1 0,-1 0 0,0-1 0,1 0 0,-1-1 0,19-7 0,41-19 0,94-24 0,-109 41 0,-38 8 0,-1 0 0,1-1 0,33-13 0,-36 11-1365,-1 1-5461</inkml:trace>
</inkml:ink>
</file>

<file path=ppt/ink/ink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21T01:25:33.17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1 261 24575,'0'3'0,"-1"1"0,2-1 0,-1 0 0,0 1 0,1-1 0,-1 0 0,1 1 0,0-1 0,0 0 0,0 0 0,0 0 0,1 0 0,-1 0 0,1 0 0,0 0 0,2 2 0,-1-2 0,0-1 0,0 0 0,0 0 0,1 0 0,-1 0 0,1-1 0,-1 1 0,1-1 0,-1 0 0,1 0 0,0 0 0,0-1 0,7 1 0,7 1 0,0-2 0,0 0 0,0-1 0,0 0 0,0-2 0,35-9 0,-24 3 0,0-2 0,-1-2 0,34-20 0,-20 10-195,-1-2 0,-2-2 0,-1-1 0,-1-2 0,-1-2 0,41-48 0,-67 68-6631</inkml:trace>
</inkml:ink>
</file>

<file path=ppt/ink/ink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21T01:25:35.04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1 238 24575,'4'0'0,"-1"0"0,1 0 0,0 1 0,0-1 0,-1 1 0,1 0 0,0 0 0,-1 0 0,1 1 0,-1-1 0,1 1 0,-1 0 0,0 0 0,0 0 0,1 0 0,-1 0 0,-1 1 0,1-1 0,0 1 0,-1 0 0,1 0 0,3 6 0,0 3 0,0 0 0,-1 1 0,0 0 0,-1 0 0,2 14 0,15 38 0,-21-63 0,1 0 0,0-1 0,0 1 0,0 0 0,0-1 0,0 1 0,0-1 0,1 1 0,-1-1 0,0 0 0,1 0 0,-1 1 0,1-1 0,0 0 0,-1 0 0,1 0 0,0-1 0,-1 1 0,1 0 0,0-1 0,0 1 0,3 0 0,-1-1 0,0 0 0,0-1 0,-1 1 0,1-1 0,0 0 0,-1 0 0,1 0 0,0 0 0,-1 0 0,7-4 0,1-2 0,0 0 0,0-1 0,-1 0 0,0-1 0,16-17 0,38-45 0,135-116 0,-172 166 67,48-27 0,5-2-1566,-68 40-5327</inkml:trace>
</inkml:ink>
</file>

<file path=ppt/ink/ink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21T01:25:37.22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1 180 24575,'-1'56'0,"3"64"0,-2-118 0,0-1 0,0 1 0,0 0 0,0-1 0,0 1 0,1-1 0,-1 1 0,0-1 0,1 1 0,-1-1 0,1 1 0,0-1 0,-1 0 0,1 1 0,0-1 0,0 0 0,0 1 0,0-1 0,0 0 0,0 0 0,0 0 0,1 0 0,-1 0 0,0 0 0,3 1 0,-2-2 0,0 1 0,1-1 0,-1 0 0,0 0 0,1 0 0,-1-1 0,0 1 0,1 0 0,-1-1 0,0 1 0,0-1 0,0 0 0,1 0 0,-1 0 0,2-2 0,13-6 0,-2-2 0,1 0 0,18-19 0,-23 21 0,51-46 0,57-45 0,-53 38 5,-59 53-119,1 0 0,1 0-1,-1 1 1,1 1 0,1-1 0,-1 1 0,1 1 0,0 0-1,1 0 1,0 1 0,21-8 0,-10 9-6712</inkml:trace>
</inkml:ink>
</file>

<file path=ppt/ink/ink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21T01:25:38.86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1 120 24575,'4'0'0,"0"0"0,0 0 0,0 1 0,0-1 0,0 1 0,0 0 0,0 0 0,-1 0 0,1 1 0,0-1 0,-1 1 0,1 0 0,-1 0 0,1 0 0,-1 1 0,0-1 0,0 1 0,0 0 0,0 0 0,0 0 0,-1 0 0,0 0 0,1 0 0,2 6 0,11 13 0,-13-19 0,1 0 0,-1 0 0,1 0 0,-1 0 0,1 0 0,0-1 0,0 0 0,0 0 0,0 0 0,1 0 0,-1-1 0,0 0 0,1 0 0,-1 0 0,1 0 0,-1-1 0,1 1 0,-1-1 0,1 0 0,0-1 0,-1 1 0,1-1 0,-1 0 0,1 0 0,-1 0 0,0-1 0,7-2 0,12-5 0,-1-2 0,0 0 0,34-24 0,-52 33 0,54-37-69,106-62-1227,-150 94-5530</inkml:trace>
</inkml:ink>
</file>

<file path=ppt/ink/ink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21T01:25:41.52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4 270 24575,'-1'40'0,"-1"-27"0,2 0 0,-1 1 0,2-1 0,0 0 0,1 0 0,0 0 0,6 21 0,-7-32 0,-1-1 0,1 0 0,-1 1 0,1-1 0,-1 1 0,1-1 0,0 0 0,0 1 0,0-1 0,0 0 0,0 0 0,0 0 0,0 0 0,0 0 0,0 0 0,0 0 0,1 0 0,-1 0 0,0 0 0,1-1 0,-1 1 0,0 0 0,1-1 0,-1 0 0,1 1 0,-1-1 0,1 0 0,-1 1 0,1-1 0,-1 0 0,1 0 0,-1 0 0,1-1 0,-1 1 0,1 0 0,-1 0 0,1-1 0,-1 1 0,1-1 0,-1 1 0,1-1 0,-1 0 0,0 0 0,0 1 0,1-1 0,-1 0 0,0 0 0,0 0 0,2-2 0,9-8 0,0 0 0,-1-1 0,18-24 0,-17 21 0,33-33 0,92-76 0,-41 40 0,-77 69 27,0 0 1,42-23-1,-8 5-1474,-39 24-5379</inkml:trace>
</inkml:ink>
</file>

<file path=ppt/ink/ink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21T01:25:44.42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1 236 24575,'0'9'0,"1"-1"0,0 0 0,0 0 0,1 0 0,0 0 0,1 0 0,0 0 0,6 12 0,-6-15 0,-1 0 0,1-1 0,0 0 0,0 1 0,0-1 0,1 0 0,-1 0 0,1-1 0,0 1 0,0-1 0,1 0 0,-1 0 0,1 0 0,7 3 0,0-3 0,1 1 0,-1-2 0,1 0 0,-1-1 0,1 0 0,0 0 0,-1-2 0,1 1 0,0-2 0,-1 0 0,1 0 0,-1-1 0,1-1 0,-1 0 0,-1 0 0,21-11 0,12-10 0,-1-1 0,75-62 0,-62 44 0,-25 18 0,47-50 0,-32 28 0,-34 36-1365,-2-1-5461</inkml:trace>
</inkml:ink>
</file>

<file path=ppt/ink/ink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21T01:25:48.41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1 149 24575,'1'1'0,"0"-1"0,0 0 0,0 0 0,-1 1 0,1-1 0,0 1 0,0-1 0,0 1 0,0-1 0,-1 1 0,1 0 0,0-1 0,0 1 0,-1 0 0,1 0 0,-1-1 0,1 1 0,0 0 0,-1 0 0,0 0 0,1 0 0,-1 0 0,1-1 0,-1 1 0,0 2 0,9 31 0,-5-18 0,2 7 0,-4-14 0,0-1 0,1 1 0,0 0 0,0-1 0,6 11 0,-8-18 0,0 0 0,-1-1 0,1 1 0,0 0 0,-1 0 0,1 0 0,0 0 0,0-1 0,0 1 0,0 0 0,0-1 0,0 1 0,0-1 0,0 1 0,0-1 0,0 0 0,0 1 0,0-1 0,2 0 0,-1 0 0,-1 0 0,1 0 0,0-1 0,-1 1 0,1-1 0,0 1 0,-1-1 0,1 0 0,-1 0 0,1 0 0,-1 0 0,1 0 0,-1 0 0,0 0 0,0 0 0,3-2 0,53-68 0,-42 51 0,0 1 0,19-18 0,6-5-67,-26 26-150,0 2 1,1-1 0,1 2 0,0 0-1,35-21 1,-36 27-6610</inkml:trace>
</inkml:ink>
</file>

<file path=ppt/ink/ink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21T01:25:40.34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1 236 24575,'0'3'0,"-1"4"0,1-1 0,0 1 0,1-1 0,-1 1 0,1-1 0,1 1 0,2 7 0,-4-13 0,1 0 0,-1 0 0,1 0 0,-1-1 0,1 1 0,-1 0 0,1 0 0,0-1 0,-1 1 0,1 0 0,0-1 0,0 1 0,-1-1 0,1 1 0,0-1 0,0 1 0,0-1 0,0 0 0,0 0 0,0 1 0,1-1 0,0 0 0,1 0 0,0 0 0,-1 0 0,1-1 0,-1 1 0,1-1 0,-1 0 0,1 1 0,-1-1 0,1 0 0,2-2 0,219-123 0,-190 110 0,-23 11 0,0 0 0,0 0 0,0-2 0,-1 1 0,0-1 0,0 0 0,-1-1 0,12-12 0,32-27 133,-14 14-1631,-27 21-5328</inkml:trace>
</inkml:ink>
</file>

<file path=ppt/ink/ink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21T01:25:42.84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1 250 24575,'0'10'0,"0"1"0,0 0 0,1 0 0,1 0 0,5 18 0,-7-27 0,1 0 0,0 1 0,0-1 0,0 0 0,0-1 0,0 1 0,1 0 0,-1 0 0,0 0 0,1-1 0,0 1 0,-1-1 0,1 1 0,0-1 0,-1 0 0,1 1 0,0-1 0,0 0 0,0 0 0,0 0 0,1-1 0,-1 1 0,0 0 0,0-1 0,0 0 0,0 1 0,1-1 0,-1 0 0,0 0 0,0 0 0,1 0 0,-1-1 0,0 1 0,4-2 0,9-2 0,0-2 0,0 0 0,0 0 0,-1-1 0,0-1 0,23-18 0,19-9 0,-2 1 0,-38 22 0,1 2 0,0 0 0,31-12 0,142-65 0,-125 54 0,21-21-1365,-71 47-5461</inkml:trace>
</inkml:ink>
</file>

<file path=ppt/ink/ink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21T01:25:45.80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1 216 24575,'8'2'0,"0"0"0,0 0 0,0 1 0,-1 0 0,10 5 0,-2-1 0,3 0 0,0-2 0,1 0 0,-1-1 0,1 0 0,0-2 0,23 0 0,116-8 0,-143 4 4,-1 0-1,0-1 0,0-1 0,0 0 1,-1-1-1,1-1 0,-1 0 1,0 0-1,-1-1 0,15-11 0,9-10-88,60-62 0,-20 17-1146,-62 61-5595</inkml:trace>
</inkml:ink>
</file>

<file path=ppt/ink/ink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21T01:25:46.88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0 286 24575,'7'2'0,"0"-1"0,0 1 0,0 0 0,0 1 0,-1-1 0,1 2 0,-1-1 0,8 5 0,22 11 0,-11-9 0,0 2 0,46 28 0,-63-35 0,0 0 0,0 0 0,1-1 0,0-1 0,0 1 0,0-1 0,0-1 0,14 3 0,-17-5 0,-1 0 0,0 0 0,0 0 0,0 0 0,1-1 0,-1 0 0,0 0 0,0-1 0,0 1 0,-1-1 0,1 0 0,0 0 0,0-1 0,-1 0 0,0 1 0,8-7 0,96-75 0,-91 71 0,1-1 0,0 2 0,1 1 0,32-15 0,17-11 0,-43 23 0,1 2 0,0 0 0,53-16 0,-70 25 0,1-1 0,-1-1 0,0 0 0,13-8 0,26-14 0,-7 11-69,-25 11-147,0 0 0,-1-2 0,0 0 0,0 0 0,20-15 0,-23 11-6610</inkml:trace>
</inkml:ink>
</file>

<file path=ppt/ink/ink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21T01:25:50.18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1 259 24575,'0'-7'0,"0"-1"0,1 11 0,-1 1 0,0-1 0,1 1 0,0 0 0,0-1 0,0 1 0,0 0 0,1-1 0,-1 0 0,1 1 0,2 3 0,-1-5 0,0 0 0,0 1 0,0-1 0,0-1 0,1 1 0,-1 0 0,0-1 0,1 0 0,-1 1 0,1-1 0,0-1 0,-1 1 0,1 0 0,0-1 0,-1 0 0,1 0 0,0 0 0,0 0 0,-1-1 0,1 1 0,0-1 0,-1 0 0,1 0 0,5-3 0,8-4 0,0 0 0,-1-1 0,27-20 0,-14 9 0,163-123 62,-102 72-1489,-71 56-5399</inkml:trace>
</inkml:ink>
</file>

<file path=ppt/ink/ink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21T01:25:55.19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1 221 24575,'1'11'0,"2"-1"0,-1 1 0,1-1 0,1 0 0,0 0 0,1 0 0,-1 0 0,8 9 0,-1 1 0,-10-17 0,0 0 0,0 0 0,1-1 0,-1 1 0,1 0 0,0-1 0,0 1 0,0-1 0,0 0 0,0 0 0,0 0 0,0 0 0,1 0 0,-1 0 0,1 0 0,0-1 0,-1 1 0,7 1 0,-6-3 0,0 0 0,-1-1 0,1 1 0,0-1 0,0 0 0,0 0 0,0 0 0,-1 0 0,1 0 0,0 0 0,-1-1 0,1 0 0,-1 1 0,1-1 0,-1 0 0,0 0 0,0 0 0,0 0 0,2-4 0,137-145 0,-62 72 0,-67 68 0,1 0 0,0 0 0,1 1 0,0 1 0,0 0 0,20-8 0,5-4 0,-8 2-1365,-17 11-5461</inkml:trace>
</inkml:ink>
</file>

<file path=ppt/ink/ink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21T01:25:58.58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0 195 24575,'3'7'0,"-1"0"0,1 0 0,0 0 0,0-1 0,1 1 0,0-1 0,5 7 0,-6-9 0,14 23 0,-9-14 0,0 0 0,1-1 0,0 0 0,1 0 0,19 17 0,-26-27 0,0 0 0,0 0 0,0 0 0,0 0 0,0-1 0,0 1 0,1-1 0,-1 0 0,0 0 0,1 0 0,-1-1 0,1 1 0,-1-1 0,1 0 0,-1 0 0,1 0 0,-1 0 0,0-1 0,1 1 0,-1-1 0,1 0 0,-1 0 0,0 0 0,1 0 0,-1-1 0,0 1 0,0-1 0,0 0 0,0 0 0,3-3 0,128-95 0,-117 85 0,0-1 0,-1-1 0,-1 0 0,-1-1 0,13-21 0,-20 31 0,1 0 0,-1 0 0,1 1 0,12-10 0,23-21 0,-32 26-341,0 1 0,1 0-1,18-11 1,-15 12-6485</inkml:trace>
</inkml:ink>
</file>

<file path=ppt/ink/ink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21T01:25:57.09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1 135 24575,'0'5'0,"1"0"0,0 1 0,0-1 0,0 0 0,1 0 0,-1 0 0,1 0 0,0 0 0,1-1 0,-1 1 0,1-1 0,6 9 0,-8-12 0,0 0 0,0 1 0,0-1 0,0 0 0,1 0 0,-1 0 0,0 0 0,0 0 0,1 0 0,-1 0 0,0-1 0,1 1 0,-1 0 0,1-1 0,-1 1 0,1-1 0,-1 1 0,1-1 0,-1 0 0,1 0 0,-1 0 0,1 0 0,0 0 0,-1 0 0,1 0 0,-1 0 0,1 0 0,-1-1 0,1 1 0,-1-1 0,1 1 0,-1-1 0,1 0 0,-1 1 0,0-1 0,1 0 0,-1 0 0,0 0 0,0 0 0,0 0 0,1 0 0,-1 0 0,0-1 0,1-1 0,17-18 33,0 2-1,2 0 0,36-25 1,-32 26-532,-1-1 1,33-35 0,-47 43-6328</inkml:trace>
</inkml:ink>
</file>

<file path=ppt/ink/ink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21T01:25:59.86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1 213 24575,'2'0'0,"1"0"0,-1 1 0,1 0 0,-1-1 0,1 1 0,-1 0 0,0 0 0,0 0 0,1 0 0,-1 1 0,0-1 0,0 1 0,0-1 0,0 1 0,-1 0 0,1-1 0,0 1 0,-1 0 0,1 0 0,-1 0 0,2 3 0,28 60 0,-8-16 0,-21-46 0,0-1 0,0 0 0,0 1 0,0-1 0,0 0 0,0 0 0,1 0 0,-1 0 0,1-1 0,0 1 0,0-1 0,-1 1 0,1-1 0,0 0 0,0 0 0,0 0 0,0-1 0,0 1 0,0-1 0,0 1 0,0-1 0,1 0 0,-1 0 0,0-1 0,0 1 0,0-1 0,0 1 0,3-2 0,10-3 0,-1-1 0,0 0 0,0-1 0,18-12 0,5-2 0,14-2 0,-2-3 0,-1-1 0,-1-3 0,50-41 0,-80 57 0,0 1 0,40-21 0,-36 22 0,38-27 0,-31 17-1365,-18 11-5461</inkml:trace>
</inkml:ink>
</file>

<file path=ppt/ink/ink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21T01:26:01.24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58 24575,'1'8'0,"0"1"0,1-1 0,0 1 0,0-1 0,1 0 0,0 0 0,0 0 0,1 0 0,0-1 0,0 1 0,1-1 0,7 9 0,2 2 0,1-1 0,1-1 0,25 21 0,-34-32 0,-1-1 0,1 0 0,0-1 0,1 1 0,-1-1 0,0-1 0,1 1 0,-1-1 0,1-1 0,0 1 0,0-1 0,0-1 0,0 0 0,11 0 0,-7-1 0,1 0 0,-1-1 0,0-1 0,0 0 0,0 0 0,-1-1 0,1 0 0,16-10 0,4-7 0,45-37 0,6-6 0,-63 51-273,0-1 0,-1 0 0,0-2 0,26-28 0,-36 31-6553</inkml:trace>
</inkml:ink>
</file>

<file path=ppt/ink/ink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21T01:26:06.65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1 418 24575,'0'5'0,"0"-1"0,0 0 0,1 1 0,0-1 0,0 0 0,0 1 0,0-1 0,1 0 0,-1 0 0,1 0 0,0 0 0,0-1 0,1 1 0,-1 0 0,1-1 0,-1 1 0,1-1 0,6 5 0,-6-6 0,-1-1 0,0 0 0,0 0 0,1 0 0,-1 0 0,0 0 0,1 0 0,-1-1 0,1 1 0,-1-1 0,1 1 0,-1-1 0,1 0 0,-1 0 0,1 0 0,0-1 0,-1 1 0,0-1 0,1 1 0,-1-1 0,1 0 0,-1 0 0,0 0 0,1 0 0,-1 0 0,0 0 0,0-1 0,0 1 0,0-1 0,0 0 0,0 1 0,0-1 0,1-3 0,120-134 0,-79 101 0,75-49 0,-72 55 0,71-64 0,-78 64 60,-30 24-416,0 1 0,-1-1-1,16-18 1,-15 14-6470</inkml:trace>
</inkml:ink>
</file>

<file path=ppt/ink/ink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21T01:26:05.32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1 416 24575,'4'1'0,"1"0"0,0 0 0,-1 0 0,0 1 0,1 0 0,-1-1 0,0 1 0,0 1 0,0-1 0,0 1 0,0-1 0,0 1 0,-1 0 0,1 1 0,4 6 0,2 1 0,-1 0 0,0 1 0,13 24 0,-20-31 0,1 1 0,1 0 0,-1-1 0,1 0 0,0 0 0,0 0 0,8 7 0,-11-11 0,1 0 0,-1 0 0,0 0 0,1-1 0,-1 1 0,1-1 0,-1 1 0,1-1 0,-1 1 0,1-1 0,0 0 0,-1 0 0,1 0 0,-1 0 0,1 0 0,-1 0 0,1 0 0,0 0 0,-1-1 0,1 1 0,-1-1 0,1 1 0,-1-1 0,1 0 0,-1 1 0,0-1 0,1 0 0,-1 0 0,0 0 0,1 0 0,-1 0 0,0 0 0,0 0 0,0 0 0,1-2 0,10-12 0,0 0 0,-1-1 0,0 0 0,10-23 0,8-11 0,0 3 0,-9 13 0,1 1 0,28-31 0,-1 2 0,-32 39 0,37-39 0,19-18-1365,-61 69-5461</inkml:trace>
</inkml:ink>
</file>

<file path=ppt/ink/ink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21T01:26:08.24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1 398 24575,'1'6'0,"1"-1"0,0 1 0,0-1 0,0 1 0,1-1 0,0 0 0,0 0 0,4 4 0,1 4 0,3 3 0,0-1 0,1-1 0,0 0 0,1 0 0,1-1 0,28 21 0,-40-33 0,0 0 0,1 0 0,-1 0 0,1 0 0,-1 0 0,1 0 0,-1 0 0,1-1 0,0 0 0,-1 1 0,1-1 0,0 0 0,-1 0 0,1-1 0,0 1 0,-1 0 0,1-1 0,-1 0 0,1 1 0,-1-1 0,1 0 0,-1 0 0,1-1 0,-1 1 0,0 0 0,0-1 0,3-2 0,8-6 0,0-1 0,-1-1 0,16-18 0,0 0 0,23-19 0,-29 26 0,1 1 0,40-29 0,-43 36 0,35-35 0,2-2 0,65-60 131,-17 13-1627,-92 90-5330</inkml:trace>
</inkml:ink>
</file>

<file path=ppt/ink/ink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21T01:26:11.23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1 423 24575,'0'2'0,"0"1"0,0 0 0,0 0 0,1-1 0,-1 1 0,1 0 0,0-1 0,0 1 0,0-1 0,0 1 0,0-1 0,1 1 0,-1-1 0,1 0 0,0 1 0,-1-1 0,1 0 0,4 3 0,-2-2 0,1 0 0,0 0 0,0 0 0,0-1 0,0 1 0,0-1 0,0 0 0,1-1 0,4 2 0,3-1 0,0-1 0,-1 0 0,1 0 0,-1-1 0,1-1 0,0 0 0,19-4 0,5-8 0,-1-1 0,0-2 0,-1-2 0,53-35 0,-1 1 0,-74 43 0,-1 0 0,0-1 0,-1 0 0,0-1 0,-1-1 0,15-20 0,18-18 0,8-5-38,-20 20-625,60-50-1,-76 73-6162</inkml:trace>
</inkml:ink>
</file>

<file path=ppt/ink/ink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21T01:26:13.29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1 306 24575,'8'2'0,"0"-1"0,0 1 0,0 0 0,0 1 0,-1 0 0,1 0 0,-1 1 0,1 0 0,-1 0 0,0 1 0,-1 0 0,1 0 0,-1 1 0,0-1 0,5 7 0,-3-4 0,0 0 0,1-1 0,0 0 0,0-1 0,0 1 0,15 5 0,-20-11 0,0 0 0,0 0 0,0 0 0,0 0 0,0-1 0,0 0 0,0 0 0,0 0 0,0 0 0,0 0 0,0-1 0,0 0 0,0 0 0,0 0 0,0 0 0,-1-1 0,1 1 0,0-1 0,-1 0 0,1 0 0,-1-1 0,4-2 0,157-123 0,-123 96 0,69-73 0,-52 47 0,-19 30 56,-34 25-198,1 0 0,-1 0 0,0-1 0,0 1 0,-1-1-1,1 0 1,-1-1 0,0 1 0,5-7 0,-2-3-6684</inkml:trace>
</inkml:ink>
</file>

<file path=ppt/ink/ink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21T01:26:09.66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1 474 24575,'-1'-15'0,"3"-7"0,-1 22 0,0 0 0,-1 0 0,1 0 0,0 0 0,0 0 0,-1 1 0,1-1 0,0 0 0,0 0 0,-1 1 0,1-1 0,0 0 0,-1 1 0,1-1 0,0 1 0,-1-1 0,1 1 0,-1-1 0,1 1 0,0-1 0,-1 1 0,0-1 0,1 1 0,-1 0 0,1-1 0,-1 1 0,0 0 0,1-1 0,-1 2 0,21 25 0,-16-19 0,1-1 0,-1 1 0,1-1 0,1-1 0,-1 1 0,15 9 0,-19-14 0,0-1 0,1 0 0,-1 0 0,1 0 0,0-1 0,-1 1 0,1-1 0,-1 1 0,1-1 0,0 0 0,-1 0 0,1 0 0,0 0 0,-1-1 0,1 1 0,0-1 0,-1 1 0,1-1 0,-1 0 0,1 0 0,-1 0 0,1-1 0,-1 1 0,0 0 0,0-1 0,1 1 0,-1-1 0,3-4 0,3-2 0,0 0 0,-1-1 0,0 0 0,-1 0 0,8-13 0,25-33 0,135-105 0,-95 92 0,114-97-1365,-181 155-5461</inkml:trace>
</inkml:ink>
</file>

<file path=ppt/ink/ink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21T01:26:12.21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1 236 24575,'3'0'0,"-1"0"0,1 1 0,0-1 0,0 1 0,0 0 0,-1-1 0,1 1 0,0 1 0,-1-1 0,1 0 0,-1 1 0,1-1 0,-1 1 0,0 0 0,2 2 0,33 38 0,-33-36 0,1 0 0,0 0 0,0 0 0,0 0 0,1-1 0,-1 0 0,1 0 0,11 6 0,-12-9 0,0 0 0,-1-1 0,1 1 0,0-1 0,1 0 0,-1-1 0,0 1 0,0-1 0,0 0 0,0 0 0,0-1 0,0 1 0,1-1 0,-1-1 0,0 1 0,-1 0 0,1-1 0,0 0 0,4-3 0,9-5 0,-1-1 0,-1 0 0,25-23 0,-2 3 0,26-28 0,-47 41 0,38-29 0,10-4 83,18-13-1531,-64 52-5378</inkml:trace>
</inkml:ink>
</file>

<file path=ppt/ink/ink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21T01:26:14.70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1 242 24575,'0'7'0,"1"0"0,0 0 0,0 0 0,1 0 0,0 0 0,0 0 0,1 0 0,0 0 0,0-1 0,0 1 0,1-1 0,8 11 0,-10-15 0,-1 0 0,1 0 0,0 0 0,0 0 0,0 0 0,0-1 0,0 1 0,1 0 0,-1-1 0,0 0 0,1 1 0,-1-1 0,1 0 0,-1-1 0,1 1 0,-1 0 0,1-1 0,0 1 0,0-1 0,-1 0 0,1 0 0,0 0 0,-1 0 0,1 0 0,0-1 0,-1 1 0,1-1 0,0 1 0,-1-1 0,1 0 0,-1 0 0,1-1 0,-1 1 0,0 0 0,1-1 0,-1 1 0,3-3 0,73-62 0,-48 39 0,0 2 0,2 1 0,49-28 0,-33 27 0,-1-3 0,46-36 0,-61 36-1365,-18 17-5461</inkml:trace>
</inkml:ink>
</file>

<file path=ppt/ink/ink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21T01:28:36.24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1 193 24575,'0'6'0,"0"1"0,0-1 0,0 0 0,1 0 0,0 0 0,0 0 0,1-1 0,0 1 0,0 0 0,0-1 0,1 1 0,-1-1 0,1 1 0,0-1 0,1 0 0,0 0 0,-1-1 0,1 1 0,1-1 0,-1 0 0,1 0 0,0 0 0,-1-1 0,2 1 0,-1-1 0,0-1 0,1 1 0,-1-1 0,1 1 0,0-2 0,-1 1 0,1-1 0,0 0 0,0 0 0,0 0 0,0-1 0,0 0 0,0 0 0,1-1 0,-1 1 0,-1-1 0,1-1 0,0 1 0,0-1 0,0 0 0,-1 0 0,1-1 0,-1 1 0,9-7 0,2-3 0,1-1 0,-2-1 0,24-26 0,-16 16 0,7-5 0,66-46 0,12-11 0,-93 73-1365,-1 2-5461</inkml:trace>
</inkml:ink>
</file>

<file path=ppt/ink/ink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21T01:28:37.32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1 298 24575,'-1'13'0,"2"1"0,0-1 0,0 1 0,1-1 0,1 0 0,7 21 0,-9-30 0,1 0 0,0 0 0,0 0 0,0 0 0,1-1 0,-1 1 0,1-1 0,0 0 0,0 1 0,0-1 0,0 0 0,0-1 0,1 1 0,-1-1 0,1 1 0,0-1 0,0 0 0,0 0 0,0-1 0,0 1 0,0-1 0,0 0 0,1 0 0,4 0 0,-1 0 0,1 0 0,-1-1 0,1 0 0,-1-1 0,0 0 0,1 0 0,-1-1 0,0 0 0,1 0 0,-1-1 0,-1 0 0,11-5 0,-4-1 0,-1 0 0,0 0 0,0-1 0,-1-1 0,17-17 0,-14 14 0,1 1 0,31-21 0,-15 12 0,288-192 0,-293 195-455,2 2 0,51-23 0,-64 32-6371</inkml:trace>
</inkml:ink>
</file>

<file path=ppt/ink/ink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21T01:28:40.76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 95 24575,'0'27'0,"-1"-16"0,0 0 0,1 0 0,1-1 0,0 1 0,1 0 0,2 11 0,-3-19 0,0-1 0,0 1 0,1-1 0,-1 0 0,0 1 0,1-1 0,0 0 0,-1 0 0,1 0 0,0 0 0,0 0 0,0 0 0,0-1 0,1 1 0,-1-1 0,0 1 0,1-1 0,-1 0 0,0 0 0,1 0 0,0 0 0,-1 0 0,1-1 0,0 1 0,-1-1 0,1 0 0,0 1 0,-1-1 0,5-1 0,15-2 0,-1-1 0,1 0 0,-1-2 0,0 0 0,-1-2 0,37-18 0,-24 11 0,93-55 0,-26 34 0,-72 28 0,-2-1 0,1-2 0,27-15 0,-34 15-1365,-3 3-5461</inkml:trace>
</inkml:ink>
</file>

<file path=ppt/ink/ink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21T01:28:41.62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85 24575,'0'14'0,"-1"-4"0,1 0 0,1 0 0,-1 0 0,2 1 0,4 17 0,-6-26 0,1 0 0,0 0 0,0 0 0,0 0 0,0 0 0,0-1 0,1 1 0,-1 0 0,0-1 0,1 1 0,-1-1 0,1 1 0,0-1 0,-1 1 0,1-1 0,0 0 0,0 0 0,0 0 0,0 0 0,0 0 0,0-1 0,0 1 0,0-1 0,0 1 0,0-1 0,1 0 0,-1 1 0,0-1 0,0 0 0,0-1 0,0 1 0,1 0 0,2-1 0,11-3 0,-1-1 0,0 0 0,0-1 0,0 0 0,0-2 0,-1 1 0,18-14 0,-15 10 0,1 0 0,0 2 0,38-15 0,63-10 0,-106 30-195,-1-1 0,0 0 0,0 0 0,0-1 0,-1-1 0,14-10 0,-10 7-6631</inkml:trace>
</inkml:ink>
</file>

<file path=ppt/ink/ink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21T01:28:42.49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27 24575,'0'11'0,"0"19"0,5 46 0,-4-69 0,0 0 0,1 0 0,0 0 0,0 0 0,0 0 0,1 0 0,0 0 0,0-1 0,1 1 0,0-1 0,0 0 0,5 6 0,-5-9 0,1 0 0,-1 0 0,1 0 0,0 0 0,0-1 0,0 0 0,0 0 0,0 0 0,0-1 0,0 1 0,1-1 0,-1 0 0,1-1 0,-1 1 0,1-1 0,-1 0 0,0-1 0,8-1 0,-5 1 0,1 0 0,-1-1 0,0 0 0,0 0 0,0-1 0,-1 0 0,1 0 0,-1-1 0,1 0 0,-1-1 0,8-6 0,106-99 0,-10 14-1365,-97 81-5461</inkml:trace>
</inkml:ink>
</file>

<file path=ppt/ink/ink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21T01:28:43.75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67 24575,'-1'10'0,"1"-1"0,1 1 0,0-1 0,0 1 0,0-1 0,6 17 0,-5-23 0,-1 0 0,1 0 0,-1-1 0,1 1 0,0 0 0,0-1 0,0 1 0,1-1 0,-1 0 0,0 0 0,1 0 0,-1 0 0,1 0 0,0-1 0,0 1 0,0-1 0,0 1 0,0-1 0,0 0 0,0 0 0,0-1 0,0 1 0,6 0 0,22 1 0,1-2 0,0 0 0,-1-3 0,1 0 0,35-10 0,-11 4 0,71-18 0,-119 26 7,0-1 0,-1-1 0,1 1 0,0-1 0,-1 0 0,0-1 0,0 0 0,0 0 0,0-1 0,6-5 0,6-7-296,30-34 0,-29 30-575,-9 9-5962</inkml:trace>
</inkml:ink>
</file>

<file path=ppt/ink/ink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21T01:28:44.62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0 24575,'-1'82'0,"3"91"0,-2-171 0,0 0 0,1 1 0,-1-1 0,0 0 0,1 1 0,0-1 0,-1 0 0,1 1 0,0-1 0,0 0 0,0 0 0,1 0 0,-1 0 0,0 0 0,1 0 0,-1 0 0,1 0 0,0-1 0,0 1 0,-1-1 0,5 3 0,-3-3 0,0 1 0,1-1 0,-1 0 0,1 0 0,0-1 0,-1 1 0,1-1 0,-1 0 0,1 0 0,0 0 0,-1 0 0,7-2 0,8-2 0,0-1 0,-1-1 0,0-1 0,22-11 0,47-29 0,-54 28 0,1 1 0,62-23 0,-79 35 0,-1-1 0,0 0 0,0-1 0,0-1 0,16-13 0,30-19 0,-43 33-1365,-2 2-5461</inkml:trace>
</inkml:ink>
</file>

<file path=ppt/ink/ink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21T01:28:45.65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1 159 24575,'2'24'0,"1"0"0,2 1 0,0-1 0,1-1 0,2 1 0,0-1 0,12 22 0,16 48 0,-34-88 0,0 1 0,0-1 0,1 0 0,-1 0 0,1 0 0,0 0 0,0 0 0,1-1 0,4 5 0,-7-8 0,0 1 0,1-1 0,0 0 0,-1 0 0,1 0 0,-1 0 0,1 0 0,0 0 0,0 0 0,0-1 0,-1 1 0,1-1 0,0 1 0,0-1 0,0 0 0,0 1 0,0-1 0,0 0 0,0 0 0,0-1 0,0 1 0,0 0 0,0-1 0,-1 1 0,1-1 0,0 1 0,0-1 0,0 0 0,2-2 0,287-166 0,-71 8 0,-135 94 0,46-35 0,-118 89-1365,-3 1-5461</inkml:trace>
</inkml:ink>
</file>

<file path=ppt/ink/ink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21T01:28:49.49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17 320 24575,'0'0'0,"-1"0"0,0 0 0,1 0 0,-1 1 0,0-1 0,1 0 0,-1 0 0,0 0 0,1 1 0,-1-1 0,0 0 0,1 1 0,-1-1 0,0 0 0,1 1 0,-1-1 0,1 1 0,-1-1 0,1 1 0,-1-1 0,1 1 0,0-1 0,-1 1 0,1 0 0,-1-1 0,1 1 0,0-1 0,0 1 0,-1 0 0,1-1 0,0 1 0,0 0 0,0 0 0,0-1 0,0 1 0,0 0 0,0-1 0,0 1 0,0 0 0,0-1 0,0 1 0,0 0 0,0 0 0,1-1 0,-1 1 0,0 0 0,1-1 0,0 2 0,0 1 0,0 0 0,0 0 0,0 0 0,1-1 0,-1 1 0,1 0 0,0-1 0,0 1 0,0-1 0,3 3 0,-2-3 0,1 0 0,0 0 0,1 0 0,-1 0 0,0-1 0,0 0 0,1 0 0,-1 0 0,1 0 0,-1-1 0,1 1 0,-1-1 0,1 0 0,-1-1 0,1 1 0,-1-1 0,5-1 0,12-4 0,-1-1 0,31-13 0,23-8 0,-50 21 0,-1-1 0,44-21 0,27-9 0,-63 27 0,51-25 0,-54 22 0,1 2 0,33-11 0,-38 16 0,-2-2 0,0-1 0,26-15 0,-22 11 0,42-17 0,-54 25-273,-1 0 0,-1 0 0,1-1 0,16-13 0,-16 11-6553</inkml:trace>
</inkml:ink>
</file>

<file path=ppt/ink/ink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21T01:28:50.63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2 437 24575,'0'19'0,"-1"-4"0,1 1 0,0-1 0,2 0 0,-1 0 0,8 24 0,-9-36 0,1-1 0,0 1 0,0-1 0,0 1 0,1-1 0,-1 0 0,1 1 0,-1-1 0,1 0 0,0 0 0,0 0 0,0-1 0,0 1 0,0 0 0,0-1 0,0 1 0,0-1 0,1 0 0,-1 1 0,1-1 0,-1 0 0,1-1 0,-1 1 0,1 0 0,-1-1 0,1 1 0,0-1 0,-1 0 0,1 0 0,0 0 0,-1 0 0,1-1 0,0 1 0,-1-1 0,1 1 0,-1-1 0,1 0 0,4-2 0,17-8 0,-1 0 0,0-2 0,0 0 0,-1-2 0,-1 0 0,31-30 0,-6 7 0,195-154 0,-88 83 0,-150 107-24,224-139-1317,-220 137-5485</inkml:trace>
</inkml:ink>
</file>

<file path=ppt/ink/ink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21T01:28:51.83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5 63 24575,'-2'47'0,"0"-32"0,1-1 0,1 0 0,0 1 0,1-1 0,1 0 0,5 25 0,-6-37 0,-1-1 0,1 1 0,0 0 0,0-1 0,0 1 0,-1 0 0,2-1 0,-1 1 0,0-1 0,0 0 0,0 1 0,1-1 0,-1 0 0,0 0 0,1 1 0,-1-1 0,1 0 0,0-1 0,-1 1 0,1 0 0,0 0 0,-1-1 0,1 1 0,0-1 0,0 1 0,0-1 0,-1 0 0,1 0 0,0 0 0,0 0 0,0 0 0,0 0 0,0 0 0,-1-1 0,1 1 0,0-1 0,0 1 0,-1-1 0,4-1 0,8-4 0,-1-1 0,-1 1 0,1-2 0,14-12 0,-9 8 0,42-26 0,126-59 0,-153 82 0,-26 12-102,0-1-1,0 0 0,-1 0 1,1-1-1,-1 1 0,5-7 1,-6 7-545,8-8-6179</inkml:trace>
</inkml:ink>
</file>

<file path=ppt/ink/ink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21T01:28:52.87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1 189 24575,'0'16'0,"-1"1"0,1 1 0,1 0 0,1 0 0,6 26 0,-8-42 0,0 1 0,1-1 0,-1 0 0,1 0 0,0 0 0,0 1 0,0-1 0,0 0 0,0 0 0,0 0 0,1 0 0,-1-1 0,0 1 0,1 0 0,0-1 0,-1 1 0,1 0 0,0-1 0,0 0 0,0 0 0,0 1 0,0-1 0,0 0 0,0 0 0,0-1 0,0 1 0,1 0 0,-1-1 0,0 0 0,0 1 0,1-1 0,-1 0 0,0 0 0,1 0 0,-1 0 0,0-1 0,1 1 0,-1 0 0,0-1 0,0 0 0,0 0 0,1 1 0,2-3 0,11-5 0,-1-1 0,0-1 0,0 0 0,-1 0 0,0-2 0,12-13 0,-7 7 0,39-27 0,6-1 0,-37 26 0,38-22 0,84-53-1365,-136 85-5461</inkml:trace>
</inkml:ink>
</file>

<file path=ppt/ink/ink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21T01:28:53.87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61 24575,'5'7'0,"1"1"0,-1 0 0,-1 0 0,1 0 0,-2 1 0,1 0 0,-1-1 0,3 13 0,6 16 0,-9-31 0,-1 1 0,1 0 0,0-1 0,0 0 0,1 0 0,0 0 0,0 0 0,7 7 0,-8-11 0,-1-1 0,1 1 0,-1-1 0,1 0 0,-1 0 0,1 0 0,0 0 0,0 0 0,0-1 0,0 1 0,-1-1 0,1 0 0,0 0 0,0 0 0,0 0 0,0 0 0,0-1 0,0 1 0,0-1 0,-1 0 0,1 0 0,0 0 0,3-1 0,29-13 0,64-36 0,-66 33 0,1 0 0,38-13 0,16-5 0,-56 21 0,50-15 0,-68 26-341,0 0 0,0-1-1,22-11 1,-24 8-6485</inkml:trace>
</inkml:ink>
</file>

<file path=ppt/ink/ink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21T01:28:54.82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84 24575,'0'13'0,"0"-4"0,-1 0 0,2 0 0,-1 0 0,1 0 0,1-1 0,4 17 0,-5-22 0,1 0 0,-1-1 0,1 1 0,0-1 0,-1 0 0,1 1 0,1-1 0,-1 0 0,0 0 0,0 0 0,1-1 0,-1 1 0,1 0 0,-1-1 0,1 0 0,0 0 0,0 1 0,-1-2 0,1 1 0,0 0 0,0-1 0,0 1 0,0-1 0,5 0 0,0 1 0,0-1 0,0-1 0,-1 0 0,1 0 0,0 0 0,-1-1 0,1 0 0,-1-1 0,8-3 0,67-37 0,-16 7 0,-16 12-682,88-59-1,-122 72-6143</inkml:trace>
</inkml:ink>
</file>

<file path=ppt/ink/ink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21T01:29:10.84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0 246 24575,'0'2'0,"1"0"0,-1 0 0,0 0 0,0 0 0,1-1 0,-1 1 0,1 0 0,-1 0 0,1-1 0,0 1 0,0 0 0,0-1 0,0 1 0,0-1 0,0 1 0,0-1 0,0 1 0,1-1 0,-1 0 0,1 0 0,-1 1 0,3 0 0,0 0 0,1 1 0,0-1 0,0 0 0,0 0 0,1-1 0,-1 0 0,10 2 0,6-2 0,1 0 0,41-5 0,-47 1 0,1-1 0,-1-1 0,0 0 0,0-1 0,0-1 0,16-10 0,47-18 0,121-53 0,-82 40 0,-69 28 0,62-19 0,-70 24-1365,-24 9-5461</inkml:trace>
</inkml:ink>
</file>

<file path=ppt/ink/ink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21T01:29:11.90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1 276 24575,'0'2'0,"1"-1"0,-1 0 0,1 0 0,-1 0 0,1 0 0,-1 0 0,1 0 0,0 0 0,0 0 0,0 0 0,-1 0 0,1 0 0,0-1 0,0 1 0,0 0 0,0 0 0,0-1 0,0 1 0,0-1 0,1 1 0,-1-1 0,0 0 0,0 1 0,0-1 0,0 0 0,1 0 0,1 1 0,39 4 0,-37-5 0,16 1 0,10 2 0,1-1 0,-1-2 0,0-1 0,51-8 0,-73 5 0,0 1 0,0-2 0,-1 1 0,1-1 0,-1 0 0,0-1 0,-1 0 0,8-7 0,25-18 0,118-81 0,-128 91-112,-11 7-139,0 0 1,1 2-1,1 0 0,35-14 1,-40 21-6576</inkml:trace>
</inkml:ink>
</file>

<file path=ppt/ink/ink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21T01:29:16.17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1 218 24575,'2'5'0,"0"0"0,0 0 0,1 0 0,-1-1 0,1 1 0,0-1 0,1 0 0,-1 0 0,1 0 0,0 0 0,0-1 0,4 4 0,3 3 0,-6-4 0,0-1 0,0 0 0,1-1 0,-1 1 0,1-1 0,0 0 0,0-1 0,1 1 0,-1-1 0,14 4 0,-15-6 0,-1 0 0,1-1 0,0 0 0,-1 0 0,1 0 0,0-1 0,-1 0 0,1 0 0,0 0 0,-1 0 0,1-1 0,-1 1 0,0-1 0,1 0 0,-1 0 0,0-1 0,7-5 0,30-22 0,55-51 0,12 0 0,-93 69 27,1 0-1,0 1 1,1 1 0,26-11-1,40-26-1524,-70 38-5328</inkml:trace>
</inkml:ink>
</file>

<file path=ppt/ink/ink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21T01:29:17.26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1 318 24575,'0'5'0,"1"0"0,0-1 0,1 0 0,-1 1 0,1-1 0,-1 0 0,1 1 0,0-1 0,1 0 0,-1-1 0,1 1 0,0 0 0,0-1 0,0 1 0,0-1 0,0 0 0,1 0 0,0 0 0,-1-1 0,1 1 0,0-1 0,0 0 0,1 0 0,-1 0 0,0-1 0,9 3 0,-4-1 0,-1-1 0,1 0 0,-1 0 0,1-1 0,0 0 0,0 0 0,0-1 0,0 0 0,-1-1 0,1 0 0,0 0 0,0-1 0,11-3 0,-15 1 0,1 1 0,-1-1 0,0 0 0,-1 0 0,1-1 0,-1 1 0,1-1 0,-2 0 0,1 0 0,5-9 0,30-60 0,-37 69 0,8-11 0,0 0 0,1 0 0,0 1 0,1 1 0,1 0 0,0 0 0,16-11 0,-13 12 0,-1-1 0,-1-1 0,0 0 0,-1-1 0,17-27 0,-20 27-1365,-1 3-5461</inkml:trace>
</inkml:ink>
</file>

<file path=ppt/ink/ink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21T01:29:18.17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1 327 24575,'4'2'0,"0"0"0,0 0 0,-1 0 0,1 0 0,0 1 0,-1-1 0,0 1 0,1 0 0,-1 0 0,0 0 0,3 4 0,14 12 0,-16-16 0,0 0 0,1 0 0,-1-1 0,1 1 0,-1-1 0,1-1 0,0 1 0,0-1 0,0 1 0,0-1 0,0-1 0,0 1 0,0-1 0,0 0 0,0 0 0,0 0 0,0-1 0,0 0 0,0 0 0,0 0 0,0 0 0,0-1 0,0 0 0,-1 0 0,1 0 0,-1-1 0,1 1 0,-1-1 0,0 0 0,0 0 0,0-1 0,-1 1 0,1-1 0,4-6 0,23-24 0,53-43 0,8-8 0,-77 71 0,1 1 0,30-21 0,-12 11 0,-8 3-68,-13 9-256,1 1 0,0 0-1,18-8 1,-17 12-6502</inkml:trace>
</inkml:ink>
</file>

<file path=ppt/ink/ink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21T01:29:19.31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1 550 24575,'0'5'0,"0"-1"0,0 0 0,1 1 0,-1-1 0,1 0 0,0 0 0,1 1 0,-1-1 0,1 0 0,0 0 0,3 6 0,-4-9 0,1 1 0,-1-1 0,0 1 0,1-1 0,-1 0 0,1 1 0,-1-1 0,1 0 0,-1 0 0,1 0 0,0 0 0,0-1 0,-1 1 0,1 0 0,0-1 0,0 1 0,0-1 0,0 1 0,0-1 0,0 0 0,0 0 0,0 0 0,0 0 0,-1 0 0,1-1 0,0 1 0,0-1 0,3 0 0,0-2 0,-1 0 0,1-1 0,0 0 0,-1 0 0,0 0 0,0 0 0,0-1 0,0 1 0,-1-1 0,0 0 0,0 0 0,0 0 0,2-7 0,18-25 0,-17 29 0,0-1 0,-1 0 0,1-1 0,3-9 0,-5 9 0,0 1 0,1 0 0,0 0 0,12-14 0,78-97 0,136-143 0,-218 252-1365,-1 1-5461</inkml:trace>
</inkml:ink>
</file>

<file path=ppt/ink/ink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21T01:29:23.24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2 311 24575,'-2'32'0,"2"51"0,0-80 0,0 0 0,0-1 0,1 1 0,-1 0 0,1 0 0,0-1 0,-1 1 0,1 0 0,0-1 0,1 1 0,-1-1 0,0 1 0,1-1 0,0 0 0,-1 1 0,1-1 0,0 0 0,0 0 0,0 0 0,0 0 0,0-1 0,4 3 0,-4-3 0,1-1 0,-1 1 0,0-1 0,1 1 0,-1-1 0,0 0 0,1 0 0,-1 0 0,0-1 0,1 1 0,-1 0 0,0-1 0,1 1 0,-1-1 0,0 0 0,0 0 0,0 0 0,1 0 0,-1 0 0,0-1 0,-1 1 0,1 0 0,0-1 0,2-2 0,7-6 0,-1-1 0,-1 0 0,9-14 0,10-10 0,28-11 0,-41 35 0,0-1 0,21-21 0,20-14 0,-11 12 0,28-23 0,-49 41 0,36-34 0,-9 0-1365,-35 37-5461</inkml:trace>
</inkml:ink>
</file>

<file path=ppt/ink/ink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21T01:29:24.56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2 389 24575,'0'2'0,"-1"0"0,1-1 0,0 1 0,0 0 0,0 0 0,0 0 0,0 0 0,0 0 0,1 0 0,-1-1 0,1 1 0,-1 0 0,1 0 0,-1-1 0,1 1 0,0 0 0,0-1 0,0 1 0,0 0 0,0-1 0,1 0 0,-1 1 0,0-1 0,0 0 0,1 1 0,-1-1 0,1 0 0,0 0 0,-1 0 0,1 0 0,0 0 0,-1-1 0,1 1 0,3 0 0,-1-1 0,0 0 0,-1-1 0,1 1 0,0-1 0,-1 0 0,1 0 0,-1 0 0,1-1 0,-1 1 0,1-1 0,-1 0 0,0 0 0,0 0 0,0 0 0,0-1 0,4-4 0,33-32 0,1-3 0,64-49 0,-53 54-341,-2-3 0,-2-2-1,62-67 1,-101 97-6485</inkml:trace>
</inkml:ink>
</file>

<file path=ppt/ink/ink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21T01:29:25.84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32 24575,'2'5'0,"0"1"0,0-1 0,1 0 0,0 1 0,0-1 0,0-1 0,1 1 0,-1 0 0,6 4 0,6 11 0,-4-3 0,-3-4 0,0 0 0,1 0 0,0-1 0,1 0 0,18 16 0,-24-25 0,-1 0 0,1-1 0,0 0 0,0 1 0,0-2 0,0 1 0,1 0 0,-1-1 0,0 0 0,1 0 0,-1 0 0,0 0 0,1-1 0,-1 0 0,1 0 0,-1 0 0,1 0 0,-1-1 0,1 0 0,-1 0 0,1 0 0,-1 0 0,0-1 0,5-1 0,74-38 0,-56 27 0,0 0 0,31-9 0,-39 16 0,0-2 0,24-13 0,22-10 0,-53 27-115,1 1-63,0-1-1,-1 0 0,0-1 1,0-1-1,-1 0 1,12-9-1,-12 5-6647</inkml:trace>
</inkml:ink>
</file>

<file path=ppt/ink/ink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21T01:29:27.82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3 219 24575,'-2'48'0,"2"46"0,0-87 0,1 1 0,0-1 0,0 1 0,1-1 0,0 1 0,0-1 0,1 0 0,0 0 0,5 8 0,-7-12 0,1-1 0,-1-1 0,1 1 0,-1 0 0,1 0 0,0 0 0,0-1 0,-1 1 0,1-1 0,0 0 0,0 1 0,1-1 0,-1 0 0,0 0 0,0 0 0,1-1 0,-1 1 0,0 0 0,1-1 0,-1 0 0,0 1 0,1-1 0,-1 0 0,1 0 0,-1 0 0,0-1 0,1 1 0,-1-1 0,1 1 0,-1-1 0,0 0 0,0 0 0,1 0 0,1-1 0,11-6 0,-1 0 0,0-1 0,-1-1 0,15-14 0,7-3 0,11-8 0,-2-2 0,55-60 0,-90 89 0,119-94 0,-64 16-1365,-53 75-5461</inkml:trace>
</inkml:ink>
</file>

<file path=ppt/ink/ink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21T01:29:29.18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1 134 24575,'0'10'0,"0"-1"0,0 1 0,1-1 0,1 0 0,-1 1 0,6 16 0,-5-23 0,-1 0 0,1 0 0,0 0 0,-1-1 0,1 1 0,0-1 0,1 1 0,-1-1 0,0 0 0,1 0 0,-1 1 0,1-2 0,0 1 0,-1 0 0,1-1 0,0 1 0,0-1 0,0 0 0,0 0 0,0 0 0,1 0 0,-1-1 0,5 1 0,2 0 0,0 0 0,0-1 0,-1-1 0,1 0 0,0 0 0,0 0 0,-1-2 0,1 1 0,-1-1 0,1 0 0,-1-1 0,9-5 0,12-8 0,-2-1 0,33-26 0,-17 10 0,137-76-1365,-164 98-5461</inkml:trace>
</inkml:ink>
</file>

<file path=ppt/ink/ink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21T01:29:30.53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58 24575,'2'1'0,"0"0"0,-1 0 0,1-1 0,-1 1 0,1 0 0,-1 0 0,1 0 0,-1 0 0,0 1 0,1-1 0,-1 0 0,0 1 0,0-1 0,0 0 0,0 1 0,0 0 0,1 2 0,14 30 0,-12-23 0,-2 0 0,2-1 0,0 0 0,0 0 0,1 0 0,0 0 0,9 12 0,-12-19 0,0-1 0,1 0 0,-1 0 0,1 0 0,-1 0 0,1 0 0,0-1 0,-1 1 0,1-1 0,0 0 0,0 1 0,0-2 0,0 1 0,1 0 0,-1 0 0,0-1 0,0 0 0,0 0 0,1 1 0,-1-2 0,0 1 0,0 0 0,0-1 0,0 0 0,0 1 0,5-3 0,4-2 0,0 0 0,0 0 0,-1-1 0,0-1 0,0 0 0,-1 0 0,11-11 0,45-28 0,-7 10 0,-45 26 0,1 0 0,0 1 0,1 1 0,21-8 0,-30 14-227,0-1-1,0 0 1,0 0-1,-1 0 1,11-7-1,-6 0-6598</inkml:trace>
</inkml:ink>
</file>

<file path=ppt/ink/ink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21T01:29:33.21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11 62 24575,'0'0'0,"-1"0"0,1 0 0,0 0 0,-1 0 0,1 0 0,-1 0 0,1 1 0,0-1 0,-1 0 0,1 0 0,-1 0 0,1 0 0,0 0 0,-1 1 0,1-1 0,0 0 0,-1 0 0,1 1 0,0-1 0,-1 0 0,1 1 0,0-1 0,-1 0 0,1 1 0,0-1 0,0 0 0,0 1 0,-1-1 0,1 1 0,0-1 0,0 0 0,0 1 0,0-1 0,0 1 0,2 19 0,14 16 0,0-13 0,0-1 0,21 21 0,-33-40 0,0 1 0,0-1 0,0 0 0,0-1 0,1 1 0,-1-1 0,1 0 0,-1 0 0,1 0 0,0-1 0,0 0 0,0 0 0,0 0 0,0 0 0,0-1 0,0 0 0,0 0 0,0 0 0,0 0 0,0-1 0,0 0 0,6-2 0,13-3 0,0-2 0,-1-1 0,28-14 0,-27 12 0,50-24 0,-19 9 0,96-32 0,-131 50-43,0 0-1,32-19 1,-27 13-1192,-11 7-5591</inkml:trace>
</inkml:ink>
</file>

<file path=ppt/ink/ink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21T01:29:35.63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0 174 24575,'1'7'0,"-1"-1"0,1 0 0,0 0 0,1 1 0,-1-1 0,1 0 0,0 0 0,1 0 0,-1-1 0,1 1 0,1 0 0,-1-1 0,1 0 0,0 0 0,0 0 0,0 0 0,0-1 0,1 1 0,0-1 0,0 0 0,0-1 0,1 1 0,-1-1 0,1 0 0,11 4 0,-5-2 0,0-1 0,0-1 0,0 0 0,0 0 0,1-1 0,-1-1 0,0 0 0,1-1 0,0 0 0,-1-1 0,0 0 0,17-4 0,3-4 0,-1-2 0,-1 0 0,0-2 0,0-2 0,46-30 0,-44 25 0,-21 14 0,0 0 0,-1-1 0,0-1 0,0 1 0,-1-2 0,15-15 0,-12 11 32,1 0 0,0 1 0,23-16 0,-21 17-530,-1-1 1,24-24-1,-32 28-6328</inkml:trace>
</inkml:ink>
</file>

<file path=ppt/ink/ink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21T01:29:38.51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0 172 24575,'2'12'0,"0"0"0,0-1 0,2 1 0,-1 0 0,1-1 0,1 0 0,0 0 0,0 0 0,1-1 0,1 1 0,0-1 0,0-1 0,1 1 0,0-2 0,13 13 0,-19-20 0,1 1 0,-1-1 0,0 0 0,0 0 0,1 1 0,-1-1 0,1-1 0,-1 1 0,1 0 0,-1-1 0,1 1 0,-1-1 0,1 0 0,0 0 0,-1 0 0,1 0 0,-1 0 0,1-1 0,0 1 0,-1-1 0,1 0 0,-1 1 0,1-1 0,-1 0 0,4-3 0,8-3 0,-1-1 0,0-1 0,16-15 0,4-1 0,6 0 0,0 1 0,71-30 0,77-37 0,-177 86 0,11-7-341,-1-1 0,-1-1-1,23-22 1,-31 26-6485</inkml:trace>
</inkml:ink>
</file>

<file path=ppt/ink/ink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21T01:29:41.32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 99 24575,'0'30'0,"-1"-17"0,0 1 0,1-1 0,1 1 0,0-1 0,1 1 0,0-1 0,1 0 0,1 0 0,0 0 0,11 24 0,-6-20 0,-6-11 0,0 0 0,0-1 0,1 1 0,0-1 0,-1 1 0,2-1 0,8 8 0,-11-11 0,0-1 0,0 0 0,0-1 0,0 1 0,0 0 0,1-1 0,-1 1 0,0-1 0,0 1 0,1-1 0,-1 0 0,0 0 0,0 0 0,1 0 0,-1-1 0,0 1 0,0-1 0,1 1 0,-1-1 0,0 0 0,0 1 0,0-1 0,0-1 0,0 1 0,0 0 0,0 0 0,-1-1 0,3-1 0,39-28 0,41-42 0,8-5 0,19 5 0,-72 50 0,43-33 0,-52 36-1365,-14 14-5461</inkml:trace>
</inkml:ink>
</file>

<file path=ppt/ink/ink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21T01:29:31.73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0 140 24575,'1'17'0,"1"-1"0,1 0 0,7 27 0,-2-8 0,-7-32 0,0 0 0,0 0 0,1 1 0,-1-1 0,1 0 0,-1 0 0,1-1 0,0 1 0,0 0 0,1-1 0,-1 1 0,0-1 0,1 0 0,-1 1 0,1-1 0,0 0 0,0-1 0,0 1 0,0 0 0,0-1 0,0 0 0,0 0 0,1 0 0,-1 0 0,0 0 0,0 0 0,1-1 0,-1 0 0,1 0 0,-1 0 0,0 0 0,5-1 0,1 1 0,1-1 0,-1-1 0,0 1 0,0-2 0,1 1 0,-2-1 0,1-1 0,0 1 0,0-1 0,12-9 0,13-12 0,2 1 0,0 2 0,50-23 0,-7 6 0,-44 21 0,49-18 0,111-35-1365,-178 64-5461</inkml:trace>
</inkml:ink>
</file>

<file path=ppt/ink/ink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21T01:29:34.56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0 235 24575,'2'2'0,"1"-1"0,-1 1 0,0 0 0,0 1 0,0-1 0,0 0 0,0 1 0,0-1 0,0 1 0,-1-1 0,0 1 0,1 0 0,-1-1 0,0 1 0,0 0 0,-1 0 0,2 3 0,4 10 0,-1-4 0,1 0 0,1-1 0,0 0 0,0 0 0,1-1 0,15 16 0,-21-24 0,1-1 0,-1 1 0,0 0 0,1-1 0,0 1 0,-1-1 0,1 1 0,0-1 0,-1 0 0,1-1 0,0 1 0,0 0 0,0-1 0,0 1 0,0-1 0,0 0 0,0 0 0,0 0 0,0 0 0,0-1 0,0 1 0,0-1 0,-1 0 0,1 0 0,0 0 0,0 0 0,-1 0 0,1-1 0,0 1 0,-1-1 0,0 1 0,1-1 0,-1 0 0,0 0 0,2-3 0,97-89 0,23-20 0,-114 104 0,0 0 0,-1 0 0,-1-1 0,1 0 0,11-21 0,25-33 0,-31 51-1365,0 0-5461</inkml:trace>
</inkml:ink>
</file>

<file path=ppt/ink/ink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21T01:29:37.25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1 220 24575,'0'8'0,"0"1"0,0-1 0,1 0 0,0 0 0,3 12 0,-3-17 0,1 1 0,-1-1 0,1 0 0,0 0 0,0 0 0,0 0 0,1-1 0,-1 1 0,1 0 0,-1-1 0,1 0 0,0 1 0,0-1 0,6 3 0,28 19 0,-28-17 0,1 0 0,0-1 0,0 0 0,0-1 0,12 4 0,-18-8 0,1 1 0,0-2 0,-1 1 0,1-1 0,0 1 0,-1-1 0,1 0 0,0-1 0,0 1 0,-1-1 0,1 0 0,-1 0 0,1-1 0,-1 1 0,1-1 0,5-3 0,21-13 0,0-1 0,37-31 0,32-20 0,-47 34-77,-2-1-1,59-58 1,-60 51-1056,-37 33-5693</inkml:trace>
</inkml:ink>
</file>

<file path=ppt/ink/ink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21T01:29:40.03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1 235 24575,'0'11'0,"0"-1"0,1 1 0,0 0 0,1 0 0,0 0 0,0 0 0,1-1 0,7 16 0,-9-24 0,1 1 0,-1 0 0,1-1 0,0 1 0,0-1 0,0 1 0,1-1 0,-1 0 0,1 0 0,-1 0 0,1 0 0,-1 0 0,1-1 0,0 1 0,0-1 0,0 0 0,0 0 0,0 0 0,0 0 0,0 0 0,0-1 0,1 1 0,-1-1 0,0 0 0,0 0 0,0 0 0,1 0 0,-1-1 0,0 1 0,0-1 0,0 0 0,5-2 0,11-4 0,0-1 0,-1-1 0,0-1 0,0 0 0,-1-1 0,-1-1 0,0-1 0,20-20 0,-17 16 0,0 1 0,1 1 0,0 0 0,44-22 0,-45 27 0,0-1 0,29-21 0,18-11 0,-44 30-371,-1-1-1,20-17 0,-38 29 122,12-10-6576</inkml:trace>
</inkml:ink>
</file>

<file path=ppt/ink/ink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21T01:29:42.80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2 192 24575,'-1'28'0,"0"31"0,1-56 0,0 1 0,1-1 0,-1 0 0,1 1 0,0-1 0,0 0 0,0 0 0,0 1 0,1-1 0,-1 0 0,1 0 0,4 5 0,-5-7 0,1 0 0,0 0 0,-1 0 0,1-1 0,0 1 0,0 0 0,0-1 0,-1 1 0,1-1 0,0 0 0,0 1 0,0-1 0,0 0 0,0 0 0,0 0 0,0 0 0,0-1 0,0 1 0,0-1 0,0 1 0,-1-1 0,1 1 0,0-1 0,2-1 0,47-24 0,-44 22 0,208-136 0,-190 122 44,-1 0 1,26-25-1,32-25-1542,-66 58-5328</inkml:trace>
</inkml:ink>
</file>

<file path=ppt/ink/ink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21T01:29:47.00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1 288 24575,'-1'65'0,"3"72"0,-2-135 0,0-1 0,0 1 0,0 0 0,0 0 0,0 0 0,1 0 0,-1-1 0,1 1 0,-1 0 0,1 0 0,-1-1 0,1 1 0,0-1 0,0 1 0,0 0 0,0-1 0,0 1 0,0-1 0,1 0 0,-1 1 0,0-1 0,1 0 0,-1 0 0,2 1 0,-1-2 0,1 1 0,-1-1 0,0 0 0,0 0 0,0 0 0,0 0 0,0 0 0,0-1 0,0 1 0,0-1 0,0 1 0,0-1 0,0 0 0,0 0 0,0 0 0,0 0 0,2-1 0,7-6 0,-1 0 0,0 0 0,0-1 0,0 0 0,10-15 0,5-8 0,1 2 0,1 0 0,1 2 0,2 0 0,40-27 0,-57 45 0,-1-1 0,0 0 0,-1-1 0,10-13 0,11-11 0,96-99-1365,-118 123-5461</inkml:trace>
</inkml:ink>
</file>

<file path=ppt/ink/ink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21T01:30:10.29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1 303 24575,'0'4'0,"0"-1"0,0 1 0,0 0 0,0 0 0,1-1 0,0 1 0,0 0 0,0-1 0,0 1 0,0-1 0,1 1 0,2 4 0,-3-8 0,0 1 0,0 0 0,0 0 0,0 0 0,1-1 0,-1 1 0,0-1 0,0 1 0,1-1 0,-1 1 0,0-1 0,1 0 0,-1 0 0,1 1 0,-1-1 0,0 0 0,1 0 0,-1 0 0,0-1 0,1 1 0,-1 0 0,1 0 0,-1-1 0,0 1 0,0-1 0,1 1 0,-1-1 0,0 0 0,0 1 0,0-1 0,1 0 0,-1 0 0,0 0 0,0 0 0,1-1 0,79-65 0,-56 45 0,47-33 0,103-59 0,-130 75 75,-40 33-255,1 0 0,0 0 0,1 1 0,-1 0 0,1 0 0,0 0 0,11-4 0,-2 3-6646</inkml:trace>
</inkml:ink>
</file>

<file path=ppt/ink/ink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21T01:30:11.50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1 120 24575,'0'0'0,"-1"13"0,1 0 0,1 0 0,0 0 0,0 0 0,2 0 0,4 17 0,-6-27 0,1 0 0,-1 0 0,1 0 0,0-1 0,0 1 0,0 0 0,0-1 0,1 1 0,-1-1 0,1 0 0,-1 1 0,1-1 0,0 0 0,0-1 0,-1 1 0,2-1 0,-1 1 0,0-1 0,0 0 0,0 0 0,0 0 0,1 0 0,-1-1 0,0 1 0,1-1 0,-1 0 0,0 0 0,1 0 0,4-1 0,11-3 0,0-1 0,0-1 0,-1 0 0,0-1 0,0-1 0,-1-1 0,32-20 0,-49 28 0,20-10 0,22-15 0,77-33 0,-104 51 25,0 1-1,-1-2 1,1 0-1,15-15 1,26-15-1513,-42 31-5338</inkml:trace>
</inkml:ink>
</file>

<file path=ppt/ink/ink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21T01:30:13.18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50 105 24575,'-2'0'0,"0"2"0,0-2 0,0 2 0,-2-2 0,3 2 0,-1-1 0,0-1 0,0 2 0,2 0 0,-2 0 0,0 0 0,0 0 0,0 0 0,2 0 0,-1-1 0,-1 1 0,2 0 0,-2 0 0,2 0 0,-2 0 0,2 0 0,-2 0 0,2-1 0,0 3 0,0-2 0,0 0 0,-2 4 0,-5 72 0,7-68 0,-2-7 0,0 20 0,2-1 0,0 1 0,0-1 0,2 1 0,7 33 0,-9-52 0,2 0 0,0-1 0,-2 1 0,2 0 0,0 0 0,0-1 0,-1 1 0,1 0 0,2 0 0,-2-1 0,0-1 0,2 2 0,-3 0 0,3-2 0,0 0 0,0 1 0,-2-1 0,1 0 0,1 0 0,0 0 0,0 0 0,-1 0 0,1-1 0,0 1 0,0-2 0,-1 2 0,3-2 0,-2 0 0,-1 0 0,1 2 0,0-2 0,2-2 0,-3 2 0,1 0 0,0 0 0,0-2 0,-1 2 0,7-3 0,23-9 0,-1-1 0,0-2 0,0 0 0,-2-2 0,54-39 0,16-10 0,-83 57 0,28-15 0,0-3 0,-2-1 0,-2-2 0,0-2 0,57-58 0,-78 64-1365,-5 0-5461</inkml:trace>
</inkml:ink>
</file>

<file path=ppt/ink/ink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21T01:30:13.98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66 24575,'0'7'0,"1"0"0,0 0 0,0 0 0,1-1 0,0 1 0,0 0 0,0-1 0,1 1 0,0-1 0,0 0 0,1 0 0,-1 0 0,1 0 0,1-1 0,-1 0 0,1 1 0,0-2 0,0 1 0,0 0 0,1-1 0,0 0 0,0-1 0,0 1 0,0-1 0,0 0 0,1 0 0,-1-1 0,1 0 0,-1 0 0,1-1 0,0 0 0,8 1 0,46 1 0,-1-3 0,91-10 0,-110 1 0,51-18 0,-52 14 0,51-10 0,-58 16 0,-1-1 0,-1-2 0,1-1 0,34-18 0,-44 19-113,-13 7-13,0 0 1,0-1 0,0-1 0,0 1 0,-1-1 0,1-1-1,-2 0 1,1 0 0,9-9 0,-12 5-6701</inkml:trace>
</inkml:ink>
</file>

<file path=ppt/ink/ink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21T01:30:15.11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0 139 24575,'0'3'0,"0"29"0,6 44 0,-5-68 0,0-1 0,0 1 0,1-1 0,0 0 0,1 1 0,-1-1 0,2-1 0,-1 1 0,1 0 0,-1-1 0,2 1 0,4 5 0,-4-9 0,-1 1 0,1-2 0,-1 1 0,1 0 0,0-1 0,0 0 0,0 0 0,0 0 0,0-1 0,0 0 0,0 0 0,1 0 0,-1-1 0,0 1 0,1-1 0,-1 0 0,1-1 0,-1 1 0,0-1 0,10-3 0,1 0 0,1-1 0,-1-1 0,0 0 0,-1-1 0,19-12 0,93-71 0,-88 60 0,76-46 0,-91 62 0,43-34 0,-45 30 0,40-23 0,-46 37-1365</inkml:trace>
</inkml:ink>
</file>

<file path=ppt/ink/ink1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21T01:30:16.24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1 220 24575,'23'25'0,"-20"-21"0,0 0 0,0 0 0,0 0 0,1-1 0,-1 0 0,1 1 0,0-1 0,0-1 0,0 1 0,0-1 0,0 1 0,1-1 0,-1 0 0,1-1 0,-1 1 0,1-1 0,7 2 0,3-2 0,0 0 0,1-1 0,-1 0 0,0-1 0,1-1 0,-1 0 0,0-1 0,23-8 0,8-6 0,59-32 0,-38 17 0,197-89 0,-245 114 42,1 1-1,37-8 1,-36 10-539,-1-1 1,30-11-1,-34 9-6329</inkml:trace>
</inkml:ink>
</file>

<file path=ppt/ink/ink1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21T01:30:17.05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1 157 24575,'0'7'0,"0"1"0,0-1 0,1 1 0,0-1 0,1 1 0,-1-1 0,1 0 0,1 1 0,0-1 0,0 0 0,0 0 0,1-1 0,-1 1 0,9 8 0,-9-11 0,1 0 0,1 0 0,-1-1 0,0 0 0,1 0 0,0 0 0,0 0 0,0-1 0,0 0 0,0 0 0,0 0 0,0-1 0,1 1 0,-1-1 0,1 0 0,-1-1 0,1 0 0,-1 0 0,1 0 0,6-1 0,11-4 0,0 0 0,0-2 0,-1-1 0,-1 0 0,1-2 0,-1 0 0,27-19 0,31-14 0,-54 31 0,17-7 0,47-31 0,-37 19 7,-31 20-464,-1-1-1,31-25 1,-35 23-6369</inkml:trace>
</inkml:ink>
</file>

<file path=ppt/ink/ink1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21T01:30:17.94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0 153 24575,'0'5'0,"1"-1"0,-1 1 0,1-1 0,0 0 0,0 1 0,0-1 0,0 0 0,1 0 0,0 0 0,0 0 0,0 0 0,0 0 0,0 0 0,1-1 0,0 1 0,0-1 0,0 0 0,0 0 0,0 0 0,1 0 0,-1 0 0,1-1 0,0 1 0,0-1 0,0 0 0,0-1 0,0 1 0,0 0 0,0-1 0,1 0 0,-1 0 0,0-1 0,8 1 0,-1 1 0,0-2 0,0 1 0,-1-1 0,1-1 0,0 0 0,0-1 0,0 0 0,-1 0 0,1-1 0,-1-1 0,0 0 0,17-8 0,205-149 0,-183 126 0,-30 20-1365,-4-1-5461</inkml:trace>
</inkml:ink>
</file>

<file path=ppt/ink/ink1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21T01:30:59.03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0 138 24575,'1'3'0,"-1"0"0,1 0 0,0-1 0,0 1 0,0 0 0,1-1 0,-1 1 0,1-1 0,-1 1 0,1-1 0,0 0 0,0 0 0,0 0 0,0 0 0,0 0 0,0 0 0,3 1 0,1 2 0,-1-2 0,1 1 0,0-1 0,0 1 0,0-2 0,8 4 0,-9-5 0,-1 0 0,1-1 0,-1 0 0,0 1 0,1-2 0,-1 1 0,1 0 0,-1-1 0,1 0 0,-1 0 0,1 0 0,-1 0 0,4-3 0,55-31 0,-12 6 0,19-7-682,83-56-1,-140 83-6143</inkml:trace>
</inkml:ink>
</file>

<file path=ppt/ink/ink1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21T01:31:01.12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1 116 24575,'0'-2'0,"0"1"0,-1-1 0,1 1 0,1-1 0,-1 0 0,0 1 0,0-1 0,0 1 0,1-1 0,-1 0 0,1 1 0,-1-1 0,1 1 0,0-1 0,0 1 0,0 0 0,-1-1 0,1 1 0,1 0 0,-1-1 0,1 0 0,0 1 0,-1 1 0,0-1 0,1 1 0,-1 0 0,1-1 0,-1 1 0,1 0 0,-1 0 0,1 0 0,-1 0 0,1 0 0,-1 0 0,1 1 0,-1-1 0,0 0 0,1 1 0,-1-1 0,3 2 0,8 4 0,0 1 0,0 0 0,0 1 0,10 10 0,-6-7 0,-11-8 0,0 1 0,1-1 0,-1-1 0,1 1 0,0-1 0,0 0 0,0-1 0,0 1 0,0-1 0,0 0 0,0-1 0,0 1 0,1-1 0,-1-1 0,0 1 0,0-1 0,0 0 0,7-2 0,10-4 0,0-1 0,0-1 0,30-17 0,35-14 0,-51 29-104,-7 2-317,0-1 1,41-20 0,-55 21-6406</inkml:trace>
</inkml:ink>
</file>

<file path=ppt/ink/ink1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21T01:31:00.09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1 162 24575,'-1'7'0,"1"-1"0,1 1 0,-1-1 0,1 1 0,0 0 0,0-1 0,1 0 0,-1 1 0,4 6 0,-3-11 0,0 1 0,0-1 0,0 1 0,0-1 0,1 0 0,-1 0 0,0 0 0,1 0 0,0-1 0,-1 1 0,1-1 0,0 1 0,0-1 0,0 0 0,0 0 0,0 0 0,0 0 0,0-1 0,0 1 0,0-1 0,4 0 0,18 1 0,-1 0 0,0-2 0,1-1 0,-1-1 0,0-1 0,0-1 0,-1-1 0,1-1 0,-1-2 0,37-17 0,-4 3 0,34-18 0,4-7 0,25-16 0,-88 45-1365,-19 9-5461</inkml:trace>
</inkml:ink>
</file>

<file path=ppt/ink/ink1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21T01:31:02.09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1 267 24575,'5'1'0,"1"-1"0,0 1 0,-1 1 0,1-1 0,-1 1 0,0 0 0,1 0 0,-1 1 0,0-1 0,7 6 0,-8-5 0,0 0 0,1-1 0,-1 1 0,1-1 0,-1 0 0,1 0 0,0-1 0,0 1 0,0-1 0,0 0 0,0 0 0,0-1 0,0 0 0,0 0 0,5 0 0,5-4 0,-1-2 0,1 1 0,-1-2 0,-1 1 0,1-2 0,-1 0 0,21-18 0,17-8 0,-19 13 0,50-44 0,4-2 0,-52 47 73,11-7-1511,-34 17-5388</inkml:trace>
</inkml:ink>
</file>

<file path=ppt/ink/ink1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21T01:31:07.59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0 163 24575,'2'1'0,"0"-1"0,0 0 0,0 1 0,0 0 0,-1 0 0,1-1 0,0 1 0,0 0 0,-1 0 0,1 0 0,0 1 0,-1-1 0,1 0 0,-1 1 0,0-1 0,0 1 0,2 1 0,23 35 0,-12-16 0,-12-20 0,-1 0 0,1 0 0,-1 1 0,1-1 0,0-1 0,0 1 0,0 0 0,0 0 0,0-1 0,0 1 0,0-1 0,1 0 0,-1 0 0,1 0 0,-1 0 0,1 0 0,-1 0 0,1 0 0,-1-1 0,1 1 0,3-1 0,-2-1 0,0 0 0,-1 0 0,1-1 0,0 1 0,-1-1 0,1 0 0,-1 0 0,1 0 0,-1 0 0,0-1 0,0 0 0,0 1 0,4-6 0,142-131 0,-66 48-1365,-71 81-5461</inkml:trace>
</inkml:ink>
</file>

<file path=ppt/ink/ink1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21T01:31:08.73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38 24575,'1'13'0,"0"0"0,0 0 0,2-1 0,-1 1 0,2 0 0,0-1 0,0 0 0,1 0 0,11 19 0,-14-27 0,1 0 0,0 1 0,1-1 0,-1 0 0,1-1 0,-1 1 0,1 0 0,0-1 0,0 0 0,1 0 0,6 3 0,-8-4 0,1-1 0,-1 0 0,1 0 0,-1-1 0,1 1 0,-1-1 0,1 1 0,-1-1 0,1 0 0,-1-1 0,1 1 0,-1-1 0,1 1 0,-1-1 0,1 0 0,-1 0 0,0 0 0,5-3 0,10-6 0,0-1 0,24-19 0,26-16 0,92-37 0,-155 81-48,-1-1-1,1 0 1,-1 0-1,0-1 1,0 1-1,4-7 1,-1 4-978,4-5-5800</inkml:trace>
</inkml:ink>
</file>

<file path=ppt/ink/ink1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21T01:31:10.48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0 173 24575,'0'9'0,"1"-1"0,0 1 0,1-1 0,0 1 0,0-1 0,1 0 0,0 1 0,0-1 0,0-1 0,1 1 0,1 0 0,-1-1 0,12 13 0,-15-19 0,0 0 0,-1 0 0,1 0 0,0-1 0,0 1 0,0 0 0,0-1 0,0 1 0,0-1 0,0 1 0,0-1 0,0 1 0,0-1 0,0 1 0,0-1 0,0 0 0,0 0 0,0 0 0,0 0 0,1 1 0,-1-2 0,0 1 0,0 0 0,0 0 0,2-1 0,0 0 0,0 0 0,0 0 0,-1-1 0,1 1 0,0-1 0,-1 0 0,1 0 0,-1 0 0,3-3 0,5-7 0,0 0 0,15-25 0,-24 34 0,8-10 0,1 1 0,0 0 0,0 1 0,15-13 0,23-24 0,-36 35 0,2 1 0,-1 0 0,31-19 0,-19 14 0,-7 6-1365,-2 3-5461</inkml:trace>
</inkml:ink>
</file>

<file path=ppt/ink/ink1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21T01:31:16.84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5 322 24575,'-2'49'0,"1"-34"0,0-1 0,0 1 0,2 0 0,0 0 0,1 0 0,0 0 0,7 24 0,-8-37 0,0 0 0,-1-1 0,1 1 0,0 0 0,0-1 0,0 1 0,0-1 0,0 1 0,0-1 0,1 1 0,-1-1 0,0 0 0,1 0 0,-1 1 0,1-1 0,-1 0 0,1 0 0,0-1 0,-1 1 0,1 0 0,0 0 0,2 0 0,-1-1 0,-1 0 0,1 0 0,0 0 0,0-1 0,0 1 0,0-1 0,0 1 0,0-1 0,-1 0 0,1 0 0,0 0 0,4-3 0,8-6 0,-1 0 0,0-1 0,23-24 0,-24 22 0,104-112 0,-34 31 0,-8-5 0,-68 89 25,1 1 0,-2-1-1,0 0 1,7-15 0,-8 14-323,1 0 0,0 1 1,0 0-1,9-9 0,-4 8-6528</inkml:trace>
</inkml:ink>
</file>

<file path=ppt/ink/ink1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21T01:31:15.35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1 210 24575,'0'46'0,"-1"-2"0,8 69 0,-5-99 0,1 0 0,0 1 0,1-2 0,0 1 0,1 0 0,1-1 0,0 0 0,15 23 0,-19-34 0,-1-1 0,1 1 0,-1 0 0,1 0 0,0-1 0,0 1 0,-1-1 0,1 0 0,0 1 0,0-1 0,1 0 0,-1 0 0,0-1 0,0 1 0,0 0 0,1-1 0,-1 1 0,0-1 0,1 1 0,-1-1 0,0 0 0,1 0 0,-1 0 0,0-1 0,1 1 0,-1-1 0,0 1 0,1-1 0,-1 0 0,0 1 0,0-1 0,0 0 0,0-1 0,4-1 0,9-6 0,-1-1 0,0 0 0,23-22 0,-19 15 0,311-260 0,-290 241 0,60-47 0,-81 70-341,-1-1 0,-1 0-1,25-30 1,-31 32-6485</inkml:trace>
</inkml:ink>
</file>

<file path=ppt/ink/ink1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21T01:31:17.79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83 24575,'1'7'0,"1"0"0,0 1 0,0-1 0,0 0 0,1-1 0,0 1 0,0 0 0,1-1 0,0 1 0,0-1 0,6 6 0,15 28 0,-22-32 0,1 0 0,1-1 0,-1 1 0,1-1 0,0 0 0,1 0 0,0-1 0,0 0 0,0 0 0,1 0 0,11 7 0,-13-11 0,0 1 0,0-1 0,0-1 0,0 1 0,0-1 0,0 0 0,0 0 0,1 0 0,-1-1 0,0 0 0,0 0 0,1 0 0,-1-1 0,0 0 0,1 0 0,-1 0 0,0 0 0,0-1 0,0 0 0,5-3 0,83-44 0,-64 33 0,60-27 0,12 9 0,-37 12 0,122-57 0,-125 35-1365,-46 32-5461</inkml:trace>
</inkml:ink>
</file>

<file path=ppt/ink/ink1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21T01:31:20.23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2 117 24575,'0'16'0,"-1"-6"0,1 0 0,0-1 0,1 1 0,0-1 0,4 18 0,-4-25 0,-1 0 0,1-1 0,0 1 0,0 0 0,0-1 0,0 1 0,0 0 0,0-1 0,1 1 0,-1-1 0,0 0 0,1 1 0,-1-1 0,1 0 0,-1 0 0,1 0 0,0 0 0,-1 0 0,1 0 0,0-1 0,0 1 0,0 0 0,-1-1 0,1 0 0,0 1 0,0-1 0,0 0 0,0 0 0,0 0 0,0 0 0,0 0 0,0 0 0,0-1 0,3 0 0,25-6 0,1 0 0,-1-2 0,-1-1 0,0-2 0,-1 0 0,0-2 0,50-34 0,-20 9 17,41-30-1399,-87 59-5444</inkml:trace>
</inkml:ink>
</file>

<file path=ppt/ink/ink1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21T01:31:23.14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3 165 24575,'-2'29'0,"2"29"0,0-55 0,0 1 0,1-1 0,-1 0 0,1 1 0,0-1 0,0 0 0,0 1 0,0-1 0,1 0 0,-1 0 0,1 0 0,3 5 0,-4-7 0,0-1 0,1 1 0,-1 0 0,0 0 0,1-1 0,-1 1 0,0-1 0,1 1 0,-1-1 0,1 1 0,-1-1 0,1 0 0,-1 0 0,1 0 0,-1 0 0,0 0 0,1 0 0,-1 0 0,1 0 0,-1-1 0,1 1 0,-1 0 0,1-1 0,-1 0 0,0 1 0,1-1 0,-1 0 0,0 1 0,0-1 0,1 0 0,-1 0 0,0 0 0,1-2 0,44-41 0,-36 34 0,30-28 0,16-17 0,-47 45 0,0 1 0,1 0 0,-1 0 0,2 1 0,-1 0 0,1 1 0,1 1 0,22-11 0,4 3 0,60-15 0,-74 22 0,-6 1-1365,-4-1-5461</inkml:trace>
</inkml:ink>
</file>

<file path=ppt/ink/ink1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21T01:31:24.40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1 209 24575,'0'4'0,"0"-1"0,0 0 0,0 0 0,0 0 0,1 0 0,0 1 0,-1-1 0,1 0 0,0 0 0,0 0 0,1 0 0,-1-1 0,0 1 0,1 0 0,0 0 0,0-1 0,0 1 0,0-1 0,0 0 0,4 4 0,-3-4 0,1 0 0,0-1 0,0 1 0,0-1 0,0 1 0,0-1 0,0-1 0,0 1 0,0 0 0,0-1 0,0 0 0,0 0 0,0 0 0,1 0 0,6-2 0,-2-1 0,-1 0 0,1 0 0,-1-1 0,0 0 0,0 0 0,0 0 0,-1-1 0,0-1 0,0 1 0,0-1 0,8-9 0,42-29 0,-21 24 0,48-16 0,-59 26 0,-1 0 0,1-1 0,-2-2 0,0 0 0,35-27 0,-46 27-1365,-3 2-5461</inkml:trace>
</inkml:ink>
</file>

<file path=ppt/ink/ink1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21T01:31:25.46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78 24575,'1'6'0,"0"1"0,1-1 0,0 1 0,0-1 0,0 0 0,1 0 0,-1 0 0,2 0 0,-1 0 0,1-1 0,-1 1 0,2-1 0,5 7 0,3 2 0,0-1 0,1 0 0,24 16 0,-35-27 0,0 0 0,0 0 0,0 0 0,1-1 0,-1 0 0,1 1 0,-1-1 0,1 0 0,-1-1 0,1 1 0,-1-1 0,1 1 0,0-1 0,-1 0 0,1-1 0,0 1 0,-1-1 0,1 1 0,0-1 0,-1 0 0,1 0 0,4-3 0,6-3 0,0-1 0,-1 0 0,0-1 0,14-13 0,-16 13 0,0 0 0,1 0 0,22-11 0,179-88 0,-210 107-151,0-1-1,0 1 0,0-1 0,-1 0 1,1 0-1,0 0 0,-1-1 1,4-4-1,3-5-6674</inkml:trace>
</inkml:ink>
</file>

<file path=ppt/ink/ink1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21T01:31:27.26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1 135 24575,'3'2'0,"0"-1"0,0 0 0,1 1 0,-1 0 0,0 0 0,0 0 0,-1 0 0,1 0 0,0 0 0,-1 1 0,1-1 0,-1 1 0,0 0 0,0 0 0,0 0 0,0 0 0,-1 0 0,3 5 0,17 21 0,-17-26 0,-1 0 0,0 0 0,1-1 0,-1 1 0,1-1 0,0 0 0,-1 0 0,1-1 0,0 1 0,0-1 0,0 0 0,1 0 0,-1 0 0,0 0 0,0-1 0,0 1 0,1-1 0,-1-1 0,0 1 0,0 0 0,1-1 0,-1 0 0,0 0 0,0 0 0,0-1 0,0 1 0,0-1 0,0 0 0,-1 0 0,5-3 0,10-8 0,0 0 0,-1-2 0,-1 0 0,24-29 0,-9 11 0,-23 24 0,1 2 0,1-1 0,-1 2 0,1-1 0,1 1 0,12-6 0,6-2 0,-14 4-1365,-4 0-5461</inkml:trace>
</inkml:ink>
</file>

<file path=ppt/ink/ink1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21T01:31:28.90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0 225 24575,'2'1'0,"-1"0"0,1 0 0,0 0 0,-1 0 0,1 0 0,-1 0 0,1 0 0,-1 0 0,0 0 0,0 1 0,1-1 0,-1 0 0,0 1 0,0-1 0,0 1 0,0 0 0,0 2 0,15 30 0,-1 39 0,-14-62 0,0 0 0,1 0 0,0-1 0,1 1 0,0-1 0,0 1 0,1-1 0,0 0 0,1 0 0,9 13 0,-13-23 0,-1 1 0,1 0 0,0-1 0,0 0 0,-1 1 0,1-1 0,0 1 0,0-1 0,-1 0 0,1 1 0,0-1 0,0 0 0,0 0 0,0 0 0,0 0 0,-1 0 0,1 0 0,0 0 0,0 0 0,0 0 0,0 0 0,0 0 0,-1 0 0,1-1 0,0 1 0,0 0 0,0-1 0,-1 1 0,1-1 0,0 1 0,0 0 0,-1-1 0,1 0 0,0 1 0,-1-1 0,1 1 0,-1-1 0,1 0 0,-1 1 0,1-1 0,-1 0 0,1 0 0,-1 1 0,1-2 0,25-45 0,-19 34 0,8-10 0,30-34 0,-4 5 0,-35 46 0,0-1 0,1 1 0,0 0 0,0 0 0,0 1 0,1 0 0,12-6 0,-11 6 0,0-1 0,0 0 0,0 0 0,14-14 0,-1-2 0,1 2 0,45-31 0,19-18 0,-57 49-1365,-15 13-5461</inkml:trace>
</inkml:ink>
</file>

<file path=ppt/ink/ink1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21T01:31:31.80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0 137 24575,'0'14'0,"0"-1"0,1 1 0,1-1 0,0 0 0,1 0 0,6 21 0,-7-30 0,0 0 0,-1 0 0,2 0 0,-1 0 0,0-1 0,1 1 0,-1-1 0,1 0 0,0 1 0,0-1 0,0 0 0,1-1 0,-1 1 0,1-1 0,0 1 0,-1-1 0,1 0 0,0-1 0,0 1 0,0 0 0,0-1 0,1 0 0,-1 0 0,5 0 0,0 0 0,-1 0 0,1 0 0,-1-1 0,1 0 0,-1-1 0,1 0 0,-1 0 0,1-1 0,-1 0 0,0 0 0,0-1 0,0 0 0,0 0 0,0-1 0,-1 0 0,0-1 0,0 1 0,0-2 0,0 1 0,-1 0 0,0-1 0,9-11 0,-1 4 0,1 1 0,0 0 0,1 1 0,0 1 0,1 0 0,28-11 0,-22 10 0,-1 0 0,-1-1 0,26-20 0,-33 22 12,1 0 1,0 2-1,1 0 0,-1 0 0,20-5 0,21-11-1450,-39 15-5388</inkml:trace>
</inkml:ink>
</file>

<file path=ppt/ink/ink1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21T01:31:30.49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4 245 24575,'-2'35'0,"1"35"0,1-66 0,0 0 0,0 0 0,1 0 0,-1 0 0,1 0 0,0 0 0,1 0 0,-1-1 0,1 1 0,-1 0 0,1-1 0,4 7 0,-5-9 0,0 0 0,0 0 0,0-1 0,0 1 0,1 0 0,-1-1 0,0 1 0,0 0 0,0-1 0,0 1 0,1-1 0,-1 0 0,0 1 0,1-1 0,-1 0 0,0 0 0,0 0 0,1 0 0,-1 0 0,0 0 0,1 0 0,-1 0 0,0-1 0,0 1 0,1 0 0,-1-1 0,0 1 0,0-1 0,1 1 0,-1-1 0,0 0 0,0 1 0,0-1 0,0 0 0,0 0 0,1-2 0,39-44 0,-25 27 0,18-10 0,1 1 0,1 1 0,1 3 0,62-33 0,-52 29 10,64-51 0,-47 31-1395,-51 41-5441</inkml:trace>
</inkml:ink>
</file>

<file path=ppt/ink/ink1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21T01:31:33.45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1 134 24575,'2'1'0,"1"0"0,-1 0 0,1-1 0,-1 2 0,0-1 0,1 0 0,-1 0 0,0 1 0,0-1 0,0 1 0,0 0 0,0-1 0,0 1 0,0 0 0,-1 0 0,1 0 0,-1 1 0,3 3 0,22 45 0,-26-51 0,9 22 0,-5-10 0,1 0 0,0-1 0,1 0 0,0 0 0,8 11 0,-13-20 0,0-1 0,1 1 0,-1-1 0,0 1 0,1-1 0,-1 0 0,1 1 0,0-1 0,-1 0 0,1 0 0,0 0 0,0 0 0,0 0 0,0-1 0,0 1 0,0-1 0,-1 1 0,1-1 0,1 0 0,-1 1 0,0-1 0,0 0 0,0 0 0,0-1 0,0 1 0,0 0 0,0-1 0,0 1 0,0-1 0,-1 1 0,1-1 0,0 0 0,0 0 0,0 0 0,-1 0 0,1 0 0,3-3 0,5-5 0,-1 0 0,0 0 0,0-1 0,-1 0 0,-1-1 0,1 1 0,6-15 0,-6 10 0,2 0 0,0 1 0,16-18 0,19-11 0,60-41 0,-98 78 0,7-7-1365,-2 1-5461</inkml:trace>
</inkml:ink>
</file>

<file path=ppt/ink/ink1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21T01:31:35.21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0 108 24575,'1'0'0,"0"0"0,0 1 0,0-1 0,0 0 0,-1 1 0,1-1 0,0 0 0,0 1 0,-1-1 0,1 1 0,0-1 0,-1 1 0,1 0 0,0-1 0,-1 1 0,1 0 0,-1-1 0,1 1 0,-1 0 0,1 0 0,-1-1 0,0 1 0,1 0 0,-1 0 0,0 1 0,9 29 0,-4-10 0,-3-18 0,-1 0 0,1 0 0,0 0 0,0 0 0,0 0 0,0 0 0,0 0 0,1-1 0,-1 1 0,1-1 0,0 0 0,0 0 0,0 0 0,0 0 0,0 0 0,0-1 0,0 1 0,0-1 0,1 0 0,-1 0 0,1 0 0,-1 0 0,1-1 0,5 1 0,4-2 0,0-1 0,0 0 0,-1-1 0,1 0 0,18-8 0,-17 6 0,0 1 0,0 0 0,26-3 0,-2 5 0,-22 2 0,1-1 0,-1 0 0,0-1 0,0-1 0,0-1 0,0 0 0,29-12 0,-19 6 0,50-14 0,-57 19 0,0 0 0,0-1 0,-1-2 0,1 1 0,26-17 0,-36 17-273,-1 0 0,1 0 0,-1 0 0,10-14 0,-9 9-6553</inkml:trace>
</inkml:ink>
</file>

<file path=ppt/ink/ink1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21T01:31:36.92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0 262 24575,'0'6'0,"1"0"0,-1 0 0,1 0 0,0 0 0,1 0 0,-1 0 0,1 0 0,0 0 0,1 0 0,-1-1 0,1 1 0,1-1 0,-1 0 0,1 0 0,-1 0 0,9 8 0,-9-11 0,-1 0 0,1-1 0,-1 1 0,1 0 0,0-1 0,0 1 0,0-1 0,0 0 0,0 0 0,0 0 0,0 0 0,0-1 0,1 1 0,-1-1 0,0 0 0,0 0 0,0 0 0,1 0 0,-1-1 0,0 1 0,0-1 0,0 0 0,0 0 0,0 0 0,0 0 0,0 0 0,0-1 0,0 0 0,0 1 0,-1-1 0,1 0 0,-1 0 0,4-3 0,24-23 0,30-36 0,2-2 0,-10 2 0,-2 1 0,13 0-1365,-54 51-5461</inkml:trace>
</inkml:ink>
</file>

<file path=ppt/ink/ink1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21T01:31:39.72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1 246 24575,'0'4'0,"0"0"0,0 0 0,0 1 0,1-1 0,0 0 0,0 0 0,0 0 0,0 0 0,0 0 0,1 0 0,0 0 0,0 0 0,0-1 0,0 1 0,1-1 0,-1 1 0,1-1 0,0 0 0,6 5 0,-6-6 0,0-1 0,-1 0 0,1 1 0,0-1 0,0 0 0,0 0 0,0-1 0,0 1 0,0-1 0,0 1 0,0-1 0,0 0 0,0 0 0,0 0 0,0-1 0,0 1 0,1-1 0,-1 1 0,-1-1 0,1 0 0,0 0 0,0-1 0,0 1 0,0-1 0,-1 1 0,1-1 0,3-2 0,12-12 19,-1 0-1,-1 0 0,0-2 1,-1 0-1,0 0 0,22-41 1,-24 36-268,2 2 0,0-1 0,1 2 0,1 0 0,27-24 0,-32 35-6577</inkml:trace>
</inkml:ink>
</file>

<file path=ppt/ink/ink1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21T01:31:38.43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0 175 24575,'1'2'0,"0"1"0,-1-1 0,1 1 0,0-1 0,0 0 0,0 0 0,1 1 0,-1-1 0,0 0 0,1 0 0,-1 0 0,1 0 0,0-1 0,0 1 0,0 0 0,0-1 0,0 1 0,3 1 0,41 21 0,-42-23 0,0 0 0,1 0 0,-1 0 0,1 0 0,-1-1 0,1 0 0,-1 0 0,1 0 0,-1 0 0,1-1 0,-1 0 0,0 0 0,1 0 0,-1 0 0,0-1 0,1 0 0,4-3 0,7-4 0,-1-1 0,0-1 0,15-14 0,26-17 0,-29 25 0,-7 4 0,2 1 0,39-17 0,-56 27-97,0 0-1,0 0 1,-1 0-1,1-1 1,-1 1-1,0-1 1,0 0-1,0-1 1,0 1-1,0 0 1,-1-1-1,1 0 0,2-4 1,5-9-6729</inkml:trace>
</inkml:ink>
</file>

<file path=ppt/ink/ink1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21T01:31:40.86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0 316 24575,'5'2'0,"0"0"0,0 0 0,0 1 0,-1 0 0,1 0 0,-1 0 0,0 0 0,0 1 0,0 0 0,0-1 0,5 9 0,2 0 0,12 12 0,-17-16 0,1 0 0,0-1 0,1 0 0,0 0 0,16 10 0,-21-16 0,-1 0 0,0 0 0,1 0 0,-1 0 0,1-1 0,-1 1 0,1-1 0,-1 1 0,1-1 0,-1 0 0,1 0 0,-1 0 0,1-1 0,-1 1 0,1 0 0,-1-1 0,1 0 0,-1 1 0,1-1 0,-1 0 0,0-1 0,0 1 0,1 0 0,-1 0 0,0-1 0,0 0 0,0 1 0,2-4 0,50-45 0,67-57 0,-105 93 0,-2 0 0,1-2 0,-2 0 0,0 0 0,17-30 0,24-29 0,-50 69 12,1 0-1,-2 0 1,1-1 0,-1 1-1,3-9 1,5-8-1447,-4 10-5391</inkml:trace>
</inkml:ink>
</file>

<file path=ppt/ink/ink1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21T01:31:42.68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1 284 24575,'-1'8'0,"1"0"0,1-1 0,-1 1 0,1-1 0,1 0 0,-1 1 0,4 7 0,-5-14 0,1 0 0,-1 0 0,1 0 0,-1 0 0,1 0 0,0 0 0,-1 0 0,1 0 0,0-1 0,0 1 0,0 0 0,-1-1 0,1 1 0,0 0 0,0-1 0,0 1 0,0-1 0,0 1 0,0-1 0,0 0 0,2 1 0,0-1 0,-1 0 0,1 0 0,-1-1 0,0 1 0,1-1 0,-1 1 0,1-1 0,-1 0 0,0 0 0,1 0 0,-1 0 0,0 0 0,4-3 0,35-26 0,-1-1 0,37-38 0,-59 51 0,-1-2 0,15-21 0,4-5 0,21-39-1365,-46 69-5461</inkml:trace>
</inkml:ink>
</file>

<file path=ppt/ink/ink1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21T01:31:43.79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0 150 24575,'2'13'0,"1"1"0,1-1 0,0 0 0,0 0 0,2 0 0,-1-1 0,2 0 0,-1 0 0,13 16 0,-17-24 0,1-1 0,-1 0 0,1 0 0,0 0 0,0-1 0,0 1 0,0-1 0,0 1 0,1-1 0,-1 0 0,1 0 0,0-1 0,-1 1 0,1-1 0,0 0 0,0 0 0,0 0 0,0 0 0,0-1 0,0 1 0,0-1 0,0 0 0,0 0 0,0-1 0,0 1 0,0-1 0,-1 0 0,1 0 0,7-3 0,8-3 0,-1-1 0,0-1 0,0 0 0,23-18 0,-35 24 0,174-115 0,-160 107 0,1 2 0,29-9 0,-29 10 0,0 0 0,29-15 0,70-33 0,-109 50-1365,-5 1-5461</inkml:trace>
</inkml:ink>
</file>

<file path=ppt/ink/ink1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21T01:31:45.18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0 144 24575,'1'6'0,"0"0"0,0 0 0,0 0 0,1 0 0,-1 0 0,1 0 0,1-1 0,-1 1 0,1 0 0,0-1 0,0 0 0,1 0 0,0 0 0,0 0 0,0 0 0,0-1 0,0 0 0,9 6 0,-6-4 0,1-1 0,0 0 0,0 0 0,0-1 0,1 0 0,-1 0 0,1-1 0,0 0 0,0-1 0,0 0 0,17 2 0,-9-5 0,-1 0 0,1-1 0,-1-1 0,1-1 0,-1 0 0,0-1 0,0 0 0,-1-2 0,0 0 0,0 0 0,-1-2 0,0 0 0,0 0 0,-1-1 0,0-1 0,22-24 0,63-56 0,-37 36 0,-47 42-1365,-1 4-5461</inkml:trace>
</inkml:ink>
</file>

<file path=ppt/ink/ink1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21T01:31:46.57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1 276 24575,'0'2'0,"1"0"0,0 0 0,-1 1 0,1-1 0,0 0 0,1 0 0,-1 0 0,0 0 0,0 0 0,1 0 0,-1 0 0,1 0 0,0-1 0,-1 1 0,1-1 0,0 1 0,3 1 0,42 26 0,-36-23 0,5 3 0,-1-1 0,1-1 0,1 0 0,-1-1 0,1-1 0,20 3 0,-27-6 0,-1-1 0,0 0 0,1 0 0,-1-1 0,0-1 0,1 1 0,-1-1 0,0-1 0,0 0 0,0 0 0,0-1 0,0 0 0,10-5 0,-7 0 0,-2 0 0,1 0 0,-1-1 0,0 0 0,-1-1 0,11-13 0,29-28 0,103-74 0,-122 98 0,-16 14 0,1 1 0,0 0 0,1 1 0,25-14 0,-39 24-88,1 0-10,1 0 0,-1 0 0,0-1-1,0 0 1,0 1 0,0-1 0,0 0-1,0-1 1,-1 1 0,1 0-1,-1-1 1,3-3 0</inkml:trace>
</inkml:ink>
</file>

<file path=ppt/ink/ink1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21T01:31:51.17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1 110 24575,'1'0'0,"1"0"0,-1 1 0,1-1 0,-1 1 0,0-1 0,1 1 0,-1 0 0,0 0 0,0-1 0,1 1 0,-1 0 0,0 0 0,0 0 0,0 0 0,0 1 0,0-1 0,0 0 0,0 0 0,0 3 0,18 31 0,-13-21 0,3 4 0,-6-13 0,-1 1 0,1-1 0,0 0 0,1 1 0,-1-1 0,1-1 0,7 9 0,-9-12 0,-1-1 0,1 1 0,0 0 0,-1 0 0,1-1 0,0 1 0,-1-1 0,1 0 0,0 1 0,0-1 0,-1 0 0,1 0 0,0 0 0,0 0 0,0 0 0,-1-1 0,1 1 0,0 0 0,0-1 0,-1 1 0,1-1 0,-1 0 0,1 0 0,0 1 0,-1-1 0,1 0 0,-1 0 0,0 0 0,1-1 0,-1 1 0,0 0 0,2-2 0,63-61 0,-46 43 0,2 0 0,26-19 0,-9 14 0,32-26-1365,-60 41-5461</inkml:trace>
</inkml:ink>
</file>

<file path=ppt/ink/ink1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21T01:31:52.66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1 157 24575,'0'10'0,"0"-1"0,0 1 0,1-1 0,1 1 0,-1-1 0,6 17 0,-5-23 0,-1 0 0,1 0 0,-1 0 0,1-1 0,0 1 0,0-1 0,0 1 0,1-1 0,-1 0 0,0 0 0,1 0 0,0 0 0,-1 0 0,1 0 0,0-1 0,0 1 0,0-1 0,0 0 0,0 0 0,0 0 0,0 0 0,0-1 0,5 1 0,-1 0 0,1 0 0,-1-1 0,0 0 0,0-1 0,0 0 0,0 0 0,0 0 0,0-1 0,0 1 0,-1-2 0,13-5 0,-1-2 0,0-1 0,27-21 0,12-9 0,9-8 0,-49 35 0,0 1 0,0 1 0,24-12 0,-31 18-227,0 0-1,0 0 1,-1-1-1,1-1 1,8-8-1,-5 2-6598</inkml:trace>
</inkml:ink>
</file>

<file path=ppt/ink/ink1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21T03:19:33.34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0 316 24575,'3'0'0,"0"1"0,0 0 0,0 0 0,-1 1 0,1-1 0,0 0 0,-1 1 0,1 0 0,-1 0 0,1 0 0,3 4 0,18 11 0,-20-16 0,1 0 0,0 0 0,-1 0 0,1-1 0,0 0 0,0 0 0,-1 0 0,1 0 0,0-1 0,-1 0 0,1 0 0,0 0 0,-1 0 0,1-1 0,-1 1 0,0-1 0,1-1 0,5-3 0,11-7 0,0-1 0,24-21 0,-29 22 0,-6 5 0,13-11 0,0 1 0,2 1 0,28-15 0,21-20 0,-55 41 1,0-1-1,-1 0 1,32-28-1,-10 7-1367,-28 23-5459</inkml:trace>
</inkml:ink>
</file>

<file path=ppt/ink/ink1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21T03:19:34.57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1 255 24575,'1'5'0,"1"1"0,0 0 0,0-1 0,1 1 0,0-1 0,0 0 0,6 8 0,4 11 0,-4-6 0,0 1 0,21 29 0,-26-42 0,0-1 0,0 0 0,0 0 0,1-1 0,0 1 0,0-1 0,0 0 0,0-1 0,1 1 0,-1-1 0,1 0 0,12 4 0,-13-6 0,0 0 0,-1-1 0,1 0 0,0 0 0,0 0 0,0-1 0,0 1 0,-1-1 0,1 0 0,0-1 0,-1 1 0,1-1 0,-1 0 0,1 0 0,-1 0 0,7-5 0,9-7 0,38-33 0,-39 30 0,84-64 0,-94 73 0,0 0 0,-1-1 0,0 0 0,0 0 0,7-12 0,23-27 0,-34 45 0,9-11 0,1 0 0,0 1 0,1 1 0,0 0 0,1 2 0,19-11 0,20-12 33,-45 25-233,0 2 1,0 0-1,1 0 0,0 1 0,-1 0 1,21-6-1,-12 8-6626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5659" cy="498056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SG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50443" y="0"/>
            <a:ext cx="2945659" cy="498056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CE99BB8-CEDC-457A-8B94-A349A5D0E58E}" type="datetimeFigureOut">
              <a:rPr lang="en-SG" smtClean="0"/>
              <a:t>23/7/2025</a:t>
            </a:fld>
            <a:endParaRPr lang="en-SG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422275" y="1241425"/>
            <a:ext cx="5953125" cy="33496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SG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79768" y="4777194"/>
            <a:ext cx="5438140" cy="3908614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428584"/>
            <a:ext cx="2945659" cy="49805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SG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50443" y="9428584"/>
            <a:ext cx="2945659" cy="49805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40477B1-9F9A-4C89-8769-3CFBC39C4193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377920196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S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40477B1-9F9A-4C89-8769-3CFBC39C4193}" type="slidenum">
              <a:rPr lang="en-SG" smtClean="0"/>
              <a:t>4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193113261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S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40477B1-9F9A-4C89-8769-3CFBC39C4193}" type="slidenum">
              <a:rPr lang="en-SG" smtClean="0"/>
              <a:t>5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200823701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SG" sz="14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40477B1-9F9A-4C89-8769-3CFBC39C4193}" type="slidenum">
              <a:rPr lang="en-SG" smtClean="0"/>
              <a:t>8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144186945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DFFC63-1C3A-A9F3-62E0-85E8469D3FE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B3DCE42-63B8-C636-9479-659D2E13B3E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S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FDA4C25-D071-1A7E-320F-6B9DE883DA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CB7D9E-7001-4EF6-B630-F6AE7747FACD}" type="datetimeFigureOut">
              <a:rPr lang="en-SG" smtClean="0"/>
              <a:t>23/7/2025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6B4C802-C619-104E-92CC-E46EFF249D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93108A4-5A0E-C46B-6E19-9D6DDEA2C4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7AA10-58A7-49DF-80F5-B237D64D3078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252749538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330DE1-A763-4B5D-6C98-0C7782BA38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FB6AAC2-1190-686D-1D4E-54607EFC545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DA173C8-723E-3FFC-C70C-50742CF560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CB7D9E-7001-4EF6-B630-F6AE7747FACD}" type="datetimeFigureOut">
              <a:rPr lang="en-SG" smtClean="0"/>
              <a:t>23/7/2025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DE28A16-C94F-9F3D-AB8C-70714B9260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2F93D38-8E5D-7370-01BA-6C413C4D5A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7AA10-58A7-49DF-80F5-B237D64D3078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5307413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C25AAD-B376-70C5-FBE4-DBD11F96B4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2B7F48-FF4C-BDE0-C1C8-0920D07CE48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E90878D-A073-8573-0483-4A6C6E32E4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CB7D9E-7001-4EF6-B630-F6AE7747FACD}" type="datetimeFigureOut">
              <a:rPr lang="en-SG" smtClean="0"/>
              <a:t>23/7/2025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FAE27A5-0B78-0050-0797-412B0DA2D9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1989678-F680-53D4-2E51-35275CE085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7AA10-58A7-49DF-80F5-B237D64D3078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131805374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F42762-6EDA-2928-6D49-85ADC5BAFC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70F5E3-4EA6-BE17-AC15-9A0CA9F7959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18A60D0-BF14-A70F-FE82-EC144981351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A7167FC-ECEA-77A1-8B63-11FCCAD985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CB7D9E-7001-4EF6-B630-F6AE7747FACD}" type="datetimeFigureOut">
              <a:rPr lang="en-SG" smtClean="0"/>
              <a:t>23/7/2025</a:t>
            </a:fld>
            <a:endParaRPr lang="en-SG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B295ABB-65F6-8C0C-553C-AFFE05EE40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DAD0208-5B23-273A-B943-7F0D1DAAB4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7AA10-58A7-49DF-80F5-B237D64D3078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19827954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C4B431-E67D-904E-323D-D262DE125E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E63E268-EA73-C23A-FB08-685E1119347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9493BE6-8F61-8020-DD0F-A8363A0CE77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8EDE2B7-C1F3-575A-6492-DCA375B9157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9E9C2D1-15B3-7339-4A79-2AAD5E6AD3A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DDC0FF9-B450-F845-EF9E-EF5328A6FB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CB7D9E-7001-4EF6-B630-F6AE7747FACD}" type="datetimeFigureOut">
              <a:rPr lang="en-SG" smtClean="0"/>
              <a:t>23/7/2025</a:t>
            </a:fld>
            <a:endParaRPr lang="en-SG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CA59187-70C0-9CD7-B3F0-38DF202E91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3440C68-DA10-4ECD-7679-2C89C8F58F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7AA10-58A7-49DF-80F5-B237D64D3078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69422443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F76076-D95A-F030-4554-C9950B5949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567CEC7-A8B9-217F-E485-50C0064569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CB7D9E-7001-4EF6-B630-F6AE7747FACD}" type="datetimeFigureOut">
              <a:rPr lang="en-SG" smtClean="0"/>
              <a:t>23/7/2025</a:t>
            </a:fld>
            <a:endParaRPr lang="en-SG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F423490-BCB8-357B-EF51-D3ACADE161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95B516F-B446-9DA9-EE46-024CA80C06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7AA10-58A7-49DF-80F5-B237D64D3078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162922647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3817AD2-7258-1BEF-E584-D9D358BC29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CB7D9E-7001-4EF6-B630-F6AE7747FACD}" type="datetimeFigureOut">
              <a:rPr lang="en-SG" smtClean="0"/>
              <a:t>23/7/2025</a:t>
            </a:fld>
            <a:endParaRPr lang="en-SG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264AF1C-687F-4DE1-4AA4-F8EC80AC14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0C37916-8B3F-E6E2-D701-BAEDB8860C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7AA10-58A7-49DF-80F5-B237D64D3078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102213834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F737F7-0A9B-15A1-7BF8-9A5B474ABE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C2AB115-416A-A432-FCC6-AB42782A2ED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3BD7ACE-F945-2395-EBF6-DD3B4FA0919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9723577-FC33-9B8A-016A-0B19690424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CB7D9E-7001-4EF6-B630-F6AE7747FACD}" type="datetimeFigureOut">
              <a:rPr lang="en-SG" smtClean="0"/>
              <a:t>23/7/2025</a:t>
            </a:fld>
            <a:endParaRPr lang="en-SG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4039EA5-0CD9-118C-3FE5-8A6B5E662B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DD4A017-1128-D440-0E4D-29DF57D1E4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7AA10-58A7-49DF-80F5-B237D64D3078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398073322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EF129A-566A-0AED-85AC-A81071251A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756FD61-C116-A1ED-45E6-7B00E0C8FE0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SG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3FC4052-FEF3-5BBD-7520-AC159805246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F7BB9E5-795E-25A3-2B79-0034CCA225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CB7D9E-7001-4EF6-B630-F6AE7747FACD}" type="datetimeFigureOut">
              <a:rPr lang="en-SG" smtClean="0"/>
              <a:t>23/7/2025</a:t>
            </a:fld>
            <a:endParaRPr lang="en-SG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B303D48-EF26-2C82-A53F-3B47A9F80B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F32FE8E-52CD-3C07-2606-76DA873453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7AA10-58A7-49DF-80F5-B237D64D3078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150575864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91F8E7-377E-C99B-F89F-1728AF4B45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E7173A6-1845-9ECB-517E-D7A2B385ECF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7B2DB1-BA4D-CDE9-30C6-FB142E6F83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CB7D9E-7001-4EF6-B630-F6AE7747FACD}" type="datetimeFigureOut">
              <a:rPr lang="en-SG" smtClean="0"/>
              <a:t>23/7/2025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522AC81-120C-83B5-A28D-DE73C785AA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E68DDC-C53D-1CDD-F0BC-FCE0E067BC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7AA10-58A7-49DF-80F5-B237D64D3078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296666090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FD658FF-0077-3B2A-9B94-C8049733658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C9E772B-7289-0A29-65AA-B04FB016CAF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BA019DC-947D-E427-7E20-8CDB40DEC2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CB7D9E-7001-4EF6-B630-F6AE7747FACD}" type="datetimeFigureOut">
              <a:rPr lang="en-SG" smtClean="0"/>
              <a:t>23/7/2025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78158CF-1E4C-16D7-5A8B-8A6DD10A62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C0B6316-7725-DCA5-421C-C8516BEF67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7AA10-58A7-49DF-80F5-B237D64D3078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162777906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AA37656-A478-677B-3B01-C9D9983FEA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917A546-4C77-7309-64FD-D8F7D32BB2E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B40BC1B-72BD-49E9-3B09-CC050F284D7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7CB7D9E-7001-4EF6-B630-F6AE7747FACD}" type="datetimeFigureOut">
              <a:rPr lang="en-SG" smtClean="0"/>
              <a:t>23/7/2025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71A3A40-7279-869A-39B0-97F248C967A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B54D762-C599-BA33-E14C-B7CE1171755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C07AA10-58A7-49DF-80F5-B237D64D3078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106942002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7" r:id="rId1"/>
    <p:sldLayoutId id="2147483728" r:id="rId2"/>
    <p:sldLayoutId id="2147483729" r:id="rId3"/>
    <p:sldLayoutId id="2147483730" r:id="rId4"/>
    <p:sldLayoutId id="2147483731" r:id="rId5"/>
    <p:sldLayoutId id="2147483732" r:id="rId6"/>
    <p:sldLayoutId id="2147483733" r:id="rId7"/>
    <p:sldLayoutId id="2147483734" r:id="rId8"/>
    <p:sldLayoutId id="2147483735" r:id="rId9"/>
    <p:sldLayoutId id="2147483736" r:id="rId10"/>
    <p:sldLayoutId id="2147483737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6" Type="http://schemas.openxmlformats.org/officeDocument/2006/relationships/customXml" Target="../ink/ink12.xml"/><Relationship Id="rId21" Type="http://schemas.openxmlformats.org/officeDocument/2006/relationships/image" Target="../media/image11.png"/><Relationship Id="rId42" Type="http://schemas.openxmlformats.org/officeDocument/2006/relationships/customXml" Target="../ink/ink20.xml"/><Relationship Id="rId47" Type="http://schemas.openxmlformats.org/officeDocument/2006/relationships/image" Target="../media/image24.png"/><Relationship Id="rId63" Type="http://schemas.openxmlformats.org/officeDocument/2006/relationships/image" Target="../media/image32.png"/><Relationship Id="rId68" Type="http://schemas.openxmlformats.org/officeDocument/2006/relationships/customXml" Target="../ink/ink33.xml"/><Relationship Id="rId84" Type="http://schemas.openxmlformats.org/officeDocument/2006/relationships/customXml" Target="../ink/ink41.xml"/><Relationship Id="rId89" Type="http://schemas.openxmlformats.org/officeDocument/2006/relationships/image" Target="../media/image45.png"/><Relationship Id="rId16" Type="http://schemas.openxmlformats.org/officeDocument/2006/relationships/customXml" Target="../ink/ink7.xml"/><Relationship Id="rId11" Type="http://schemas.openxmlformats.org/officeDocument/2006/relationships/image" Target="../media/image6.png"/><Relationship Id="rId32" Type="http://schemas.openxmlformats.org/officeDocument/2006/relationships/customXml" Target="../ink/ink15.xml"/><Relationship Id="rId37" Type="http://schemas.openxmlformats.org/officeDocument/2006/relationships/image" Target="../media/image19.png"/><Relationship Id="rId53" Type="http://schemas.openxmlformats.org/officeDocument/2006/relationships/image" Target="../media/image27.png"/><Relationship Id="rId58" Type="http://schemas.openxmlformats.org/officeDocument/2006/relationships/customXml" Target="../ink/ink28.xml"/><Relationship Id="rId74" Type="http://schemas.openxmlformats.org/officeDocument/2006/relationships/customXml" Target="../ink/ink36.xml"/><Relationship Id="rId79" Type="http://schemas.openxmlformats.org/officeDocument/2006/relationships/image" Target="../media/image40.png"/><Relationship Id="rId102" Type="http://schemas.openxmlformats.org/officeDocument/2006/relationships/customXml" Target="../ink/ink50.xml"/><Relationship Id="rId5" Type="http://schemas.openxmlformats.org/officeDocument/2006/relationships/image" Target="../media/image3.png"/><Relationship Id="rId90" Type="http://schemas.openxmlformats.org/officeDocument/2006/relationships/customXml" Target="../ink/ink44.xml"/><Relationship Id="rId95" Type="http://schemas.openxmlformats.org/officeDocument/2006/relationships/image" Target="../media/image48.png"/><Relationship Id="rId22" Type="http://schemas.openxmlformats.org/officeDocument/2006/relationships/customXml" Target="../ink/ink10.xml"/><Relationship Id="rId27" Type="http://schemas.openxmlformats.org/officeDocument/2006/relationships/image" Target="../media/image14.png"/><Relationship Id="rId43" Type="http://schemas.openxmlformats.org/officeDocument/2006/relationships/image" Target="../media/image22.png"/><Relationship Id="rId48" Type="http://schemas.openxmlformats.org/officeDocument/2006/relationships/customXml" Target="../ink/ink23.xml"/><Relationship Id="rId64" Type="http://schemas.openxmlformats.org/officeDocument/2006/relationships/customXml" Target="../ink/ink31.xml"/><Relationship Id="rId69" Type="http://schemas.openxmlformats.org/officeDocument/2006/relationships/image" Target="../media/image35.png"/><Relationship Id="rId80" Type="http://schemas.openxmlformats.org/officeDocument/2006/relationships/customXml" Target="../ink/ink39.xml"/><Relationship Id="rId85" Type="http://schemas.openxmlformats.org/officeDocument/2006/relationships/image" Target="../media/image43.png"/><Relationship Id="rId12" Type="http://schemas.openxmlformats.org/officeDocument/2006/relationships/customXml" Target="../ink/ink5.xml"/><Relationship Id="rId17" Type="http://schemas.openxmlformats.org/officeDocument/2006/relationships/image" Target="../media/image9.png"/><Relationship Id="rId25" Type="http://schemas.openxmlformats.org/officeDocument/2006/relationships/image" Target="../media/image13.png"/><Relationship Id="rId33" Type="http://schemas.openxmlformats.org/officeDocument/2006/relationships/image" Target="../media/image17.png"/><Relationship Id="rId38" Type="http://schemas.openxmlformats.org/officeDocument/2006/relationships/customXml" Target="../ink/ink18.xml"/><Relationship Id="rId46" Type="http://schemas.openxmlformats.org/officeDocument/2006/relationships/customXml" Target="../ink/ink22.xml"/><Relationship Id="rId59" Type="http://schemas.openxmlformats.org/officeDocument/2006/relationships/image" Target="../media/image30.png"/><Relationship Id="rId67" Type="http://schemas.openxmlformats.org/officeDocument/2006/relationships/image" Target="../media/image34.png"/><Relationship Id="rId103" Type="http://schemas.openxmlformats.org/officeDocument/2006/relationships/image" Target="../media/image52.png"/><Relationship Id="rId20" Type="http://schemas.openxmlformats.org/officeDocument/2006/relationships/customXml" Target="../ink/ink9.xml"/><Relationship Id="rId41" Type="http://schemas.openxmlformats.org/officeDocument/2006/relationships/image" Target="../media/image21.png"/><Relationship Id="rId54" Type="http://schemas.openxmlformats.org/officeDocument/2006/relationships/customXml" Target="../ink/ink26.xml"/><Relationship Id="rId62" Type="http://schemas.openxmlformats.org/officeDocument/2006/relationships/customXml" Target="../ink/ink30.xml"/><Relationship Id="rId70" Type="http://schemas.openxmlformats.org/officeDocument/2006/relationships/customXml" Target="../ink/ink34.xml"/><Relationship Id="rId75" Type="http://schemas.openxmlformats.org/officeDocument/2006/relationships/image" Target="../media/image38.png"/><Relationship Id="rId83" Type="http://schemas.openxmlformats.org/officeDocument/2006/relationships/image" Target="../media/image42.png"/><Relationship Id="rId88" Type="http://schemas.openxmlformats.org/officeDocument/2006/relationships/customXml" Target="../ink/ink43.xml"/><Relationship Id="rId91" Type="http://schemas.openxmlformats.org/officeDocument/2006/relationships/image" Target="../media/image46.png"/><Relationship Id="rId96" Type="http://schemas.openxmlformats.org/officeDocument/2006/relationships/customXml" Target="../ink/ink47.xml"/><Relationship Id="rId1" Type="http://schemas.openxmlformats.org/officeDocument/2006/relationships/slideLayout" Target="../slideLayouts/slideLayout1.xml"/><Relationship Id="rId6" Type="http://schemas.openxmlformats.org/officeDocument/2006/relationships/customXml" Target="../ink/ink2.xml"/><Relationship Id="rId15" Type="http://schemas.openxmlformats.org/officeDocument/2006/relationships/image" Target="../media/image8.png"/><Relationship Id="rId23" Type="http://schemas.openxmlformats.org/officeDocument/2006/relationships/image" Target="../media/image12.png"/><Relationship Id="rId28" Type="http://schemas.openxmlformats.org/officeDocument/2006/relationships/customXml" Target="../ink/ink13.xml"/><Relationship Id="rId36" Type="http://schemas.openxmlformats.org/officeDocument/2006/relationships/customXml" Target="../ink/ink17.xml"/><Relationship Id="rId49" Type="http://schemas.openxmlformats.org/officeDocument/2006/relationships/image" Target="../media/image25.png"/><Relationship Id="rId57" Type="http://schemas.openxmlformats.org/officeDocument/2006/relationships/image" Target="../media/image29.png"/><Relationship Id="rId10" Type="http://schemas.openxmlformats.org/officeDocument/2006/relationships/customXml" Target="../ink/ink4.xml"/><Relationship Id="rId31" Type="http://schemas.openxmlformats.org/officeDocument/2006/relationships/image" Target="../media/image16.png"/><Relationship Id="rId44" Type="http://schemas.openxmlformats.org/officeDocument/2006/relationships/customXml" Target="../ink/ink21.xml"/><Relationship Id="rId52" Type="http://schemas.openxmlformats.org/officeDocument/2006/relationships/customXml" Target="../ink/ink25.xml"/><Relationship Id="rId60" Type="http://schemas.openxmlformats.org/officeDocument/2006/relationships/customXml" Target="../ink/ink29.xml"/><Relationship Id="rId65" Type="http://schemas.openxmlformats.org/officeDocument/2006/relationships/image" Target="../media/image33.png"/><Relationship Id="rId73" Type="http://schemas.openxmlformats.org/officeDocument/2006/relationships/image" Target="../media/image37.png"/><Relationship Id="rId78" Type="http://schemas.openxmlformats.org/officeDocument/2006/relationships/customXml" Target="../ink/ink38.xml"/><Relationship Id="rId81" Type="http://schemas.openxmlformats.org/officeDocument/2006/relationships/image" Target="../media/image41.png"/><Relationship Id="rId86" Type="http://schemas.openxmlformats.org/officeDocument/2006/relationships/customXml" Target="../ink/ink42.xml"/><Relationship Id="rId94" Type="http://schemas.openxmlformats.org/officeDocument/2006/relationships/customXml" Target="../ink/ink46.xml"/><Relationship Id="rId99" Type="http://schemas.openxmlformats.org/officeDocument/2006/relationships/image" Target="../media/image50.png"/><Relationship Id="rId101" Type="http://schemas.openxmlformats.org/officeDocument/2006/relationships/image" Target="../media/image51.png"/><Relationship Id="rId4" Type="http://schemas.openxmlformats.org/officeDocument/2006/relationships/customXml" Target="../ink/ink1.xml"/><Relationship Id="rId9" Type="http://schemas.openxmlformats.org/officeDocument/2006/relationships/image" Target="../media/image5.png"/><Relationship Id="rId13" Type="http://schemas.openxmlformats.org/officeDocument/2006/relationships/image" Target="../media/image7.png"/><Relationship Id="rId18" Type="http://schemas.openxmlformats.org/officeDocument/2006/relationships/customXml" Target="../ink/ink8.xml"/><Relationship Id="rId39" Type="http://schemas.openxmlformats.org/officeDocument/2006/relationships/image" Target="../media/image20.png"/><Relationship Id="rId34" Type="http://schemas.openxmlformats.org/officeDocument/2006/relationships/customXml" Target="../ink/ink16.xml"/><Relationship Id="rId50" Type="http://schemas.openxmlformats.org/officeDocument/2006/relationships/customXml" Target="../ink/ink24.xml"/><Relationship Id="rId55" Type="http://schemas.openxmlformats.org/officeDocument/2006/relationships/image" Target="../media/image28.png"/><Relationship Id="rId76" Type="http://schemas.openxmlformats.org/officeDocument/2006/relationships/customXml" Target="../ink/ink37.xml"/><Relationship Id="rId97" Type="http://schemas.openxmlformats.org/officeDocument/2006/relationships/image" Target="../media/image49.png"/><Relationship Id="rId7" Type="http://schemas.openxmlformats.org/officeDocument/2006/relationships/image" Target="../media/image4.png"/><Relationship Id="rId71" Type="http://schemas.openxmlformats.org/officeDocument/2006/relationships/image" Target="../media/image36.png"/><Relationship Id="rId92" Type="http://schemas.openxmlformats.org/officeDocument/2006/relationships/customXml" Target="../ink/ink45.xml"/><Relationship Id="rId2" Type="http://schemas.openxmlformats.org/officeDocument/2006/relationships/image" Target="../media/image1.png"/><Relationship Id="rId29" Type="http://schemas.openxmlformats.org/officeDocument/2006/relationships/image" Target="../media/image15.png"/><Relationship Id="rId24" Type="http://schemas.openxmlformats.org/officeDocument/2006/relationships/customXml" Target="../ink/ink11.xml"/><Relationship Id="rId40" Type="http://schemas.openxmlformats.org/officeDocument/2006/relationships/customXml" Target="../ink/ink19.xml"/><Relationship Id="rId45" Type="http://schemas.openxmlformats.org/officeDocument/2006/relationships/image" Target="../media/image23.png"/><Relationship Id="rId66" Type="http://schemas.openxmlformats.org/officeDocument/2006/relationships/customXml" Target="../ink/ink32.xml"/><Relationship Id="rId87" Type="http://schemas.openxmlformats.org/officeDocument/2006/relationships/image" Target="../media/image44.png"/><Relationship Id="rId61" Type="http://schemas.openxmlformats.org/officeDocument/2006/relationships/image" Target="../media/image31.png"/><Relationship Id="rId82" Type="http://schemas.openxmlformats.org/officeDocument/2006/relationships/customXml" Target="../ink/ink40.xml"/><Relationship Id="rId19" Type="http://schemas.openxmlformats.org/officeDocument/2006/relationships/image" Target="../media/image10.png"/><Relationship Id="rId14" Type="http://schemas.openxmlformats.org/officeDocument/2006/relationships/customXml" Target="../ink/ink6.xml"/><Relationship Id="rId30" Type="http://schemas.openxmlformats.org/officeDocument/2006/relationships/customXml" Target="../ink/ink14.xml"/><Relationship Id="rId35" Type="http://schemas.openxmlformats.org/officeDocument/2006/relationships/image" Target="../media/image18.png"/><Relationship Id="rId56" Type="http://schemas.openxmlformats.org/officeDocument/2006/relationships/customXml" Target="../ink/ink27.xml"/><Relationship Id="rId77" Type="http://schemas.openxmlformats.org/officeDocument/2006/relationships/image" Target="../media/image39.png"/><Relationship Id="rId100" Type="http://schemas.openxmlformats.org/officeDocument/2006/relationships/customXml" Target="../ink/ink49.xml"/><Relationship Id="rId8" Type="http://schemas.openxmlformats.org/officeDocument/2006/relationships/customXml" Target="../ink/ink3.xml"/><Relationship Id="rId51" Type="http://schemas.openxmlformats.org/officeDocument/2006/relationships/image" Target="../media/image26.png"/><Relationship Id="rId72" Type="http://schemas.openxmlformats.org/officeDocument/2006/relationships/customXml" Target="../ink/ink35.xml"/><Relationship Id="rId93" Type="http://schemas.openxmlformats.org/officeDocument/2006/relationships/image" Target="../media/image47.png"/><Relationship Id="rId98" Type="http://schemas.openxmlformats.org/officeDocument/2006/relationships/customXml" Target="../ink/ink48.xml"/><Relationship Id="rId3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customXml" Target="../ink/ink53.xml"/><Relationship Id="rId13" Type="http://schemas.openxmlformats.org/officeDocument/2006/relationships/image" Target="../media/image59.png"/><Relationship Id="rId18" Type="http://schemas.openxmlformats.org/officeDocument/2006/relationships/customXml" Target="../ink/ink58.xml"/><Relationship Id="rId3" Type="http://schemas.openxmlformats.org/officeDocument/2006/relationships/image" Target="../media/image54.png"/><Relationship Id="rId7" Type="http://schemas.openxmlformats.org/officeDocument/2006/relationships/image" Target="../media/image56.png"/><Relationship Id="rId12" Type="http://schemas.openxmlformats.org/officeDocument/2006/relationships/customXml" Target="../ink/ink55.xml"/><Relationship Id="rId17" Type="http://schemas.openxmlformats.org/officeDocument/2006/relationships/image" Target="../media/image61.png"/><Relationship Id="rId2" Type="http://schemas.openxmlformats.org/officeDocument/2006/relationships/image" Target="../media/image53.png"/><Relationship Id="rId16" Type="http://schemas.openxmlformats.org/officeDocument/2006/relationships/customXml" Target="../ink/ink57.xml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52.xml"/><Relationship Id="rId11" Type="http://schemas.openxmlformats.org/officeDocument/2006/relationships/image" Target="../media/image58.png"/><Relationship Id="rId5" Type="http://schemas.openxmlformats.org/officeDocument/2006/relationships/image" Target="../media/image55.png"/><Relationship Id="rId15" Type="http://schemas.openxmlformats.org/officeDocument/2006/relationships/image" Target="../media/image60.png"/><Relationship Id="rId10" Type="http://schemas.openxmlformats.org/officeDocument/2006/relationships/customXml" Target="../ink/ink54.xml"/><Relationship Id="rId19" Type="http://schemas.openxmlformats.org/officeDocument/2006/relationships/image" Target="../media/image62.png"/><Relationship Id="rId4" Type="http://schemas.openxmlformats.org/officeDocument/2006/relationships/customXml" Target="../ink/ink51.xml"/><Relationship Id="rId9" Type="http://schemas.openxmlformats.org/officeDocument/2006/relationships/image" Target="../media/image57.png"/><Relationship Id="rId14" Type="http://schemas.openxmlformats.org/officeDocument/2006/relationships/customXml" Target="../ink/ink56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66.png"/><Relationship Id="rId13" Type="http://schemas.openxmlformats.org/officeDocument/2006/relationships/customXml" Target="../ink/ink63.xml"/><Relationship Id="rId18" Type="http://schemas.openxmlformats.org/officeDocument/2006/relationships/image" Target="../media/image71.png"/><Relationship Id="rId3" Type="http://schemas.openxmlformats.org/officeDocument/2006/relationships/image" Target="../media/image63.png"/><Relationship Id="rId7" Type="http://schemas.openxmlformats.org/officeDocument/2006/relationships/customXml" Target="../ink/ink60.xml"/><Relationship Id="rId12" Type="http://schemas.openxmlformats.org/officeDocument/2006/relationships/image" Target="../media/image68.png"/><Relationship Id="rId17" Type="http://schemas.openxmlformats.org/officeDocument/2006/relationships/customXml" Target="../ink/ink65.xml"/><Relationship Id="rId2" Type="http://schemas.openxmlformats.org/officeDocument/2006/relationships/notesSlide" Target="../notesSlides/notesSlide1.xml"/><Relationship Id="rId16" Type="http://schemas.openxmlformats.org/officeDocument/2006/relationships/image" Target="../media/image70.png"/><Relationship Id="rId20" Type="http://schemas.openxmlformats.org/officeDocument/2006/relationships/image" Target="../media/image7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5.png"/><Relationship Id="rId11" Type="http://schemas.openxmlformats.org/officeDocument/2006/relationships/customXml" Target="../ink/ink62.xml"/><Relationship Id="rId5" Type="http://schemas.openxmlformats.org/officeDocument/2006/relationships/customXml" Target="../ink/ink59.xml"/><Relationship Id="rId15" Type="http://schemas.openxmlformats.org/officeDocument/2006/relationships/customXml" Target="../ink/ink64.xml"/><Relationship Id="rId10" Type="http://schemas.openxmlformats.org/officeDocument/2006/relationships/image" Target="../media/image67.png"/><Relationship Id="rId19" Type="http://schemas.openxmlformats.org/officeDocument/2006/relationships/customXml" Target="../ink/ink66.xml"/><Relationship Id="rId4" Type="http://schemas.openxmlformats.org/officeDocument/2006/relationships/image" Target="../media/image64.png"/><Relationship Id="rId9" Type="http://schemas.openxmlformats.org/officeDocument/2006/relationships/customXml" Target="../ink/ink61.xml"/><Relationship Id="rId14" Type="http://schemas.openxmlformats.org/officeDocument/2006/relationships/image" Target="../media/image69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76.png"/><Relationship Id="rId13" Type="http://schemas.openxmlformats.org/officeDocument/2006/relationships/customXml" Target="../ink/ink71.xml"/><Relationship Id="rId3" Type="http://schemas.openxmlformats.org/officeDocument/2006/relationships/image" Target="../media/image73.png"/><Relationship Id="rId7" Type="http://schemas.openxmlformats.org/officeDocument/2006/relationships/customXml" Target="../ink/ink68.xml"/><Relationship Id="rId12" Type="http://schemas.openxmlformats.org/officeDocument/2006/relationships/image" Target="../media/image78.png"/><Relationship Id="rId2" Type="http://schemas.openxmlformats.org/officeDocument/2006/relationships/notesSlide" Target="../notesSlides/notesSlide2.xml"/><Relationship Id="rId16" Type="http://schemas.openxmlformats.org/officeDocument/2006/relationships/image" Target="../media/image8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5.png"/><Relationship Id="rId11" Type="http://schemas.openxmlformats.org/officeDocument/2006/relationships/customXml" Target="../ink/ink70.xml"/><Relationship Id="rId5" Type="http://schemas.openxmlformats.org/officeDocument/2006/relationships/customXml" Target="../ink/ink67.xml"/><Relationship Id="rId15" Type="http://schemas.openxmlformats.org/officeDocument/2006/relationships/customXml" Target="../ink/ink72.xml"/><Relationship Id="rId10" Type="http://schemas.openxmlformats.org/officeDocument/2006/relationships/image" Target="../media/image77.png"/><Relationship Id="rId4" Type="http://schemas.openxmlformats.org/officeDocument/2006/relationships/image" Target="../media/image74.png"/><Relationship Id="rId9" Type="http://schemas.openxmlformats.org/officeDocument/2006/relationships/customXml" Target="../ink/ink69.xml"/><Relationship Id="rId14" Type="http://schemas.openxmlformats.org/officeDocument/2006/relationships/image" Target="../media/image79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customXml" Target="../ink/ink75.xml"/><Relationship Id="rId13" Type="http://schemas.openxmlformats.org/officeDocument/2006/relationships/image" Target="../media/image87.png"/><Relationship Id="rId3" Type="http://schemas.openxmlformats.org/officeDocument/2006/relationships/image" Target="../media/image82.png"/><Relationship Id="rId7" Type="http://schemas.openxmlformats.org/officeDocument/2006/relationships/image" Target="../media/image84.png"/><Relationship Id="rId12" Type="http://schemas.openxmlformats.org/officeDocument/2006/relationships/customXml" Target="../ink/ink77.xml"/><Relationship Id="rId2" Type="http://schemas.openxmlformats.org/officeDocument/2006/relationships/image" Target="../media/image81.png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74.xml"/><Relationship Id="rId11" Type="http://schemas.openxmlformats.org/officeDocument/2006/relationships/image" Target="../media/image86.png"/><Relationship Id="rId5" Type="http://schemas.openxmlformats.org/officeDocument/2006/relationships/image" Target="../media/image83.png"/><Relationship Id="rId15" Type="http://schemas.openxmlformats.org/officeDocument/2006/relationships/image" Target="../media/image88.png"/><Relationship Id="rId10" Type="http://schemas.openxmlformats.org/officeDocument/2006/relationships/customXml" Target="../ink/ink76.xml"/><Relationship Id="rId4" Type="http://schemas.openxmlformats.org/officeDocument/2006/relationships/customXml" Target="../ink/ink73.xml"/><Relationship Id="rId9" Type="http://schemas.openxmlformats.org/officeDocument/2006/relationships/image" Target="../media/image85.png"/><Relationship Id="rId14" Type="http://schemas.openxmlformats.org/officeDocument/2006/relationships/customXml" Target="../ink/ink78.xml"/></Relationships>
</file>

<file path=ppt/slides/_rels/slide7.xml.rels><?xml version="1.0" encoding="UTF-8" standalone="yes"?>
<Relationships xmlns="http://schemas.openxmlformats.org/package/2006/relationships"><Relationship Id="rId13" Type="http://schemas.openxmlformats.org/officeDocument/2006/relationships/image" Target="../media/image95.png"/><Relationship Id="rId18" Type="http://schemas.openxmlformats.org/officeDocument/2006/relationships/customXml" Target="../ink/ink86.xml"/><Relationship Id="rId26" Type="http://schemas.openxmlformats.org/officeDocument/2006/relationships/customXml" Target="../ink/ink90.xml"/><Relationship Id="rId3" Type="http://schemas.openxmlformats.org/officeDocument/2006/relationships/image" Target="../media/image90.png"/><Relationship Id="rId21" Type="http://schemas.openxmlformats.org/officeDocument/2006/relationships/image" Target="../media/image99.png"/><Relationship Id="rId34" Type="http://schemas.openxmlformats.org/officeDocument/2006/relationships/customXml" Target="../ink/ink94.xml"/><Relationship Id="rId7" Type="http://schemas.openxmlformats.org/officeDocument/2006/relationships/image" Target="../media/image92.png"/><Relationship Id="rId12" Type="http://schemas.openxmlformats.org/officeDocument/2006/relationships/customXml" Target="../ink/ink83.xml"/><Relationship Id="rId17" Type="http://schemas.openxmlformats.org/officeDocument/2006/relationships/image" Target="../media/image97.png"/><Relationship Id="rId25" Type="http://schemas.openxmlformats.org/officeDocument/2006/relationships/image" Target="../media/image101.png"/><Relationship Id="rId33" Type="http://schemas.openxmlformats.org/officeDocument/2006/relationships/image" Target="../media/image105.png"/><Relationship Id="rId2" Type="http://schemas.openxmlformats.org/officeDocument/2006/relationships/image" Target="../media/image89.png"/><Relationship Id="rId16" Type="http://schemas.openxmlformats.org/officeDocument/2006/relationships/customXml" Target="../ink/ink85.xml"/><Relationship Id="rId20" Type="http://schemas.openxmlformats.org/officeDocument/2006/relationships/customXml" Target="../ink/ink87.xml"/><Relationship Id="rId29" Type="http://schemas.openxmlformats.org/officeDocument/2006/relationships/image" Target="../media/image103.png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80.xml"/><Relationship Id="rId11" Type="http://schemas.openxmlformats.org/officeDocument/2006/relationships/image" Target="../media/image94.png"/><Relationship Id="rId24" Type="http://schemas.openxmlformats.org/officeDocument/2006/relationships/customXml" Target="../ink/ink89.xml"/><Relationship Id="rId32" Type="http://schemas.openxmlformats.org/officeDocument/2006/relationships/customXml" Target="../ink/ink93.xml"/><Relationship Id="rId5" Type="http://schemas.openxmlformats.org/officeDocument/2006/relationships/image" Target="../media/image91.png"/><Relationship Id="rId15" Type="http://schemas.openxmlformats.org/officeDocument/2006/relationships/image" Target="../media/image96.png"/><Relationship Id="rId23" Type="http://schemas.openxmlformats.org/officeDocument/2006/relationships/image" Target="../media/image100.png"/><Relationship Id="rId28" Type="http://schemas.openxmlformats.org/officeDocument/2006/relationships/customXml" Target="../ink/ink91.xml"/><Relationship Id="rId10" Type="http://schemas.openxmlformats.org/officeDocument/2006/relationships/customXml" Target="../ink/ink82.xml"/><Relationship Id="rId19" Type="http://schemas.openxmlformats.org/officeDocument/2006/relationships/image" Target="../media/image98.png"/><Relationship Id="rId31" Type="http://schemas.openxmlformats.org/officeDocument/2006/relationships/image" Target="../media/image104.png"/><Relationship Id="rId4" Type="http://schemas.openxmlformats.org/officeDocument/2006/relationships/customXml" Target="../ink/ink79.xml"/><Relationship Id="rId9" Type="http://schemas.openxmlformats.org/officeDocument/2006/relationships/image" Target="../media/image93.png"/><Relationship Id="rId14" Type="http://schemas.openxmlformats.org/officeDocument/2006/relationships/customXml" Target="../ink/ink84.xml"/><Relationship Id="rId22" Type="http://schemas.openxmlformats.org/officeDocument/2006/relationships/customXml" Target="../ink/ink88.xml"/><Relationship Id="rId27" Type="http://schemas.openxmlformats.org/officeDocument/2006/relationships/image" Target="../media/image102.png"/><Relationship Id="rId30" Type="http://schemas.openxmlformats.org/officeDocument/2006/relationships/customXml" Target="../ink/ink92.xml"/><Relationship Id="rId35" Type="http://schemas.openxmlformats.org/officeDocument/2006/relationships/image" Target="../media/image106.png"/><Relationship Id="rId8" Type="http://schemas.openxmlformats.org/officeDocument/2006/relationships/customXml" Target="../ink/ink81.xml"/></Relationships>
</file>

<file path=ppt/slides/_rels/slide8.xml.rels><?xml version="1.0" encoding="UTF-8" standalone="yes"?>
<Relationships xmlns="http://schemas.openxmlformats.org/package/2006/relationships"><Relationship Id="rId26" Type="http://schemas.openxmlformats.org/officeDocument/2006/relationships/image" Target="../media/image119.png"/><Relationship Id="rId21" Type="http://schemas.openxmlformats.org/officeDocument/2006/relationships/customXml" Target="../ink/ink103.xml"/><Relationship Id="rId42" Type="http://schemas.openxmlformats.org/officeDocument/2006/relationships/image" Target="../media/image127.png"/><Relationship Id="rId47" Type="http://schemas.openxmlformats.org/officeDocument/2006/relationships/customXml" Target="../ink/ink116.xml"/><Relationship Id="rId63" Type="http://schemas.openxmlformats.org/officeDocument/2006/relationships/customXml" Target="../ink/ink124.xml"/><Relationship Id="rId68" Type="http://schemas.openxmlformats.org/officeDocument/2006/relationships/image" Target="../media/image140.png"/><Relationship Id="rId84" Type="http://schemas.openxmlformats.org/officeDocument/2006/relationships/image" Target="../media/image148.png"/><Relationship Id="rId16" Type="http://schemas.openxmlformats.org/officeDocument/2006/relationships/image" Target="../media/image114.png"/><Relationship Id="rId11" Type="http://schemas.openxmlformats.org/officeDocument/2006/relationships/customXml" Target="../ink/ink98.xml"/><Relationship Id="rId32" Type="http://schemas.openxmlformats.org/officeDocument/2006/relationships/image" Target="../media/image122.png"/><Relationship Id="rId37" Type="http://schemas.openxmlformats.org/officeDocument/2006/relationships/customXml" Target="../ink/ink111.xml"/><Relationship Id="rId53" Type="http://schemas.openxmlformats.org/officeDocument/2006/relationships/customXml" Target="../ink/ink119.xml"/><Relationship Id="rId58" Type="http://schemas.openxmlformats.org/officeDocument/2006/relationships/image" Target="../media/image135.png"/><Relationship Id="rId74" Type="http://schemas.openxmlformats.org/officeDocument/2006/relationships/image" Target="../media/image143.png"/><Relationship Id="rId79" Type="http://schemas.openxmlformats.org/officeDocument/2006/relationships/customXml" Target="../ink/ink132.xml"/><Relationship Id="rId5" Type="http://schemas.openxmlformats.org/officeDocument/2006/relationships/customXml" Target="../ink/ink95.xml"/><Relationship Id="rId61" Type="http://schemas.openxmlformats.org/officeDocument/2006/relationships/customXml" Target="../ink/ink123.xml"/><Relationship Id="rId82" Type="http://schemas.openxmlformats.org/officeDocument/2006/relationships/image" Target="../media/image147.png"/><Relationship Id="rId19" Type="http://schemas.openxmlformats.org/officeDocument/2006/relationships/customXml" Target="../ink/ink102.xml"/><Relationship Id="rId14" Type="http://schemas.openxmlformats.org/officeDocument/2006/relationships/image" Target="../media/image113.png"/><Relationship Id="rId22" Type="http://schemas.openxmlformats.org/officeDocument/2006/relationships/image" Target="../media/image117.png"/><Relationship Id="rId27" Type="http://schemas.openxmlformats.org/officeDocument/2006/relationships/customXml" Target="../ink/ink106.xml"/><Relationship Id="rId30" Type="http://schemas.openxmlformats.org/officeDocument/2006/relationships/image" Target="../media/image121.png"/><Relationship Id="rId35" Type="http://schemas.openxmlformats.org/officeDocument/2006/relationships/customXml" Target="../ink/ink110.xml"/><Relationship Id="rId43" Type="http://schemas.openxmlformats.org/officeDocument/2006/relationships/customXml" Target="../ink/ink114.xml"/><Relationship Id="rId48" Type="http://schemas.openxmlformats.org/officeDocument/2006/relationships/image" Target="../media/image130.png"/><Relationship Id="rId56" Type="http://schemas.openxmlformats.org/officeDocument/2006/relationships/image" Target="../media/image134.png"/><Relationship Id="rId64" Type="http://schemas.openxmlformats.org/officeDocument/2006/relationships/image" Target="../media/image138.png"/><Relationship Id="rId69" Type="http://schemas.openxmlformats.org/officeDocument/2006/relationships/customXml" Target="../ink/ink127.xml"/><Relationship Id="rId77" Type="http://schemas.openxmlformats.org/officeDocument/2006/relationships/customXml" Target="../ink/ink131.xml"/><Relationship Id="rId8" Type="http://schemas.openxmlformats.org/officeDocument/2006/relationships/image" Target="../media/image110.png"/><Relationship Id="rId51" Type="http://schemas.openxmlformats.org/officeDocument/2006/relationships/customXml" Target="../ink/ink118.xml"/><Relationship Id="rId72" Type="http://schemas.openxmlformats.org/officeDocument/2006/relationships/image" Target="../media/image142.png"/><Relationship Id="rId80" Type="http://schemas.openxmlformats.org/officeDocument/2006/relationships/image" Target="../media/image146.png"/><Relationship Id="rId3" Type="http://schemas.openxmlformats.org/officeDocument/2006/relationships/image" Target="../media/image107.png"/><Relationship Id="rId12" Type="http://schemas.openxmlformats.org/officeDocument/2006/relationships/image" Target="../media/image112.png"/><Relationship Id="rId17" Type="http://schemas.openxmlformats.org/officeDocument/2006/relationships/customXml" Target="../ink/ink101.xml"/><Relationship Id="rId25" Type="http://schemas.openxmlformats.org/officeDocument/2006/relationships/customXml" Target="../ink/ink105.xml"/><Relationship Id="rId33" Type="http://schemas.openxmlformats.org/officeDocument/2006/relationships/customXml" Target="../ink/ink109.xml"/><Relationship Id="rId38" Type="http://schemas.openxmlformats.org/officeDocument/2006/relationships/image" Target="../media/image125.png"/><Relationship Id="rId46" Type="http://schemas.openxmlformats.org/officeDocument/2006/relationships/image" Target="../media/image129.png"/><Relationship Id="rId59" Type="http://schemas.openxmlformats.org/officeDocument/2006/relationships/customXml" Target="../ink/ink122.xml"/><Relationship Id="rId67" Type="http://schemas.openxmlformats.org/officeDocument/2006/relationships/customXml" Target="../ink/ink126.xml"/><Relationship Id="rId20" Type="http://schemas.openxmlformats.org/officeDocument/2006/relationships/image" Target="../media/image116.png"/><Relationship Id="rId41" Type="http://schemas.openxmlformats.org/officeDocument/2006/relationships/customXml" Target="../ink/ink113.xml"/><Relationship Id="rId54" Type="http://schemas.openxmlformats.org/officeDocument/2006/relationships/image" Target="../media/image133.png"/><Relationship Id="rId62" Type="http://schemas.openxmlformats.org/officeDocument/2006/relationships/image" Target="../media/image137.png"/><Relationship Id="rId70" Type="http://schemas.openxmlformats.org/officeDocument/2006/relationships/image" Target="../media/image141.png"/><Relationship Id="rId75" Type="http://schemas.openxmlformats.org/officeDocument/2006/relationships/customXml" Target="../ink/ink130.xml"/><Relationship Id="rId83" Type="http://schemas.openxmlformats.org/officeDocument/2006/relationships/customXml" Target="../ink/ink13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9.png"/><Relationship Id="rId15" Type="http://schemas.openxmlformats.org/officeDocument/2006/relationships/customXml" Target="../ink/ink100.xml"/><Relationship Id="rId23" Type="http://schemas.openxmlformats.org/officeDocument/2006/relationships/customXml" Target="../ink/ink104.xml"/><Relationship Id="rId28" Type="http://schemas.openxmlformats.org/officeDocument/2006/relationships/image" Target="../media/image120.png"/><Relationship Id="rId36" Type="http://schemas.openxmlformats.org/officeDocument/2006/relationships/image" Target="../media/image124.png"/><Relationship Id="rId49" Type="http://schemas.openxmlformats.org/officeDocument/2006/relationships/customXml" Target="../ink/ink117.xml"/><Relationship Id="rId57" Type="http://schemas.openxmlformats.org/officeDocument/2006/relationships/customXml" Target="../ink/ink121.xml"/><Relationship Id="rId10" Type="http://schemas.openxmlformats.org/officeDocument/2006/relationships/image" Target="../media/image111.png"/><Relationship Id="rId31" Type="http://schemas.openxmlformats.org/officeDocument/2006/relationships/customXml" Target="../ink/ink108.xml"/><Relationship Id="rId44" Type="http://schemas.openxmlformats.org/officeDocument/2006/relationships/image" Target="../media/image128.png"/><Relationship Id="rId52" Type="http://schemas.openxmlformats.org/officeDocument/2006/relationships/image" Target="../media/image132.png"/><Relationship Id="rId60" Type="http://schemas.openxmlformats.org/officeDocument/2006/relationships/image" Target="../media/image136.png"/><Relationship Id="rId65" Type="http://schemas.openxmlformats.org/officeDocument/2006/relationships/customXml" Target="../ink/ink125.xml"/><Relationship Id="rId73" Type="http://schemas.openxmlformats.org/officeDocument/2006/relationships/customXml" Target="../ink/ink129.xml"/><Relationship Id="rId78" Type="http://schemas.openxmlformats.org/officeDocument/2006/relationships/image" Target="../media/image145.png"/><Relationship Id="rId81" Type="http://schemas.openxmlformats.org/officeDocument/2006/relationships/customXml" Target="../ink/ink133.xml"/><Relationship Id="rId4" Type="http://schemas.openxmlformats.org/officeDocument/2006/relationships/image" Target="../media/image108.png"/><Relationship Id="rId9" Type="http://schemas.openxmlformats.org/officeDocument/2006/relationships/customXml" Target="../ink/ink97.xml"/><Relationship Id="rId13" Type="http://schemas.openxmlformats.org/officeDocument/2006/relationships/customXml" Target="../ink/ink99.xml"/><Relationship Id="rId18" Type="http://schemas.openxmlformats.org/officeDocument/2006/relationships/image" Target="../media/image115.png"/><Relationship Id="rId39" Type="http://schemas.openxmlformats.org/officeDocument/2006/relationships/customXml" Target="../ink/ink112.xml"/><Relationship Id="rId34" Type="http://schemas.openxmlformats.org/officeDocument/2006/relationships/image" Target="../media/image123.png"/><Relationship Id="rId50" Type="http://schemas.openxmlformats.org/officeDocument/2006/relationships/image" Target="../media/image131.png"/><Relationship Id="rId55" Type="http://schemas.openxmlformats.org/officeDocument/2006/relationships/customXml" Target="../ink/ink120.xml"/><Relationship Id="rId76" Type="http://schemas.openxmlformats.org/officeDocument/2006/relationships/image" Target="../media/image144.png"/><Relationship Id="rId7" Type="http://schemas.openxmlformats.org/officeDocument/2006/relationships/customXml" Target="../ink/ink96.xml"/><Relationship Id="rId71" Type="http://schemas.openxmlformats.org/officeDocument/2006/relationships/customXml" Target="../ink/ink128.xml"/><Relationship Id="rId2" Type="http://schemas.openxmlformats.org/officeDocument/2006/relationships/notesSlide" Target="../notesSlides/notesSlide3.xml"/><Relationship Id="rId29" Type="http://schemas.openxmlformats.org/officeDocument/2006/relationships/customXml" Target="../ink/ink107.xml"/><Relationship Id="rId24" Type="http://schemas.openxmlformats.org/officeDocument/2006/relationships/image" Target="../media/image118.png"/><Relationship Id="rId40" Type="http://schemas.openxmlformats.org/officeDocument/2006/relationships/image" Target="../media/image126.png"/><Relationship Id="rId45" Type="http://schemas.openxmlformats.org/officeDocument/2006/relationships/customXml" Target="../ink/ink115.xml"/><Relationship Id="rId66" Type="http://schemas.openxmlformats.org/officeDocument/2006/relationships/image" Target="../media/image13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" name="Rectangle 6">
            <a:extLst>
              <a:ext uri="{FF2B5EF4-FFF2-40B4-BE49-F238E27FC236}">
                <a16:creationId xmlns:a16="http://schemas.microsoft.com/office/drawing/2014/main" id="{6F5A5072-7B47-4D32-B52A-4EBBF590B8A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715DAF0-AE1B-46C9-8A6B-DB2AA05AB9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-2" y="-22693"/>
            <a:ext cx="12191999" cy="4374129"/>
          </a:xfrm>
          <a:prstGeom prst="rect">
            <a:avLst/>
          </a:prstGeom>
          <a:gradFill>
            <a:gsLst>
              <a:gs pos="0">
                <a:schemeClr val="accent1">
                  <a:lumMod val="75000"/>
                </a:schemeClr>
              </a:gs>
              <a:gs pos="100000">
                <a:srgbClr val="000000"/>
              </a:gs>
            </a:gsLst>
            <a:lin ang="15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016219D-510E-4184-9090-6D5578A87B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3908719" y="-3931841"/>
            <a:ext cx="4374557" cy="12192000"/>
          </a:xfrm>
          <a:prstGeom prst="rect">
            <a:avLst/>
          </a:prstGeom>
          <a:gradFill>
            <a:gsLst>
              <a:gs pos="40000">
                <a:schemeClr val="accent1">
                  <a:alpha val="0"/>
                </a:schemeClr>
              </a:gs>
              <a:gs pos="100000">
                <a:schemeClr val="accent1">
                  <a:lumMod val="75000"/>
                  <a:alpha val="52000"/>
                </a:schemeClr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FF4A713-7B75-4B21-90D7-5AB19547C7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4136696" y="-3703868"/>
            <a:ext cx="4374128" cy="11736479"/>
          </a:xfrm>
          <a:prstGeom prst="rect">
            <a:avLst/>
          </a:prstGeom>
          <a:gradFill>
            <a:gsLst>
              <a:gs pos="17000">
                <a:schemeClr val="accent1">
                  <a:alpha val="0"/>
                </a:schemeClr>
              </a:gs>
              <a:gs pos="100000">
                <a:srgbClr val="000000">
                  <a:alpha val="37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DC631C0B-6DA6-4E57-8231-CE32B3434A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5" y="-22690"/>
            <a:ext cx="8542485" cy="4374126"/>
          </a:xfrm>
          <a:prstGeom prst="rect">
            <a:avLst/>
          </a:prstGeom>
          <a:gradFill>
            <a:gsLst>
              <a:gs pos="0">
                <a:schemeClr val="accent1">
                  <a:lumMod val="50000"/>
                  <a:alpha val="0"/>
                </a:schemeClr>
              </a:gs>
              <a:gs pos="100000">
                <a:srgbClr val="000000">
                  <a:alpha val="25000"/>
                </a:srgb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C29501E6-A978-4A61-9689-9085AF97A53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2508972">
            <a:off x="5945431" y="-1032053"/>
            <a:ext cx="4990147" cy="4439131"/>
          </a:xfrm>
          <a:custGeom>
            <a:avLst/>
            <a:gdLst>
              <a:gd name="connsiteX0" fmla="*/ 4990147 w 4990147"/>
              <a:gd name="connsiteY0" fmla="*/ 2229378 h 4439131"/>
              <a:gd name="connsiteX1" fmla="*/ 917384 w 4990147"/>
              <a:gd name="connsiteY1" fmla="*/ 4439131 h 4439131"/>
              <a:gd name="connsiteX2" fmla="*/ 910814 w 4990147"/>
              <a:gd name="connsiteY2" fmla="*/ 4434219 h 4439131"/>
              <a:gd name="connsiteX3" fmla="*/ 0 w 4990147"/>
              <a:gd name="connsiteY3" fmla="*/ 2502877 h 4439131"/>
              <a:gd name="connsiteX4" fmla="*/ 2502877 w 4990147"/>
              <a:gd name="connsiteY4" fmla="*/ 0 h 4439131"/>
              <a:gd name="connsiteX5" fmla="*/ 4954904 w 4990147"/>
              <a:gd name="connsiteY5" fmla="*/ 1998460 h 443913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990147" h="4439131">
                <a:moveTo>
                  <a:pt x="4990147" y="2229378"/>
                </a:moveTo>
                <a:lnTo>
                  <a:pt x="917384" y="4439131"/>
                </a:lnTo>
                <a:lnTo>
                  <a:pt x="910814" y="4434219"/>
                </a:lnTo>
                <a:cubicBezTo>
                  <a:pt x="354557" y="3975154"/>
                  <a:pt x="0" y="3280421"/>
                  <a:pt x="0" y="2502877"/>
                </a:cubicBezTo>
                <a:cubicBezTo>
                  <a:pt x="0" y="1120576"/>
                  <a:pt x="1120576" y="0"/>
                  <a:pt x="2502877" y="0"/>
                </a:cubicBezTo>
                <a:cubicBezTo>
                  <a:pt x="3712390" y="0"/>
                  <a:pt x="4721520" y="857941"/>
                  <a:pt x="4954904" y="1998460"/>
                </a:cubicBezTo>
                <a:close/>
              </a:path>
            </a:pathLst>
          </a:custGeom>
          <a:gradFill>
            <a:gsLst>
              <a:gs pos="0">
                <a:schemeClr val="accent1">
                  <a:alpha val="22000"/>
                </a:schemeClr>
              </a:gs>
              <a:gs pos="87000">
                <a:schemeClr val="accent1">
                  <a:lumMod val="60000"/>
                  <a:lumOff val="40000"/>
                  <a:alpha val="2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05CD77E-C50A-F4C5-38F7-729361E0FD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14824" y="735106"/>
            <a:ext cx="10053763" cy="2928470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4800" b="0" i="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PBU Walls(TMP Points)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49A2EFC-75BB-70A3-9769-7174EB93502D}"/>
              </a:ext>
            </a:extLst>
          </p:cNvPr>
          <p:cNvSpPr txBox="1"/>
          <p:nvPr/>
        </p:nvSpPr>
        <p:spPr>
          <a:xfrm>
            <a:off x="1314824" y="4717210"/>
            <a:ext cx="31558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TERRAHL2-FP_MB-T1am(JMB)</a:t>
            </a:r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3136006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3" name="Rectangle 22">
            <a:extLst>
              <a:ext uri="{FF2B5EF4-FFF2-40B4-BE49-F238E27FC236}">
                <a16:creationId xmlns:a16="http://schemas.microsoft.com/office/drawing/2014/main" id="{2151139A-886F-4B97-8815-729AD3831BB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AB5E08C4-8CDD-4623-A5B8-E998C6DEE3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492"/>
            <a:ext cx="12191998" cy="1575955"/>
          </a:xfrm>
          <a:prstGeom prst="rect">
            <a:avLst/>
          </a:prstGeom>
          <a:gradFill>
            <a:gsLst>
              <a:gs pos="0">
                <a:schemeClr val="accent1">
                  <a:lumMod val="50000"/>
                </a:scheme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15F33878-D502-4FFA-8ACE-F2AECDB2A2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8857" y="35"/>
            <a:ext cx="4063143" cy="1576412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D3539FEE-81D3-4406-802E-60B20B16F4F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307778" y="-5307777"/>
            <a:ext cx="1576446" cy="12192001"/>
          </a:xfrm>
          <a:prstGeom prst="rect">
            <a:avLst/>
          </a:prstGeom>
          <a:gradFill>
            <a:gsLst>
              <a:gs pos="16000">
                <a:srgbClr val="000000">
                  <a:alpha val="0"/>
                </a:srgbClr>
              </a:gs>
              <a:gs pos="99000">
                <a:srgbClr val="000000">
                  <a:alpha val="87000"/>
                </a:srgbClr>
              </a:gs>
            </a:gsLst>
            <a:lin ang="11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DC701763-729E-462F-A5A8-E0DEFEB1E2E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825434" y="986"/>
            <a:ext cx="4303422" cy="1575461"/>
          </a:xfrm>
          <a:prstGeom prst="rect">
            <a:avLst/>
          </a:prstGeom>
          <a:gradFill>
            <a:gsLst>
              <a:gs pos="0">
                <a:schemeClr val="accent1">
                  <a:alpha val="17000"/>
                </a:schemeClr>
              </a:gs>
              <a:gs pos="74000">
                <a:schemeClr val="accent1">
                  <a:lumMod val="50000"/>
                  <a:alpha val="0"/>
                </a:schemeClr>
              </a:gs>
            </a:gsLst>
            <a:lin ang="14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38581F6-6B83-29ED-A0C8-2FBC0A86F5B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99714" y="353160"/>
            <a:ext cx="7091300" cy="898581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l"/>
            <a:r>
              <a:rPr lang="en-US" sz="40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Wall 1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7DB1E4DB-B865-8568-8230-F23285415AA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794579"/>
            <a:ext cx="4863301" cy="4710261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9D5013E7-562A-C4D1-B645-8F5567F5A967}"/>
              </a:ext>
            </a:extLst>
          </p:cNvPr>
          <p:cNvSpPr txBox="1"/>
          <p:nvPr/>
        </p:nvSpPr>
        <p:spPr>
          <a:xfrm>
            <a:off x="9811512" y="1633666"/>
            <a:ext cx="42992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515</a:t>
            </a:r>
            <a:endParaRPr lang="en-SG" sz="1200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7E085B4-939D-125E-E7AB-72FD394B1167}"/>
              </a:ext>
            </a:extLst>
          </p:cNvPr>
          <p:cNvSpPr txBox="1"/>
          <p:nvPr/>
        </p:nvSpPr>
        <p:spPr>
          <a:xfrm>
            <a:off x="9149313" y="1633666"/>
            <a:ext cx="72808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960-980</a:t>
            </a:r>
            <a:endParaRPr lang="en-SG" sz="120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6D7D1E9-FDF5-3215-83E5-2463207C448A}"/>
              </a:ext>
            </a:extLst>
          </p:cNvPr>
          <p:cNvSpPr txBox="1"/>
          <p:nvPr/>
        </p:nvSpPr>
        <p:spPr>
          <a:xfrm>
            <a:off x="8627773" y="1614527"/>
            <a:ext cx="51167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1480</a:t>
            </a:r>
            <a:endParaRPr lang="en-SG" sz="1200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2CDEAA1-D137-6B19-DF1A-3EC72EC865DE}"/>
              </a:ext>
            </a:extLst>
          </p:cNvPr>
          <p:cNvSpPr txBox="1"/>
          <p:nvPr/>
        </p:nvSpPr>
        <p:spPr>
          <a:xfrm>
            <a:off x="8177816" y="1572088"/>
            <a:ext cx="51167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1800</a:t>
            </a:r>
            <a:endParaRPr lang="en-SG" sz="1200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7C921E3-74A8-3D96-FB5B-D03106BA037F}"/>
              </a:ext>
            </a:extLst>
          </p:cNvPr>
          <p:cNvSpPr txBox="1"/>
          <p:nvPr/>
        </p:nvSpPr>
        <p:spPr>
          <a:xfrm>
            <a:off x="6942911" y="1614526"/>
            <a:ext cx="51167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2800</a:t>
            </a:r>
            <a:endParaRPr lang="en-SG" sz="1200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FFCD604-7917-95AE-CAE0-52E87A7BBD41}"/>
              </a:ext>
            </a:extLst>
          </p:cNvPr>
          <p:cNvSpPr txBox="1"/>
          <p:nvPr/>
        </p:nvSpPr>
        <p:spPr>
          <a:xfrm>
            <a:off x="11174415" y="2381436"/>
            <a:ext cx="6783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2400</a:t>
            </a:r>
            <a:endParaRPr lang="en-SG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35248D6-B0F2-F2FA-AD4A-3C7852817C21}"/>
              </a:ext>
            </a:extLst>
          </p:cNvPr>
          <p:cNvSpPr txBox="1"/>
          <p:nvPr/>
        </p:nvSpPr>
        <p:spPr>
          <a:xfrm>
            <a:off x="11229705" y="2788690"/>
            <a:ext cx="6783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2025</a:t>
            </a:r>
            <a:endParaRPr lang="en-SG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7CC9C6ED-99EB-A4FC-8E15-48E253A2E073}"/>
              </a:ext>
            </a:extLst>
          </p:cNvPr>
          <p:cNvSpPr txBox="1"/>
          <p:nvPr/>
        </p:nvSpPr>
        <p:spPr>
          <a:xfrm>
            <a:off x="11274985" y="3564669"/>
            <a:ext cx="6783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1425</a:t>
            </a:r>
            <a:endParaRPr lang="en-SG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EBFBC1AB-97D9-17AF-1707-89F1E48C846F}"/>
              </a:ext>
            </a:extLst>
          </p:cNvPr>
          <p:cNvSpPr txBox="1"/>
          <p:nvPr/>
        </p:nvSpPr>
        <p:spPr>
          <a:xfrm>
            <a:off x="11360861" y="4277433"/>
            <a:ext cx="5549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825</a:t>
            </a:r>
            <a:endParaRPr lang="en-SG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5CB52F4-758B-4CAA-0F08-C0C891BD535A}"/>
              </a:ext>
            </a:extLst>
          </p:cNvPr>
          <p:cNvSpPr txBox="1"/>
          <p:nvPr/>
        </p:nvSpPr>
        <p:spPr>
          <a:xfrm>
            <a:off x="11354436" y="4990197"/>
            <a:ext cx="5549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225</a:t>
            </a:r>
            <a:endParaRPr lang="en-SG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0BA3841-F330-891C-1DB4-4464CD35034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1033" y="1676815"/>
            <a:ext cx="5201376" cy="4791744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3" name="Ink 2">
                <a:extLst>
                  <a:ext uri="{FF2B5EF4-FFF2-40B4-BE49-F238E27FC236}">
                    <a16:creationId xmlns:a16="http://schemas.microsoft.com/office/drawing/2014/main" id="{1F51F846-D9DF-2BF5-D940-9239C35B1931}"/>
                  </a:ext>
                </a:extLst>
              </p14:cNvPr>
              <p14:cNvContentPartPr/>
              <p14:nvPr/>
            </p14:nvContentPartPr>
            <p14:xfrm>
              <a:off x="3318984" y="1961856"/>
              <a:ext cx="113400" cy="90360"/>
            </p14:xfrm>
          </p:contentPart>
        </mc:Choice>
        <mc:Fallback xmlns="">
          <p:pic>
            <p:nvPicPr>
              <p:cNvPr id="3" name="Ink 2">
                <a:extLst>
                  <a:ext uri="{FF2B5EF4-FFF2-40B4-BE49-F238E27FC236}">
                    <a16:creationId xmlns:a16="http://schemas.microsoft.com/office/drawing/2014/main" id="{1F51F846-D9DF-2BF5-D940-9239C35B1931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3312864" y="1955736"/>
                <a:ext cx="125640" cy="102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6" name="Ink 5">
                <a:extLst>
                  <a:ext uri="{FF2B5EF4-FFF2-40B4-BE49-F238E27FC236}">
                    <a16:creationId xmlns:a16="http://schemas.microsoft.com/office/drawing/2014/main" id="{8317DE19-E9B1-197B-000A-A0BA510619FF}"/>
                  </a:ext>
                </a:extLst>
              </p14:cNvPr>
              <p14:cNvContentPartPr/>
              <p14:nvPr/>
            </p14:nvContentPartPr>
            <p14:xfrm>
              <a:off x="4516704" y="1934136"/>
              <a:ext cx="169200" cy="129240"/>
            </p14:xfrm>
          </p:contentPart>
        </mc:Choice>
        <mc:Fallback xmlns="">
          <p:pic>
            <p:nvPicPr>
              <p:cNvPr id="6" name="Ink 5">
                <a:extLst>
                  <a:ext uri="{FF2B5EF4-FFF2-40B4-BE49-F238E27FC236}">
                    <a16:creationId xmlns:a16="http://schemas.microsoft.com/office/drawing/2014/main" id="{8317DE19-E9B1-197B-000A-A0BA510619FF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4510584" y="1928016"/>
                <a:ext cx="181440" cy="141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9" name="Ink 8">
                <a:extLst>
                  <a:ext uri="{FF2B5EF4-FFF2-40B4-BE49-F238E27FC236}">
                    <a16:creationId xmlns:a16="http://schemas.microsoft.com/office/drawing/2014/main" id="{D6FE39E2-3ACF-2519-1AEC-825E6D6DDCDA}"/>
                  </a:ext>
                </a:extLst>
              </p14:cNvPr>
              <p14:cNvContentPartPr/>
              <p14:nvPr/>
            </p14:nvContentPartPr>
            <p14:xfrm>
              <a:off x="4498704" y="2146176"/>
              <a:ext cx="207000" cy="110880"/>
            </p14:xfrm>
          </p:contentPart>
        </mc:Choice>
        <mc:Fallback xmlns="">
          <p:pic>
            <p:nvPicPr>
              <p:cNvPr id="9" name="Ink 8">
                <a:extLst>
                  <a:ext uri="{FF2B5EF4-FFF2-40B4-BE49-F238E27FC236}">
                    <a16:creationId xmlns:a16="http://schemas.microsoft.com/office/drawing/2014/main" id="{D6FE39E2-3ACF-2519-1AEC-825E6D6DDCDA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4492584" y="2140056"/>
                <a:ext cx="219240" cy="123120"/>
              </a:xfrm>
              <a:prstGeom prst="rect">
                <a:avLst/>
              </a:prstGeom>
            </p:spPr>
          </p:pic>
        </mc:Fallback>
      </mc:AlternateContent>
      <p:grpSp>
        <p:nvGrpSpPr>
          <p:cNvPr id="12" name="Group 11">
            <a:extLst>
              <a:ext uri="{FF2B5EF4-FFF2-40B4-BE49-F238E27FC236}">
                <a16:creationId xmlns:a16="http://schemas.microsoft.com/office/drawing/2014/main" id="{8C28F1CD-5469-F6D9-6F73-87F51C17D38B}"/>
              </a:ext>
            </a:extLst>
          </p:cNvPr>
          <p:cNvGrpSpPr/>
          <p:nvPr/>
        </p:nvGrpSpPr>
        <p:grpSpPr>
          <a:xfrm>
            <a:off x="3309984" y="2164536"/>
            <a:ext cx="318600" cy="294480"/>
            <a:chOff x="3309984" y="2164536"/>
            <a:chExt cx="318600" cy="294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77FA5176-0D2E-DD63-1374-1AA74AB35711}"/>
                    </a:ext>
                  </a:extLst>
                </p14:cNvPr>
                <p14:cNvContentPartPr/>
                <p14:nvPr/>
              </p14:nvContentPartPr>
              <p14:xfrm>
                <a:off x="3309984" y="2164536"/>
                <a:ext cx="225360" cy="13068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77FA5176-0D2E-DD63-1374-1AA74AB35711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3303864" y="2158416"/>
                  <a:ext cx="237600" cy="142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2E045CCB-EB70-25D5-1073-0B4757E7A0E4}"/>
                    </a:ext>
                  </a:extLst>
                </p14:cNvPr>
                <p14:cNvContentPartPr/>
                <p14:nvPr/>
              </p14:nvContentPartPr>
              <p14:xfrm>
                <a:off x="3365064" y="2402856"/>
                <a:ext cx="360" cy="180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2E045CCB-EB70-25D5-1073-0B4757E7A0E4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3358944" y="2396736"/>
                  <a:ext cx="12600" cy="14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33314A6A-9BEF-3D80-E6A1-D5589C399FF2}"/>
                    </a:ext>
                  </a:extLst>
                </p14:cNvPr>
                <p14:cNvContentPartPr/>
                <p14:nvPr/>
              </p14:nvContentPartPr>
              <p14:xfrm>
                <a:off x="3328344" y="2303856"/>
                <a:ext cx="300240" cy="15516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33314A6A-9BEF-3D80-E6A1-D5589C399FF2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3322224" y="2297736"/>
                  <a:ext cx="312480" cy="1674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6">
            <p14:nvContentPartPr>
              <p14:cNvPr id="13" name="Ink 12">
                <a:extLst>
                  <a:ext uri="{FF2B5EF4-FFF2-40B4-BE49-F238E27FC236}">
                    <a16:creationId xmlns:a16="http://schemas.microsoft.com/office/drawing/2014/main" id="{7A3E4512-F80B-6ECC-6030-A8462E4ADE53}"/>
                  </a:ext>
                </a:extLst>
              </p14:cNvPr>
              <p14:cNvContentPartPr/>
              <p14:nvPr/>
            </p14:nvContentPartPr>
            <p14:xfrm>
              <a:off x="4553424" y="2290536"/>
              <a:ext cx="187200" cy="127440"/>
            </p14:xfrm>
          </p:contentPart>
        </mc:Choice>
        <mc:Fallback xmlns="">
          <p:pic>
            <p:nvPicPr>
              <p:cNvPr id="13" name="Ink 12">
                <a:extLst>
                  <a:ext uri="{FF2B5EF4-FFF2-40B4-BE49-F238E27FC236}">
                    <a16:creationId xmlns:a16="http://schemas.microsoft.com/office/drawing/2014/main" id="{7A3E4512-F80B-6ECC-6030-A8462E4ADE53}"/>
                  </a:ext>
                </a:extLst>
              </p:cNvPr>
              <p:cNvPicPr/>
              <p:nvPr/>
            </p:nvPicPr>
            <p:blipFill>
              <a:blip r:embed="rId17"/>
              <a:stretch>
                <a:fillRect/>
              </a:stretch>
            </p:blipFill>
            <p:spPr>
              <a:xfrm>
                <a:off x="4547304" y="2284416"/>
                <a:ext cx="199440" cy="139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8">
            <p14:nvContentPartPr>
              <p14:cNvPr id="26" name="Ink 25">
                <a:extLst>
                  <a:ext uri="{FF2B5EF4-FFF2-40B4-BE49-F238E27FC236}">
                    <a16:creationId xmlns:a16="http://schemas.microsoft.com/office/drawing/2014/main" id="{9F652514-345E-DCA4-5063-C69A74F502EA}"/>
                  </a:ext>
                </a:extLst>
              </p14:cNvPr>
              <p14:cNvContentPartPr/>
              <p14:nvPr/>
            </p14:nvContentPartPr>
            <p14:xfrm>
              <a:off x="3327984" y="2517336"/>
              <a:ext cx="322200" cy="187920"/>
            </p14:xfrm>
          </p:contentPart>
        </mc:Choice>
        <mc:Fallback xmlns="">
          <p:pic>
            <p:nvPicPr>
              <p:cNvPr id="26" name="Ink 25">
                <a:extLst>
                  <a:ext uri="{FF2B5EF4-FFF2-40B4-BE49-F238E27FC236}">
                    <a16:creationId xmlns:a16="http://schemas.microsoft.com/office/drawing/2014/main" id="{9F652514-345E-DCA4-5063-C69A74F502EA}"/>
                  </a:ext>
                </a:extLst>
              </p:cNvPr>
              <p:cNvPicPr/>
              <p:nvPr/>
            </p:nvPicPr>
            <p:blipFill>
              <a:blip r:embed="rId19"/>
              <a:stretch>
                <a:fillRect/>
              </a:stretch>
            </p:blipFill>
            <p:spPr>
              <a:xfrm>
                <a:off x="3321864" y="2511216"/>
                <a:ext cx="334440" cy="200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">
            <p14:nvContentPartPr>
              <p14:cNvPr id="28" name="Ink 27">
                <a:extLst>
                  <a:ext uri="{FF2B5EF4-FFF2-40B4-BE49-F238E27FC236}">
                    <a16:creationId xmlns:a16="http://schemas.microsoft.com/office/drawing/2014/main" id="{043485E8-33DB-0782-4E6C-AFD4C7CE8F3B}"/>
                  </a:ext>
                </a:extLst>
              </p14:cNvPr>
              <p14:cNvContentPartPr/>
              <p14:nvPr/>
            </p14:nvContentPartPr>
            <p14:xfrm>
              <a:off x="4553424" y="2547216"/>
              <a:ext cx="169200" cy="105480"/>
            </p14:xfrm>
          </p:contentPart>
        </mc:Choice>
        <mc:Fallback xmlns="">
          <p:pic>
            <p:nvPicPr>
              <p:cNvPr id="28" name="Ink 27">
                <a:extLst>
                  <a:ext uri="{FF2B5EF4-FFF2-40B4-BE49-F238E27FC236}">
                    <a16:creationId xmlns:a16="http://schemas.microsoft.com/office/drawing/2014/main" id="{043485E8-33DB-0782-4E6C-AFD4C7CE8F3B}"/>
                  </a:ext>
                </a:extLst>
              </p:cNvPr>
              <p:cNvPicPr/>
              <p:nvPr/>
            </p:nvPicPr>
            <p:blipFill>
              <a:blip r:embed="rId21"/>
              <a:stretch>
                <a:fillRect/>
              </a:stretch>
            </p:blipFill>
            <p:spPr>
              <a:xfrm>
                <a:off x="4547304" y="2541096"/>
                <a:ext cx="181440" cy="117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2">
            <p14:nvContentPartPr>
              <p14:cNvPr id="30" name="Ink 29">
                <a:extLst>
                  <a:ext uri="{FF2B5EF4-FFF2-40B4-BE49-F238E27FC236}">
                    <a16:creationId xmlns:a16="http://schemas.microsoft.com/office/drawing/2014/main" id="{21F6EF7C-30F5-A2B4-783A-2AE2DEC0FD54}"/>
                  </a:ext>
                </a:extLst>
              </p14:cNvPr>
              <p14:cNvContentPartPr/>
              <p14:nvPr/>
            </p14:nvContentPartPr>
            <p14:xfrm>
              <a:off x="3410424" y="2775456"/>
              <a:ext cx="325080" cy="106920"/>
            </p14:xfrm>
          </p:contentPart>
        </mc:Choice>
        <mc:Fallback xmlns="">
          <p:pic>
            <p:nvPicPr>
              <p:cNvPr id="30" name="Ink 29">
                <a:extLst>
                  <a:ext uri="{FF2B5EF4-FFF2-40B4-BE49-F238E27FC236}">
                    <a16:creationId xmlns:a16="http://schemas.microsoft.com/office/drawing/2014/main" id="{21F6EF7C-30F5-A2B4-783A-2AE2DEC0FD54}"/>
                  </a:ext>
                </a:extLst>
              </p:cNvPr>
              <p:cNvPicPr/>
              <p:nvPr/>
            </p:nvPicPr>
            <p:blipFill>
              <a:blip r:embed="rId23"/>
              <a:stretch>
                <a:fillRect/>
              </a:stretch>
            </p:blipFill>
            <p:spPr>
              <a:xfrm>
                <a:off x="3404304" y="2769336"/>
                <a:ext cx="337320" cy="119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4">
            <p14:nvContentPartPr>
              <p14:cNvPr id="33" name="Ink 32">
                <a:extLst>
                  <a:ext uri="{FF2B5EF4-FFF2-40B4-BE49-F238E27FC236}">
                    <a16:creationId xmlns:a16="http://schemas.microsoft.com/office/drawing/2014/main" id="{1CAAF125-F0D5-7386-E7EC-5001849B2CB9}"/>
                  </a:ext>
                </a:extLst>
              </p14:cNvPr>
              <p14:cNvContentPartPr/>
              <p14:nvPr/>
            </p14:nvContentPartPr>
            <p14:xfrm>
              <a:off x="4535064" y="2639736"/>
              <a:ext cx="290160" cy="160200"/>
            </p14:xfrm>
          </p:contentPart>
        </mc:Choice>
        <mc:Fallback xmlns="">
          <p:pic>
            <p:nvPicPr>
              <p:cNvPr id="33" name="Ink 32">
                <a:extLst>
                  <a:ext uri="{FF2B5EF4-FFF2-40B4-BE49-F238E27FC236}">
                    <a16:creationId xmlns:a16="http://schemas.microsoft.com/office/drawing/2014/main" id="{1CAAF125-F0D5-7386-E7EC-5001849B2CB9}"/>
                  </a:ext>
                </a:extLst>
              </p:cNvPr>
              <p:cNvPicPr/>
              <p:nvPr/>
            </p:nvPicPr>
            <p:blipFill>
              <a:blip r:embed="rId25"/>
              <a:stretch>
                <a:fillRect/>
              </a:stretch>
            </p:blipFill>
            <p:spPr>
              <a:xfrm>
                <a:off x="4528944" y="2633616"/>
                <a:ext cx="302400" cy="172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6">
            <p14:nvContentPartPr>
              <p14:cNvPr id="34" name="Ink 33">
                <a:extLst>
                  <a:ext uri="{FF2B5EF4-FFF2-40B4-BE49-F238E27FC236}">
                    <a16:creationId xmlns:a16="http://schemas.microsoft.com/office/drawing/2014/main" id="{DCD85764-B9C9-A6B7-8BEB-F60EA416B74B}"/>
                  </a:ext>
                </a:extLst>
              </p14:cNvPr>
              <p14:cNvContentPartPr/>
              <p14:nvPr/>
            </p14:nvContentPartPr>
            <p14:xfrm>
              <a:off x="3346704" y="2947896"/>
              <a:ext cx="222120" cy="85680"/>
            </p14:xfrm>
          </p:contentPart>
        </mc:Choice>
        <mc:Fallback xmlns="">
          <p:pic>
            <p:nvPicPr>
              <p:cNvPr id="34" name="Ink 33">
                <a:extLst>
                  <a:ext uri="{FF2B5EF4-FFF2-40B4-BE49-F238E27FC236}">
                    <a16:creationId xmlns:a16="http://schemas.microsoft.com/office/drawing/2014/main" id="{DCD85764-B9C9-A6B7-8BEB-F60EA416B74B}"/>
                  </a:ext>
                </a:extLst>
              </p:cNvPr>
              <p:cNvPicPr/>
              <p:nvPr/>
            </p:nvPicPr>
            <p:blipFill>
              <a:blip r:embed="rId27"/>
              <a:stretch>
                <a:fillRect/>
              </a:stretch>
            </p:blipFill>
            <p:spPr>
              <a:xfrm>
                <a:off x="3340584" y="2941776"/>
                <a:ext cx="234360" cy="97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8">
            <p14:nvContentPartPr>
              <p14:cNvPr id="35" name="Ink 34">
                <a:extLst>
                  <a:ext uri="{FF2B5EF4-FFF2-40B4-BE49-F238E27FC236}">
                    <a16:creationId xmlns:a16="http://schemas.microsoft.com/office/drawing/2014/main" id="{8E99E377-474F-B1A6-6A7F-B22C03DDDB79}"/>
                  </a:ext>
                </a:extLst>
              </p14:cNvPr>
              <p14:cNvContentPartPr/>
              <p14:nvPr/>
            </p14:nvContentPartPr>
            <p14:xfrm>
              <a:off x="4581144" y="2929176"/>
              <a:ext cx="100080" cy="68400"/>
            </p14:xfrm>
          </p:contentPart>
        </mc:Choice>
        <mc:Fallback xmlns="">
          <p:pic>
            <p:nvPicPr>
              <p:cNvPr id="35" name="Ink 34">
                <a:extLst>
                  <a:ext uri="{FF2B5EF4-FFF2-40B4-BE49-F238E27FC236}">
                    <a16:creationId xmlns:a16="http://schemas.microsoft.com/office/drawing/2014/main" id="{8E99E377-474F-B1A6-6A7F-B22C03DDDB79}"/>
                  </a:ext>
                </a:extLst>
              </p:cNvPr>
              <p:cNvPicPr/>
              <p:nvPr/>
            </p:nvPicPr>
            <p:blipFill>
              <a:blip r:embed="rId29"/>
              <a:stretch>
                <a:fillRect/>
              </a:stretch>
            </p:blipFill>
            <p:spPr>
              <a:xfrm>
                <a:off x="4575024" y="2923056"/>
                <a:ext cx="112320" cy="80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0">
            <p14:nvContentPartPr>
              <p14:cNvPr id="36" name="Ink 35">
                <a:extLst>
                  <a:ext uri="{FF2B5EF4-FFF2-40B4-BE49-F238E27FC236}">
                    <a16:creationId xmlns:a16="http://schemas.microsoft.com/office/drawing/2014/main" id="{F22D8FB4-B5C6-D838-99BC-626DC5FB466F}"/>
                  </a:ext>
                </a:extLst>
              </p14:cNvPr>
              <p14:cNvContentPartPr/>
              <p14:nvPr/>
            </p14:nvContentPartPr>
            <p14:xfrm>
              <a:off x="3346704" y="3085056"/>
              <a:ext cx="249840" cy="122400"/>
            </p14:xfrm>
          </p:contentPart>
        </mc:Choice>
        <mc:Fallback xmlns="">
          <p:pic>
            <p:nvPicPr>
              <p:cNvPr id="36" name="Ink 35">
                <a:extLst>
                  <a:ext uri="{FF2B5EF4-FFF2-40B4-BE49-F238E27FC236}">
                    <a16:creationId xmlns:a16="http://schemas.microsoft.com/office/drawing/2014/main" id="{F22D8FB4-B5C6-D838-99BC-626DC5FB466F}"/>
                  </a:ext>
                </a:extLst>
              </p:cNvPr>
              <p:cNvPicPr/>
              <p:nvPr/>
            </p:nvPicPr>
            <p:blipFill>
              <a:blip r:embed="rId31"/>
              <a:stretch>
                <a:fillRect/>
              </a:stretch>
            </p:blipFill>
            <p:spPr>
              <a:xfrm>
                <a:off x="3340584" y="3078936"/>
                <a:ext cx="262080" cy="134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2">
            <p14:nvContentPartPr>
              <p14:cNvPr id="41" name="Ink 40">
                <a:extLst>
                  <a:ext uri="{FF2B5EF4-FFF2-40B4-BE49-F238E27FC236}">
                    <a16:creationId xmlns:a16="http://schemas.microsoft.com/office/drawing/2014/main" id="{ABE57B94-062A-460E-759F-1F5DA2FAEFC1}"/>
                  </a:ext>
                </a:extLst>
              </p14:cNvPr>
              <p14:cNvContentPartPr/>
              <p14:nvPr/>
            </p14:nvContentPartPr>
            <p14:xfrm>
              <a:off x="4562064" y="3075336"/>
              <a:ext cx="95040" cy="116640"/>
            </p14:xfrm>
          </p:contentPart>
        </mc:Choice>
        <mc:Fallback xmlns="">
          <p:pic>
            <p:nvPicPr>
              <p:cNvPr id="41" name="Ink 40">
                <a:extLst>
                  <a:ext uri="{FF2B5EF4-FFF2-40B4-BE49-F238E27FC236}">
                    <a16:creationId xmlns:a16="http://schemas.microsoft.com/office/drawing/2014/main" id="{ABE57B94-062A-460E-759F-1F5DA2FAEFC1}"/>
                  </a:ext>
                </a:extLst>
              </p:cNvPr>
              <p:cNvPicPr/>
              <p:nvPr/>
            </p:nvPicPr>
            <p:blipFill>
              <a:blip r:embed="rId33"/>
              <a:stretch>
                <a:fillRect/>
              </a:stretch>
            </p:blipFill>
            <p:spPr>
              <a:xfrm>
                <a:off x="4555944" y="3069216"/>
                <a:ext cx="107280" cy="128880"/>
              </a:xfrm>
              <a:prstGeom prst="rect">
                <a:avLst/>
              </a:prstGeom>
            </p:spPr>
          </p:pic>
        </mc:Fallback>
      </mc:AlternateContent>
      <p:grpSp>
        <p:nvGrpSpPr>
          <p:cNvPr id="47" name="Group 46">
            <a:extLst>
              <a:ext uri="{FF2B5EF4-FFF2-40B4-BE49-F238E27FC236}">
                <a16:creationId xmlns:a16="http://schemas.microsoft.com/office/drawing/2014/main" id="{FEEEC929-7F2C-C8A6-A581-52CBFE03875E}"/>
              </a:ext>
            </a:extLst>
          </p:cNvPr>
          <p:cNvGrpSpPr/>
          <p:nvPr/>
        </p:nvGrpSpPr>
        <p:grpSpPr>
          <a:xfrm>
            <a:off x="3365064" y="3298536"/>
            <a:ext cx="298800" cy="300960"/>
            <a:chOff x="3365064" y="3298536"/>
            <a:chExt cx="298800" cy="3009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7ADF8B5D-809B-7EDF-F28E-4A1A815B1C7E}"/>
                    </a:ext>
                  </a:extLst>
                </p14:cNvPr>
                <p14:cNvContentPartPr/>
                <p14:nvPr/>
              </p14:nvContentPartPr>
              <p14:xfrm>
                <a:off x="3401424" y="3298536"/>
                <a:ext cx="171000" cy="11124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7ADF8B5D-809B-7EDF-F28E-4A1A815B1C7E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3395304" y="3292416"/>
                  <a:ext cx="183240" cy="12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1CF3F841-31AB-9B18-A80D-5D2468F07BB5}"/>
                    </a:ext>
                  </a:extLst>
                </p14:cNvPr>
                <p14:cNvContentPartPr/>
                <p14:nvPr/>
              </p14:nvContentPartPr>
              <p14:xfrm>
                <a:off x="3365064" y="3462696"/>
                <a:ext cx="298800" cy="13680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1CF3F841-31AB-9B18-A80D-5D2468F07BB5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3358944" y="3456576"/>
                  <a:ext cx="311040" cy="1490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6" name="Group 45">
            <a:extLst>
              <a:ext uri="{FF2B5EF4-FFF2-40B4-BE49-F238E27FC236}">
                <a16:creationId xmlns:a16="http://schemas.microsoft.com/office/drawing/2014/main" id="{23CDD971-54C6-9337-8A64-927002E6E96E}"/>
              </a:ext>
            </a:extLst>
          </p:cNvPr>
          <p:cNvGrpSpPr/>
          <p:nvPr/>
        </p:nvGrpSpPr>
        <p:grpSpPr>
          <a:xfrm>
            <a:off x="4516704" y="3277656"/>
            <a:ext cx="265320" cy="290520"/>
            <a:chOff x="4516704" y="3277656"/>
            <a:chExt cx="265320" cy="2905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23CC59DD-7908-7BBF-3740-68E1826E2A54}"/>
                    </a:ext>
                  </a:extLst>
                </p14:cNvPr>
                <p14:cNvContentPartPr/>
                <p14:nvPr/>
              </p14:nvContentPartPr>
              <p14:xfrm>
                <a:off x="4526064" y="3277656"/>
                <a:ext cx="132120" cy="12996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23CC59DD-7908-7BBF-3740-68E1826E2A54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4519944" y="3271536"/>
                  <a:ext cx="144360" cy="14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B3549D4F-7DB3-C6BE-BBE9-2FEF838A0008}"/>
                    </a:ext>
                  </a:extLst>
                </p14:cNvPr>
                <p14:cNvContentPartPr/>
                <p14:nvPr/>
              </p14:nvContentPartPr>
              <p14:xfrm>
                <a:off x="4516704" y="3471336"/>
                <a:ext cx="265320" cy="9684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B3549D4F-7DB3-C6BE-BBE9-2FEF838A0008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4510584" y="3465216"/>
                  <a:ext cx="277560" cy="1090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42">
            <p14:nvContentPartPr>
              <p14:cNvPr id="48" name="Ink 47">
                <a:extLst>
                  <a:ext uri="{FF2B5EF4-FFF2-40B4-BE49-F238E27FC236}">
                    <a16:creationId xmlns:a16="http://schemas.microsoft.com/office/drawing/2014/main" id="{399E5C4F-AAF5-CD82-1544-D4F4C23A9A10}"/>
                  </a:ext>
                </a:extLst>
              </p14:cNvPr>
              <p14:cNvContentPartPr/>
              <p14:nvPr/>
            </p14:nvContentPartPr>
            <p14:xfrm>
              <a:off x="3337344" y="3679056"/>
              <a:ext cx="273960" cy="141840"/>
            </p14:xfrm>
          </p:contentPart>
        </mc:Choice>
        <mc:Fallback xmlns="">
          <p:pic>
            <p:nvPicPr>
              <p:cNvPr id="48" name="Ink 47">
                <a:extLst>
                  <a:ext uri="{FF2B5EF4-FFF2-40B4-BE49-F238E27FC236}">
                    <a16:creationId xmlns:a16="http://schemas.microsoft.com/office/drawing/2014/main" id="{399E5C4F-AAF5-CD82-1544-D4F4C23A9A10}"/>
                  </a:ext>
                </a:extLst>
              </p:cNvPr>
              <p:cNvPicPr/>
              <p:nvPr/>
            </p:nvPicPr>
            <p:blipFill>
              <a:blip r:embed="rId43"/>
              <a:stretch>
                <a:fillRect/>
              </a:stretch>
            </p:blipFill>
            <p:spPr>
              <a:xfrm>
                <a:off x="3331224" y="3672936"/>
                <a:ext cx="286200" cy="154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4">
            <p14:nvContentPartPr>
              <p14:cNvPr id="50" name="Ink 49">
                <a:extLst>
                  <a:ext uri="{FF2B5EF4-FFF2-40B4-BE49-F238E27FC236}">
                    <a16:creationId xmlns:a16="http://schemas.microsoft.com/office/drawing/2014/main" id="{986E06E0-2F01-D0E2-391C-4F41413660B9}"/>
                  </a:ext>
                </a:extLst>
              </p14:cNvPr>
              <p14:cNvContentPartPr/>
              <p14:nvPr/>
            </p14:nvContentPartPr>
            <p14:xfrm>
              <a:off x="4516704" y="3651696"/>
              <a:ext cx="185760" cy="144000"/>
            </p14:xfrm>
          </p:contentPart>
        </mc:Choice>
        <mc:Fallback xmlns="">
          <p:pic>
            <p:nvPicPr>
              <p:cNvPr id="50" name="Ink 49">
                <a:extLst>
                  <a:ext uri="{FF2B5EF4-FFF2-40B4-BE49-F238E27FC236}">
                    <a16:creationId xmlns:a16="http://schemas.microsoft.com/office/drawing/2014/main" id="{986E06E0-2F01-D0E2-391C-4F41413660B9}"/>
                  </a:ext>
                </a:extLst>
              </p:cNvPr>
              <p:cNvPicPr/>
              <p:nvPr/>
            </p:nvPicPr>
            <p:blipFill>
              <a:blip r:embed="rId45"/>
              <a:stretch>
                <a:fillRect/>
              </a:stretch>
            </p:blipFill>
            <p:spPr>
              <a:xfrm>
                <a:off x="4510584" y="3645576"/>
                <a:ext cx="198000" cy="156240"/>
              </a:xfrm>
              <a:prstGeom prst="rect">
                <a:avLst/>
              </a:prstGeom>
            </p:spPr>
          </p:pic>
        </mc:Fallback>
      </mc:AlternateContent>
      <p:grpSp>
        <p:nvGrpSpPr>
          <p:cNvPr id="58" name="Group 57">
            <a:extLst>
              <a:ext uri="{FF2B5EF4-FFF2-40B4-BE49-F238E27FC236}">
                <a16:creationId xmlns:a16="http://schemas.microsoft.com/office/drawing/2014/main" id="{A7A2E118-A4C8-636D-20BC-20B4CD088512}"/>
              </a:ext>
            </a:extLst>
          </p:cNvPr>
          <p:cNvGrpSpPr/>
          <p:nvPr/>
        </p:nvGrpSpPr>
        <p:grpSpPr>
          <a:xfrm>
            <a:off x="3383064" y="3849336"/>
            <a:ext cx="337680" cy="294120"/>
            <a:chOff x="3383064" y="3849336"/>
            <a:chExt cx="337680" cy="2941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6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9DDB0422-63B7-A76D-D212-D67D0FFB5574}"/>
                    </a:ext>
                  </a:extLst>
                </p14:cNvPr>
                <p14:cNvContentPartPr/>
                <p14:nvPr/>
              </p14:nvContentPartPr>
              <p14:xfrm>
                <a:off x="3383064" y="3849336"/>
                <a:ext cx="337680" cy="145800"/>
              </p14:xfrm>
            </p:contentPart>
          </mc:Choice>
          <mc:Fallback xmlns=""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9DDB0422-63B7-A76D-D212-D67D0FFB5574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3376944" y="3843216"/>
                  <a:ext cx="349920" cy="158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B40AE281-1C7C-7BEB-BC2B-4F5A73EF886F}"/>
                    </a:ext>
                  </a:extLst>
                </p14:cNvPr>
                <p14:cNvContentPartPr/>
                <p14:nvPr/>
              </p14:nvContentPartPr>
              <p14:xfrm>
                <a:off x="3410424" y="4053816"/>
                <a:ext cx="227880" cy="89640"/>
              </p14:xfrm>
            </p:contentPart>
          </mc:Choice>
          <mc:Fallback xmlns=""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B40AE281-1C7C-7BEB-BC2B-4F5A73EF886F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3404304" y="4047696"/>
                  <a:ext cx="240120" cy="101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3" name="Group 62">
            <a:extLst>
              <a:ext uri="{FF2B5EF4-FFF2-40B4-BE49-F238E27FC236}">
                <a16:creationId xmlns:a16="http://schemas.microsoft.com/office/drawing/2014/main" id="{2B91BFBF-C84E-D645-0481-3C6803BCAB92}"/>
              </a:ext>
            </a:extLst>
          </p:cNvPr>
          <p:cNvGrpSpPr/>
          <p:nvPr/>
        </p:nvGrpSpPr>
        <p:grpSpPr>
          <a:xfrm>
            <a:off x="4535064" y="3856176"/>
            <a:ext cx="206280" cy="296640"/>
            <a:chOff x="4535064" y="3856176"/>
            <a:chExt cx="206280" cy="2966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0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939C86F4-1F83-5318-CAD8-862C8788D384}"/>
                    </a:ext>
                  </a:extLst>
                </p14:cNvPr>
                <p14:cNvContentPartPr/>
                <p14:nvPr/>
              </p14:nvContentPartPr>
              <p14:xfrm>
                <a:off x="4535064" y="3856176"/>
                <a:ext cx="189720" cy="94680"/>
              </p14:xfrm>
            </p:contentPart>
          </mc:Choice>
          <mc:Fallback xmlns=""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939C86F4-1F83-5318-CAD8-862C8788D384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4528944" y="3850056"/>
                  <a:ext cx="201960" cy="106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445B6784-98FA-713C-B423-6313B1D3C1B0}"/>
                    </a:ext>
                  </a:extLst>
                </p14:cNvPr>
                <p14:cNvContentPartPr/>
                <p14:nvPr/>
              </p14:nvContentPartPr>
              <p14:xfrm>
                <a:off x="4535064" y="4010256"/>
                <a:ext cx="206280" cy="142560"/>
              </p14:xfrm>
            </p:contentPart>
          </mc:Choice>
          <mc:Fallback xmlns=""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445B6784-98FA-713C-B423-6313B1D3C1B0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4528944" y="4004136"/>
                  <a:ext cx="218520" cy="1548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54">
            <p14:nvContentPartPr>
              <p14:cNvPr id="65" name="Ink 64">
                <a:extLst>
                  <a:ext uri="{FF2B5EF4-FFF2-40B4-BE49-F238E27FC236}">
                    <a16:creationId xmlns:a16="http://schemas.microsoft.com/office/drawing/2014/main" id="{58BA72A4-2627-2442-283D-8AA6617D4F0E}"/>
                  </a:ext>
                </a:extLst>
              </p14:cNvPr>
              <p14:cNvContentPartPr/>
              <p14:nvPr/>
            </p14:nvContentPartPr>
            <p14:xfrm>
              <a:off x="3374064" y="4249656"/>
              <a:ext cx="171360" cy="80280"/>
            </p14:xfrm>
          </p:contentPart>
        </mc:Choice>
        <mc:Fallback xmlns="">
          <p:pic>
            <p:nvPicPr>
              <p:cNvPr id="65" name="Ink 64">
                <a:extLst>
                  <a:ext uri="{FF2B5EF4-FFF2-40B4-BE49-F238E27FC236}">
                    <a16:creationId xmlns:a16="http://schemas.microsoft.com/office/drawing/2014/main" id="{58BA72A4-2627-2442-283D-8AA6617D4F0E}"/>
                  </a:ext>
                </a:extLst>
              </p:cNvPr>
              <p:cNvPicPr/>
              <p:nvPr/>
            </p:nvPicPr>
            <p:blipFill>
              <a:blip r:embed="rId55"/>
              <a:stretch>
                <a:fillRect/>
              </a:stretch>
            </p:blipFill>
            <p:spPr>
              <a:xfrm>
                <a:off x="3367944" y="4243536"/>
                <a:ext cx="183600" cy="92520"/>
              </a:xfrm>
              <a:prstGeom prst="rect">
                <a:avLst/>
              </a:prstGeom>
            </p:spPr>
          </p:pic>
        </mc:Fallback>
      </mc:AlternateContent>
      <p:grpSp>
        <p:nvGrpSpPr>
          <p:cNvPr id="68" name="Group 67">
            <a:extLst>
              <a:ext uri="{FF2B5EF4-FFF2-40B4-BE49-F238E27FC236}">
                <a16:creationId xmlns:a16="http://schemas.microsoft.com/office/drawing/2014/main" id="{3BFED6BC-3A69-4DF9-39D5-8D0E7FD3F7CF}"/>
              </a:ext>
            </a:extLst>
          </p:cNvPr>
          <p:cNvGrpSpPr/>
          <p:nvPr/>
        </p:nvGrpSpPr>
        <p:grpSpPr>
          <a:xfrm>
            <a:off x="3354624" y="4422816"/>
            <a:ext cx="249480" cy="279720"/>
            <a:chOff x="3354624" y="4422816"/>
            <a:chExt cx="249480" cy="2797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6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3D74E0A9-90DF-8C82-AFFE-370C5D3883A9}"/>
                    </a:ext>
                  </a:extLst>
                </p14:cNvPr>
                <p14:cNvContentPartPr/>
                <p14:nvPr/>
              </p14:nvContentPartPr>
              <p14:xfrm>
                <a:off x="3373704" y="4422816"/>
                <a:ext cx="170640" cy="104400"/>
              </p14:xfrm>
            </p:contentPart>
          </mc:Choice>
          <mc:Fallback xmlns=""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3D74E0A9-90DF-8C82-AFFE-370C5D3883A9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3367584" y="4416696"/>
                  <a:ext cx="182880" cy="116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7CA93CB5-2491-D697-A4DB-9996F6B95B09}"/>
                    </a:ext>
                  </a:extLst>
                </p14:cNvPr>
                <p14:cNvContentPartPr/>
                <p14:nvPr/>
              </p14:nvContentPartPr>
              <p14:xfrm>
                <a:off x="3354624" y="4579416"/>
                <a:ext cx="249480" cy="123120"/>
              </p14:xfrm>
            </p:contentPart>
          </mc:Choice>
          <mc:Fallback xmlns=""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7CA93CB5-2491-D697-A4DB-9996F6B95B09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3348504" y="4573296"/>
                  <a:ext cx="261720" cy="1353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60">
            <p14:nvContentPartPr>
              <p14:cNvPr id="69" name="Ink 68">
                <a:extLst>
                  <a:ext uri="{FF2B5EF4-FFF2-40B4-BE49-F238E27FC236}">
                    <a16:creationId xmlns:a16="http://schemas.microsoft.com/office/drawing/2014/main" id="{5FDBC214-75A0-A423-406A-37F14F33ED5C}"/>
                  </a:ext>
                </a:extLst>
              </p14:cNvPr>
              <p14:cNvContentPartPr/>
              <p14:nvPr/>
            </p14:nvContentPartPr>
            <p14:xfrm>
              <a:off x="3346704" y="4798296"/>
              <a:ext cx="306000" cy="172080"/>
            </p14:xfrm>
          </p:contentPart>
        </mc:Choice>
        <mc:Fallback xmlns="">
          <p:pic>
            <p:nvPicPr>
              <p:cNvPr id="69" name="Ink 68">
                <a:extLst>
                  <a:ext uri="{FF2B5EF4-FFF2-40B4-BE49-F238E27FC236}">
                    <a16:creationId xmlns:a16="http://schemas.microsoft.com/office/drawing/2014/main" id="{5FDBC214-75A0-A423-406A-37F14F33ED5C}"/>
                  </a:ext>
                </a:extLst>
              </p:cNvPr>
              <p:cNvPicPr/>
              <p:nvPr/>
            </p:nvPicPr>
            <p:blipFill>
              <a:blip r:embed="rId61"/>
              <a:stretch>
                <a:fillRect/>
              </a:stretch>
            </p:blipFill>
            <p:spPr>
              <a:xfrm>
                <a:off x="3340584" y="4792176"/>
                <a:ext cx="318240" cy="184320"/>
              </a:xfrm>
              <a:prstGeom prst="rect">
                <a:avLst/>
              </a:prstGeom>
            </p:spPr>
          </p:pic>
        </mc:Fallback>
      </mc:AlternateContent>
      <p:grpSp>
        <p:nvGrpSpPr>
          <p:cNvPr id="74" name="Group 73">
            <a:extLst>
              <a:ext uri="{FF2B5EF4-FFF2-40B4-BE49-F238E27FC236}">
                <a16:creationId xmlns:a16="http://schemas.microsoft.com/office/drawing/2014/main" id="{A8FD34AD-323F-B41F-4AAE-A72DF98D2BC2}"/>
              </a:ext>
            </a:extLst>
          </p:cNvPr>
          <p:cNvGrpSpPr/>
          <p:nvPr/>
        </p:nvGrpSpPr>
        <p:grpSpPr>
          <a:xfrm>
            <a:off x="4526064" y="4249296"/>
            <a:ext cx="250920" cy="533520"/>
            <a:chOff x="4526064" y="4249296"/>
            <a:chExt cx="250920" cy="5335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2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A3AC5B7E-866A-5691-B75A-78136F3F8AEB}"/>
                    </a:ext>
                  </a:extLst>
                </p14:cNvPr>
                <p14:cNvContentPartPr/>
                <p14:nvPr/>
              </p14:nvContentPartPr>
              <p14:xfrm>
                <a:off x="4526064" y="4249296"/>
                <a:ext cx="216360" cy="111960"/>
              </p14:xfrm>
            </p:contentPart>
          </mc:Choice>
          <mc:Fallback xmlns=""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A3AC5B7E-866A-5691-B75A-78136F3F8AEB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4519944" y="4243176"/>
                  <a:ext cx="228600" cy="12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5EC76C64-C66A-DD0F-01BC-299CFAE6BC54}"/>
                    </a:ext>
                  </a:extLst>
                </p14:cNvPr>
                <p14:cNvContentPartPr/>
                <p14:nvPr/>
              </p14:nvContentPartPr>
              <p14:xfrm>
                <a:off x="4534704" y="4422096"/>
                <a:ext cx="180360" cy="148320"/>
              </p14:xfrm>
            </p:contentPart>
          </mc:Choice>
          <mc:Fallback xmlns=""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5EC76C64-C66A-DD0F-01BC-299CFAE6BC54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4528584" y="4415976"/>
                  <a:ext cx="192600" cy="160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DC75B0DF-A419-8757-0E3F-7CE3D343D29E}"/>
                    </a:ext>
                  </a:extLst>
                </p14:cNvPr>
                <p14:cNvContentPartPr/>
                <p14:nvPr/>
              </p14:nvContentPartPr>
              <p14:xfrm>
                <a:off x="4552704" y="4627656"/>
                <a:ext cx="224280" cy="155160"/>
              </p14:xfrm>
            </p:contentPart>
          </mc:Choice>
          <mc:Fallback xmlns=""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DC75B0DF-A419-8757-0E3F-7CE3D343D29E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4546584" y="4621536"/>
                  <a:ext cx="236520" cy="1674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68">
            <p14:nvContentPartPr>
              <p14:cNvPr id="75" name="Ink 74">
                <a:extLst>
                  <a:ext uri="{FF2B5EF4-FFF2-40B4-BE49-F238E27FC236}">
                    <a16:creationId xmlns:a16="http://schemas.microsoft.com/office/drawing/2014/main" id="{1DEE4730-E246-85DF-696F-560E0E95314D}"/>
                  </a:ext>
                </a:extLst>
              </p14:cNvPr>
              <p14:cNvContentPartPr/>
              <p14:nvPr/>
            </p14:nvContentPartPr>
            <p14:xfrm>
              <a:off x="4498704" y="4891896"/>
              <a:ext cx="247680" cy="58320"/>
            </p14:xfrm>
          </p:contentPart>
        </mc:Choice>
        <mc:Fallback xmlns="">
          <p:pic>
            <p:nvPicPr>
              <p:cNvPr id="75" name="Ink 74">
                <a:extLst>
                  <a:ext uri="{FF2B5EF4-FFF2-40B4-BE49-F238E27FC236}">
                    <a16:creationId xmlns:a16="http://schemas.microsoft.com/office/drawing/2014/main" id="{1DEE4730-E246-85DF-696F-560E0E95314D}"/>
                  </a:ext>
                </a:extLst>
              </p:cNvPr>
              <p:cNvPicPr/>
              <p:nvPr/>
            </p:nvPicPr>
            <p:blipFill>
              <a:blip r:embed="rId69"/>
              <a:stretch>
                <a:fillRect/>
              </a:stretch>
            </p:blipFill>
            <p:spPr>
              <a:xfrm>
                <a:off x="4492584" y="4885776"/>
                <a:ext cx="259920" cy="70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0">
            <p14:nvContentPartPr>
              <p14:cNvPr id="76" name="Ink 75">
                <a:extLst>
                  <a:ext uri="{FF2B5EF4-FFF2-40B4-BE49-F238E27FC236}">
                    <a16:creationId xmlns:a16="http://schemas.microsoft.com/office/drawing/2014/main" id="{4BC8900D-2E3E-A62D-B3C3-ACBDE025BB03}"/>
                  </a:ext>
                </a:extLst>
              </p14:cNvPr>
              <p14:cNvContentPartPr/>
              <p14:nvPr/>
            </p14:nvContentPartPr>
            <p14:xfrm>
              <a:off x="3410424" y="4971816"/>
              <a:ext cx="253080" cy="122760"/>
            </p14:xfrm>
          </p:contentPart>
        </mc:Choice>
        <mc:Fallback xmlns="">
          <p:pic>
            <p:nvPicPr>
              <p:cNvPr id="76" name="Ink 75">
                <a:extLst>
                  <a:ext uri="{FF2B5EF4-FFF2-40B4-BE49-F238E27FC236}">
                    <a16:creationId xmlns:a16="http://schemas.microsoft.com/office/drawing/2014/main" id="{4BC8900D-2E3E-A62D-B3C3-ACBDE025BB03}"/>
                  </a:ext>
                </a:extLst>
              </p:cNvPr>
              <p:cNvPicPr/>
              <p:nvPr/>
            </p:nvPicPr>
            <p:blipFill>
              <a:blip r:embed="rId71"/>
              <a:stretch>
                <a:fillRect/>
              </a:stretch>
            </p:blipFill>
            <p:spPr>
              <a:xfrm>
                <a:off x="3404304" y="4965696"/>
                <a:ext cx="265320" cy="135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2">
            <p14:nvContentPartPr>
              <p14:cNvPr id="77" name="Ink 76">
                <a:extLst>
                  <a:ext uri="{FF2B5EF4-FFF2-40B4-BE49-F238E27FC236}">
                    <a16:creationId xmlns:a16="http://schemas.microsoft.com/office/drawing/2014/main" id="{29317E15-C755-E268-3ED4-3501F829973D}"/>
                  </a:ext>
                </a:extLst>
              </p14:cNvPr>
              <p14:cNvContentPartPr/>
              <p14:nvPr/>
            </p14:nvContentPartPr>
            <p14:xfrm>
              <a:off x="4507704" y="4970736"/>
              <a:ext cx="270360" cy="167400"/>
            </p14:xfrm>
          </p:contentPart>
        </mc:Choice>
        <mc:Fallback xmlns="">
          <p:pic>
            <p:nvPicPr>
              <p:cNvPr id="77" name="Ink 76">
                <a:extLst>
                  <a:ext uri="{FF2B5EF4-FFF2-40B4-BE49-F238E27FC236}">
                    <a16:creationId xmlns:a16="http://schemas.microsoft.com/office/drawing/2014/main" id="{29317E15-C755-E268-3ED4-3501F829973D}"/>
                  </a:ext>
                </a:extLst>
              </p:cNvPr>
              <p:cNvPicPr/>
              <p:nvPr/>
            </p:nvPicPr>
            <p:blipFill>
              <a:blip r:embed="rId73"/>
              <a:stretch>
                <a:fillRect/>
              </a:stretch>
            </p:blipFill>
            <p:spPr>
              <a:xfrm>
                <a:off x="4501584" y="4964616"/>
                <a:ext cx="282600" cy="179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4">
            <p14:nvContentPartPr>
              <p14:cNvPr id="78" name="Ink 77">
                <a:extLst>
                  <a:ext uri="{FF2B5EF4-FFF2-40B4-BE49-F238E27FC236}">
                    <a16:creationId xmlns:a16="http://schemas.microsoft.com/office/drawing/2014/main" id="{DC0290B2-8F4A-8102-2C64-D11E5DA12B1E}"/>
                  </a:ext>
                </a:extLst>
              </p14:cNvPr>
              <p14:cNvContentPartPr/>
              <p14:nvPr/>
            </p14:nvContentPartPr>
            <p14:xfrm>
              <a:off x="3346344" y="5183856"/>
              <a:ext cx="200520" cy="141840"/>
            </p14:xfrm>
          </p:contentPart>
        </mc:Choice>
        <mc:Fallback xmlns="">
          <p:pic>
            <p:nvPicPr>
              <p:cNvPr id="78" name="Ink 77">
                <a:extLst>
                  <a:ext uri="{FF2B5EF4-FFF2-40B4-BE49-F238E27FC236}">
                    <a16:creationId xmlns:a16="http://schemas.microsoft.com/office/drawing/2014/main" id="{DC0290B2-8F4A-8102-2C64-D11E5DA12B1E}"/>
                  </a:ext>
                </a:extLst>
              </p:cNvPr>
              <p:cNvPicPr/>
              <p:nvPr/>
            </p:nvPicPr>
            <p:blipFill>
              <a:blip r:embed="rId75"/>
              <a:stretch>
                <a:fillRect/>
              </a:stretch>
            </p:blipFill>
            <p:spPr>
              <a:xfrm>
                <a:off x="3340224" y="5177736"/>
                <a:ext cx="212760" cy="154080"/>
              </a:xfrm>
              <a:prstGeom prst="rect">
                <a:avLst/>
              </a:prstGeom>
            </p:spPr>
          </p:pic>
        </mc:Fallback>
      </mc:AlternateContent>
      <p:grpSp>
        <p:nvGrpSpPr>
          <p:cNvPr id="84" name="Group 83">
            <a:extLst>
              <a:ext uri="{FF2B5EF4-FFF2-40B4-BE49-F238E27FC236}">
                <a16:creationId xmlns:a16="http://schemas.microsoft.com/office/drawing/2014/main" id="{58684BF6-1363-6C3E-518C-55233E604A28}"/>
              </a:ext>
            </a:extLst>
          </p:cNvPr>
          <p:cNvGrpSpPr/>
          <p:nvPr/>
        </p:nvGrpSpPr>
        <p:grpSpPr>
          <a:xfrm>
            <a:off x="4498704" y="5223816"/>
            <a:ext cx="298800" cy="493560"/>
            <a:chOff x="4498704" y="5223816"/>
            <a:chExt cx="298800" cy="4935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6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F0804EDF-C1E8-B2F9-3B26-9E62397E92F2}"/>
                    </a:ext>
                  </a:extLst>
                </p14:cNvPr>
                <p14:cNvContentPartPr/>
                <p14:nvPr/>
              </p14:nvContentPartPr>
              <p14:xfrm>
                <a:off x="4498704" y="5223816"/>
                <a:ext cx="212760" cy="81720"/>
              </p14:xfrm>
            </p:contentPart>
          </mc:Choice>
          <mc:Fallback xmlns=""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F0804EDF-C1E8-B2F9-3B26-9E62397E92F2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4492584" y="5217696"/>
                  <a:ext cx="225000" cy="93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A1000A1A-42FA-09FB-FA4E-3B09C3F2E604}"/>
                    </a:ext>
                  </a:extLst>
                </p14:cNvPr>
                <p14:cNvContentPartPr/>
                <p14:nvPr/>
              </p14:nvContentPartPr>
              <p14:xfrm>
                <a:off x="4524984" y="5352696"/>
                <a:ext cx="214560" cy="167040"/>
              </p14:xfrm>
            </p:contentPart>
          </mc:Choice>
          <mc:Fallback xmlns=""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A1000A1A-42FA-09FB-FA4E-3B09C3F2E604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4518864" y="5346576"/>
                  <a:ext cx="226800" cy="179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0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5F4A4708-4D0C-C17B-146B-DA63A4AE8A0F}"/>
                    </a:ext>
                  </a:extLst>
                </p14:cNvPr>
                <p14:cNvContentPartPr/>
                <p14:nvPr/>
              </p14:nvContentPartPr>
              <p14:xfrm>
                <a:off x="4526064" y="5575176"/>
                <a:ext cx="271440" cy="142200"/>
              </p14:xfrm>
            </p:contentPart>
          </mc:Choice>
          <mc:Fallback xmlns=""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5F4A4708-4D0C-C17B-146B-DA63A4AE8A0F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4519944" y="5569056"/>
                  <a:ext cx="283680" cy="1544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82">
            <p14:nvContentPartPr>
              <p14:cNvPr id="89" name="Ink 88">
                <a:extLst>
                  <a:ext uri="{FF2B5EF4-FFF2-40B4-BE49-F238E27FC236}">
                    <a16:creationId xmlns:a16="http://schemas.microsoft.com/office/drawing/2014/main" id="{C64689FB-B8FE-F6F7-9399-C1AA19AE690B}"/>
                  </a:ext>
                </a:extLst>
              </p14:cNvPr>
              <p14:cNvContentPartPr/>
              <p14:nvPr/>
            </p14:nvContentPartPr>
            <p14:xfrm>
              <a:off x="4516704" y="5771016"/>
              <a:ext cx="147240" cy="113760"/>
            </p14:xfrm>
          </p:contentPart>
        </mc:Choice>
        <mc:Fallback xmlns="">
          <p:pic>
            <p:nvPicPr>
              <p:cNvPr id="89" name="Ink 88">
                <a:extLst>
                  <a:ext uri="{FF2B5EF4-FFF2-40B4-BE49-F238E27FC236}">
                    <a16:creationId xmlns:a16="http://schemas.microsoft.com/office/drawing/2014/main" id="{C64689FB-B8FE-F6F7-9399-C1AA19AE690B}"/>
                  </a:ext>
                </a:extLst>
              </p:cNvPr>
              <p:cNvPicPr/>
              <p:nvPr/>
            </p:nvPicPr>
            <p:blipFill>
              <a:blip r:embed="rId83"/>
              <a:stretch>
                <a:fillRect/>
              </a:stretch>
            </p:blipFill>
            <p:spPr>
              <a:xfrm>
                <a:off x="4510584" y="5764896"/>
                <a:ext cx="159480" cy="126000"/>
              </a:xfrm>
              <a:prstGeom prst="rect">
                <a:avLst/>
              </a:prstGeom>
            </p:spPr>
          </p:pic>
        </mc:Fallback>
      </mc:AlternateContent>
      <p:grpSp>
        <p:nvGrpSpPr>
          <p:cNvPr id="91" name="Group 90">
            <a:extLst>
              <a:ext uri="{FF2B5EF4-FFF2-40B4-BE49-F238E27FC236}">
                <a16:creationId xmlns:a16="http://schemas.microsoft.com/office/drawing/2014/main" id="{C3E7F27F-F548-9BF7-552E-908125050468}"/>
              </a:ext>
            </a:extLst>
          </p:cNvPr>
          <p:cNvGrpSpPr/>
          <p:nvPr/>
        </p:nvGrpSpPr>
        <p:grpSpPr>
          <a:xfrm>
            <a:off x="3374064" y="5364936"/>
            <a:ext cx="408960" cy="689040"/>
            <a:chOff x="3374064" y="5364936"/>
            <a:chExt cx="408960" cy="6890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84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DAE7531F-962B-9E24-2ABF-EFD0260461E3}"/>
                    </a:ext>
                  </a:extLst>
                </p14:cNvPr>
                <p14:cNvContentPartPr/>
                <p14:nvPr/>
              </p14:nvContentPartPr>
              <p14:xfrm>
                <a:off x="3456144" y="5364936"/>
                <a:ext cx="189000" cy="112680"/>
              </p14:xfrm>
            </p:contentPart>
          </mc:Choice>
          <mc:Fallback xmlns=""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DAE7531F-962B-9E24-2ABF-EFD0260461E3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3450024" y="5358816"/>
                  <a:ext cx="201240" cy="124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6">
              <p14:nvContentPartPr>
                <p14:cNvPr id="82" name="Ink 81">
                  <a:extLst>
                    <a:ext uri="{FF2B5EF4-FFF2-40B4-BE49-F238E27FC236}">
                      <a16:creationId xmlns:a16="http://schemas.microsoft.com/office/drawing/2014/main" id="{F961A71F-6597-81C6-7AD4-C973B4F6B66D}"/>
                    </a:ext>
                  </a:extLst>
                </p14:cNvPr>
                <p14:cNvContentPartPr/>
                <p14:nvPr/>
              </p14:nvContentPartPr>
              <p14:xfrm>
                <a:off x="3410424" y="5542776"/>
                <a:ext cx="275760" cy="133560"/>
              </p14:xfrm>
            </p:contentPart>
          </mc:Choice>
          <mc:Fallback xmlns="">
            <p:pic>
              <p:nvPicPr>
                <p:cNvPr id="82" name="Ink 81">
                  <a:extLst>
                    <a:ext uri="{FF2B5EF4-FFF2-40B4-BE49-F238E27FC236}">
                      <a16:creationId xmlns:a16="http://schemas.microsoft.com/office/drawing/2014/main" id="{F961A71F-6597-81C6-7AD4-C973B4F6B66D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3404304" y="5536656"/>
                  <a:ext cx="288000" cy="14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8">
              <p14:nvContentPartPr>
                <p14:cNvPr id="86" name="Ink 85">
                  <a:extLst>
                    <a:ext uri="{FF2B5EF4-FFF2-40B4-BE49-F238E27FC236}">
                      <a16:creationId xmlns:a16="http://schemas.microsoft.com/office/drawing/2014/main" id="{0958C6A8-4BED-5952-84A6-B5C38DF7E21D}"/>
                    </a:ext>
                  </a:extLst>
                </p14:cNvPr>
                <p14:cNvContentPartPr/>
                <p14:nvPr/>
              </p14:nvContentPartPr>
              <p14:xfrm>
                <a:off x="3392064" y="5801976"/>
                <a:ext cx="276480" cy="98280"/>
              </p14:xfrm>
            </p:contentPart>
          </mc:Choice>
          <mc:Fallback xmlns="">
            <p:pic>
              <p:nvPicPr>
                <p:cNvPr id="86" name="Ink 85">
                  <a:extLst>
                    <a:ext uri="{FF2B5EF4-FFF2-40B4-BE49-F238E27FC236}">
                      <a16:creationId xmlns:a16="http://schemas.microsoft.com/office/drawing/2014/main" id="{0958C6A8-4BED-5952-84A6-B5C38DF7E21D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3385944" y="5795856"/>
                  <a:ext cx="288720" cy="110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0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B98385E1-DC43-24F0-DDFF-CE8C3C8FC56F}"/>
                    </a:ext>
                  </a:extLst>
                </p14:cNvPr>
                <p14:cNvContentPartPr/>
                <p14:nvPr/>
              </p14:nvContentPartPr>
              <p14:xfrm>
                <a:off x="3374064" y="5730696"/>
                <a:ext cx="408960" cy="155160"/>
              </p14:xfrm>
            </p:contentPart>
          </mc:Choice>
          <mc:Fallback xmlns=""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B98385E1-DC43-24F0-DDFF-CE8C3C8FC56F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3367944" y="5724576"/>
                  <a:ext cx="421200" cy="167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2">
              <p14:nvContentPartPr>
                <p14:cNvPr id="90" name="Ink 89">
                  <a:extLst>
                    <a:ext uri="{FF2B5EF4-FFF2-40B4-BE49-F238E27FC236}">
                      <a16:creationId xmlns:a16="http://schemas.microsoft.com/office/drawing/2014/main" id="{A819A229-E95F-CBFF-EAEB-26A933A46396}"/>
                    </a:ext>
                  </a:extLst>
                </p14:cNvPr>
                <p14:cNvContentPartPr/>
                <p14:nvPr/>
              </p14:nvContentPartPr>
              <p14:xfrm>
                <a:off x="3410424" y="5941656"/>
                <a:ext cx="191520" cy="112320"/>
              </p14:xfrm>
            </p:contentPart>
          </mc:Choice>
          <mc:Fallback xmlns="">
            <p:pic>
              <p:nvPicPr>
                <p:cNvPr id="90" name="Ink 89">
                  <a:extLst>
                    <a:ext uri="{FF2B5EF4-FFF2-40B4-BE49-F238E27FC236}">
                      <a16:creationId xmlns:a16="http://schemas.microsoft.com/office/drawing/2014/main" id="{A819A229-E95F-CBFF-EAEB-26A933A46396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3404304" y="5935536"/>
                  <a:ext cx="203760" cy="1245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94">
            <p14:nvContentPartPr>
              <p14:cNvPr id="92" name="Ink 91">
                <a:extLst>
                  <a:ext uri="{FF2B5EF4-FFF2-40B4-BE49-F238E27FC236}">
                    <a16:creationId xmlns:a16="http://schemas.microsoft.com/office/drawing/2014/main" id="{51734DE4-32F4-3C5E-C9EA-CF2EF58AD3B1}"/>
                  </a:ext>
                </a:extLst>
              </p14:cNvPr>
              <p14:cNvContentPartPr/>
              <p14:nvPr/>
            </p14:nvContentPartPr>
            <p14:xfrm>
              <a:off x="4553424" y="5946336"/>
              <a:ext cx="203760" cy="138960"/>
            </p14:xfrm>
          </p:contentPart>
        </mc:Choice>
        <mc:Fallback xmlns="">
          <p:pic>
            <p:nvPicPr>
              <p:cNvPr id="92" name="Ink 91">
                <a:extLst>
                  <a:ext uri="{FF2B5EF4-FFF2-40B4-BE49-F238E27FC236}">
                    <a16:creationId xmlns:a16="http://schemas.microsoft.com/office/drawing/2014/main" id="{51734DE4-32F4-3C5E-C9EA-CF2EF58AD3B1}"/>
                  </a:ext>
                </a:extLst>
              </p:cNvPr>
              <p:cNvPicPr/>
              <p:nvPr/>
            </p:nvPicPr>
            <p:blipFill>
              <a:blip r:embed="rId95"/>
              <a:stretch>
                <a:fillRect/>
              </a:stretch>
            </p:blipFill>
            <p:spPr>
              <a:xfrm>
                <a:off x="4547304" y="5940216"/>
                <a:ext cx="216000" cy="151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6">
            <p14:nvContentPartPr>
              <p14:cNvPr id="94" name="Ink 93">
                <a:extLst>
                  <a:ext uri="{FF2B5EF4-FFF2-40B4-BE49-F238E27FC236}">
                    <a16:creationId xmlns:a16="http://schemas.microsoft.com/office/drawing/2014/main" id="{9B469F49-E5EC-1AB7-3C2B-05402C91325C}"/>
                  </a:ext>
                </a:extLst>
              </p14:cNvPr>
              <p14:cNvContentPartPr/>
              <p14:nvPr/>
            </p14:nvContentPartPr>
            <p14:xfrm>
              <a:off x="4571784" y="6111216"/>
              <a:ext cx="230400" cy="142200"/>
            </p14:xfrm>
          </p:contentPart>
        </mc:Choice>
        <mc:Fallback xmlns="">
          <p:pic>
            <p:nvPicPr>
              <p:cNvPr id="94" name="Ink 93">
                <a:extLst>
                  <a:ext uri="{FF2B5EF4-FFF2-40B4-BE49-F238E27FC236}">
                    <a16:creationId xmlns:a16="http://schemas.microsoft.com/office/drawing/2014/main" id="{9B469F49-E5EC-1AB7-3C2B-05402C91325C}"/>
                  </a:ext>
                </a:extLst>
              </p:cNvPr>
              <p:cNvPicPr/>
              <p:nvPr/>
            </p:nvPicPr>
            <p:blipFill>
              <a:blip r:embed="rId97"/>
              <a:stretch>
                <a:fillRect/>
              </a:stretch>
            </p:blipFill>
            <p:spPr>
              <a:xfrm>
                <a:off x="4565664" y="6105096"/>
                <a:ext cx="242640" cy="154440"/>
              </a:xfrm>
              <a:prstGeom prst="rect">
                <a:avLst/>
              </a:prstGeom>
            </p:spPr>
          </p:pic>
        </mc:Fallback>
      </mc:AlternateContent>
      <p:grpSp>
        <p:nvGrpSpPr>
          <p:cNvPr id="96" name="Group 95">
            <a:extLst>
              <a:ext uri="{FF2B5EF4-FFF2-40B4-BE49-F238E27FC236}">
                <a16:creationId xmlns:a16="http://schemas.microsoft.com/office/drawing/2014/main" id="{EB1766DE-4408-61AA-3C18-666FCCAB1935}"/>
              </a:ext>
            </a:extLst>
          </p:cNvPr>
          <p:cNvGrpSpPr/>
          <p:nvPr/>
        </p:nvGrpSpPr>
        <p:grpSpPr>
          <a:xfrm>
            <a:off x="3401424" y="6178536"/>
            <a:ext cx="298080" cy="268200"/>
            <a:chOff x="3401424" y="6178536"/>
            <a:chExt cx="298080" cy="2682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98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0982053D-A999-FEC6-FA42-EC8D3FA2A49C}"/>
                    </a:ext>
                  </a:extLst>
                </p14:cNvPr>
                <p14:cNvContentPartPr/>
                <p14:nvPr/>
              </p14:nvContentPartPr>
              <p14:xfrm>
                <a:off x="3428784" y="6178536"/>
                <a:ext cx="116280" cy="80640"/>
              </p14:xfrm>
            </p:contentPart>
          </mc:Choice>
          <mc:Fallback xmlns=""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0982053D-A999-FEC6-FA42-EC8D3FA2A49C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3422664" y="6172416"/>
                  <a:ext cx="128520" cy="92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0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27C7D626-7A90-5460-F587-944374BB4EE8}"/>
                    </a:ext>
                  </a:extLst>
                </p14:cNvPr>
                <p14:cNvContentPartPr/>
                <p14:nvPr/>
              </p14:nvContentPartPr>
              <p14:xfrm>
                <a:off x="3401424" y="6305976"/>
                <a:ext cx="298080" cy="140760"/>
              </p14:xfrm>
            </p:contentPart>
          </mc:Choice>
          <mc:Fallback xmlns=""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27C7D626-7A90-5460-F587-944374BB4EE8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3395304" y="6299856"/>
                  <a:ext cx="310320" cy="1530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02">
            <p14:nvContentPartPr>
              <p14:cNvPr id="97" name="Ink 96">
                <a:extLst>
                  <a:ext uri="{FF2B5EF4-FFF2-40B4-BE49-F238E27FC236}">
                    <a16:creationId xmlns:a16="http://schemas.microsoft.com/office/drawing/2014/main" id="{F794D7AB-7F76-8D21-3142-7F02DD5F05A3}"/>
                  </a:ext>
                </a:extLst>
              </p14:cNvPr>
              <p14:cNvContentPartPr/>
              <p14:nvPr/>
            </p14:nvContentPartPr>
            <p14:xfrm>
              <a:off x="4571784" y="6370776"/>
              <a:ext cx="253440" cy="105480"/>
            </p14:xfrm>
          </p:contentPart>
        </mc:Choice>
        <mc:Fallback xmlns="">
          <p:pic>
            <p:nvPicPr>
              <p:cNvPr id="97" name="Ink 96">
                <a:extLst>
                  <a:ext uri="{FF2B5EF4-FFF2-40B4-BE49-F238E27FC236}">
                    <a16:creationId xmlns:a16="http://schemas.microsoft.com/office/drawing/2014/main" id="{F794D7AB-7F76-8D21-3142-7F02DD5F05A3}"/>
                  </a:ext>
                </a:extLst>
              </p:cNvPr>
              <p:cNvPicPr/>
              <p:nvPr/>
            </p:nvPicPr>
            <p:blipFill>
              <a:blip r:embed="rId103"/>
              <a:stretch>
                <a:fillRect/>
              </a:stretch>
            </p:blipFill>
            <p:spPr>
              <a:xfrm>
                <a:off x="4565664" y="6364656"/>
                <a:ext cx="265680" cy="11772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6384908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alpha val="96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>
            <a:extLst>
              <a:ext uri="{FF2B5EF4-FFF2-40B4-BE49-F238E27FC236}">
                <a16:creationId xmlns:a16="http://schemas.microsoft.com/office/drawing/2014/main" id="{27427488-068E-4B55-AC8D-CD070B8CD46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6CEC401A-BC46-41FC-AD55-F7810C3CFA9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1" y="-1"/>
            <a:ext cx="12191999" cy="4267200"/>
            <a:chOff x="7467600" y="0"/>
            <a:chExt cx="4724400" cy="6858000"/>
          </a:xfrm>
        </p:grpSpPr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A287F808-5648-477A-80D6-A0F3BF6DF3C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7467600" y="0"/>
              <a:ext cx="4724400" cy="6858000"/>
            </a:xfrm>
            <a:prstGeom prst="rect">
              <a:avLst/>
            </a:prstGeom>
            <a:solidFill>
              <a:schemeClr val="accent5">
                <a:alpha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0A116CF9-DCF6-4F08-B01A-D5F353F83B1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7467600" y="0"/>
              <a:ext cx="4724400" cy="6858000"/>
            </a:xfrm>
            <a:prstGeom prst="rect">
              <a:avLst/>
            </a:prstGeom>
            <a:solidFill>
              <a:schemeClr val="accent6">
                <a:lumMod val="20000"/>
                <a:lumOff val="80000"/>
                <a:alpha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44D26783-C1CA-4BE1-9D40-3EA516AE3E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4267200"/>
          </a:xfrm>
          <a:custGeom>
            <a:avLst/>
            <a:gdLst>
              <a:gd name="connsiteX0" fmla="*/ 2537169 w 12192000"/>
              <a:gd name="connsiteY0" fmla="*/ 4125568 h 4267200"/>
              <a:gd name="connsiteX1" fmla="*/ 3246267 w 12192000"/>
              <a:gd name="connsiteY1" fmla="*/ 4262961 h 4267200"/>
              <a:gd name="connsiteX2" fmla="*/ 3253970 w 12192000"/>
              <a:gd name="connsiteY2" fmla="*/ 4267200 h 4267200"/>
              <a:gd name="connsiteX3" fmla="*/ 3071791 w 12192000"/>
              <a:gd name="connsiteY3" fmla="*/ 4267200 h 4267200"/>
              <a:gd name="connsiteX4" fmla="*/ 2975095 w 12192000"/>
              <a:gd name="connsiteY4" fmla="*/ 4243356 h 4267200"/>
              <a:gd name="connsiteX5" fmla="*/ 2626982 w 12192000"/>
              <a:gd name="connsiteY5" fmla="*/ 4206450 h 4267200"/>
              <a:gd name="connsiteX6" fmla="*/ 2490617 w 12192000"/>
              <a:gd name="connsiteY6" fmla="*/ 4206951 h 4267200"/>
              <a:gd name="connsiteX7" fmla="*/ 2819869 w 12192000"/>
              <a:gd name="connsiteY7" fmla="*/ 4252936 h 4267200"/>
              <a:gd name="connsiteX8" fmla="*/ 2900997 w 12192000"/>
              <a:gd name="connsiteY8" fmla="*/ 4267200 h 4267200"/>
              <a:gd name="connsiteX9" fmla="*/ 2705858 w 12192000"/>
              <a:gd name="connsiteY9" fmla="*/ 4267200 h 4267200"/>
              <a:gd name="connsiteX10" fmla="*/ 2561467 w 12192000"/>
              <a:gd name="connsiteY10" fmla="*/ 4246270 h 4267200"/>
              <a:gd name="connsiteX11" fmla="*/ 2305292 w 12192000"/>
              <a:gd name="connsiteY11" fmla="*/ 4219492 h 4267200"/>
              <a:gd name="connsiteX12" fmla="*/ 2409349 w 12192000"/>
              <a:gd name="connsiteY12" fmla="*/ 4267200 h 4267200"/>
              <a:gd name="connsiteX13" fmla="*/ 2266705 w 12192000"/>
              <a:gd name="connsiteY13" fmla="*/ 4267200 h 4267200"/>
              <a:gd name="connsiteX14" fmla="*/ 2183576 w 12192000"/>
              <a:gd name="connsiteY14" fmla="*/ 4227150 h 4267200"/>
              <a:gd name="connsiteX15" fmla="*/ 2151029 w 12192000"/>
              <a:gd name="connsiteY15" fmla="*/ 4146947 h 4267200"/>
              <a:gd name="connsiteX16" fmla="*/ 2537169 w 12192000"/>
              <a:gd name="connsiteY16" fmla="*/ 4125568 h 4267200"/>
              <a:gd name="connsiteX17" fmla="*/ 9258094 w 12192000"/>
              <a:gd name="connsiteY17" fmla="*/ 3958602 h 4267200"/>
              <a:gd name="connsiteX18" fmla="*/ 8526712 w 12192000"/>
              <a:gd name="connsiteY18" fmla="*/ 4119804 h 4267200"/>
              <a:gd name="connsiteX19" fmla="*/ 9258094 w 12192000"/>
              <a:gd name="connsiteY19" fmla="*/ 3958602 h 4267200"/>
              <a:gd name="connsiteX20" fmla="*/ 9168987 w 12192000"/>
              <a:gd name="connsiteY20" fmla="*/ 3919232 h 4267200"/>
              <a:gd name="connsiteX21" fmla="*/ 8603910 w 12192000"/>
              <a:gd name="connsiteY21" fmla="*/ 4068895 h 4267200"/>
              <a:gd name="connsiteX22" fmla="*/ 9252382 w 12192000"/>
              <a:gd name="connsiteY22" fmla="*/ 3927759 h 4267200"/>
              <a:gd name="connsiteX23" fmla="*/ 9168987 w 12192000"/>
              <a:gd name="connsiteY23" fmla="*/ 3919232 h 4267200"/>
              <a:gd name="connsiteX24" fmla="*/ 1635889 w 12192000"/>
              <a:gd name="connsiteY24" fmla="*/ 3709494 h 4267200"/>
              <a:gd name="connsiteX25" fmla="*/ 1634800 w 12192000"/>
              <a:gd name="connsiteY25" fmla="*/ 3731111 h 4267200"/>
              <a:gd name="connsiteX26" fmla="*/ 1635889 w 12192000"/>
              <a:gd name="connsiteY26" fmla="*/ 3709494 h 4267200"/>
              <a:gd name="connsiteX27" fmla="*/ 3174829 w 12192000"/>
              <a:gd name="connsiteY27" fmla="*/ 3620110 h 4267200"/>
              <a:gd name="connsiteX28" fmla="*/ 3189263 w 12192000"/>
              <a:gd name="connsiteY28" fmla="*/ 3625726 h 4267200"/>
              <a:gd name="connsiteX29" fmla="*/ 3560912 w 12192000"/>
              <a:gd name="connsiteY29" fmla="*/ 4079863 h 4267200"/>
              <a:gd name="connsiteX30" fmla="*/ 3611854 w 12192000"/>
              <a:gd name="connsiteY30" fmla="*/ 4188366 h 4267200"/>
              <a:gd name="connsiteX31" fmla="*/ 3631583 w 12192000"/>
              <a:gd name="connsiteY31" fmla="*/ 4267200 h 4267200"/>
              <a:gd name="connsiteX32" fmla="*/ 3575699 w 12192000"/>
              <a:gd name="connsiteY32" fmla="*/ 4267200 h 4267200"/>
              <a:gd name="connsiteX33" fmla="*/ 3575567 w 12192000"/>
              <a:gd name="connsiteY33" fmla="*/ 4263588 h 4267200"/>
              <a:gd name="connsiteX34" fmla="*/ 3467355 w 12192000"/>
              <a:gd name="connsiteY34" fmla="*/ 3988130 h 4267200"/>
              <a:gd name="connsiteX35" fmla="*/ 3310753 w 12192000"/>
              <a:gd name="connsiteY35" fmla="*/ 3787140 h 4267200"/>
              <a:gd name="connsiteX36" fmla="*/ 3291335 w 12192000"/>
              <a:gd name="connsiteY36" fmla="*/ 3767420 h 4267200"/>
              <a:gd name="connsiteX37" fmla="*/ 3390805 w 12192000"/>
              <a:gd name="connsiteY37" fmla="*/ 3937163 h 4267200"/>
              <a:gd name="connsiteX38" fmla="*/ 3545740 w 12192000"/>
              <a:gd name="connsiteY38" fmla="*/ 4251102 h 4267200"/>
              <a:gd name="connsiteX39" fmla="*/ 3550709 w 12192000"/>
              <a:gd name="connsiteY39" fmla="*/ 4267200 h 4267200"/>
              <a:gd name="connsiteX40" fmla="*/ 3513586 w 12192000"/>
              <a:gd name="connsiteY40" fmla="*/ 4267200 h 4267200"/>
              <a:gd name="connsiteX41" fmla="*/ 3470728 w 12192000"/>
              <a:gd name="connsiteY41" fmla="*/ 4152456 h 4267200"/>
              <a:gd name="connsiteX42" fmla="*/ 3364433 w 12192000"/>
              <a:gd name="connsiteY42" fmla="*/ 3953121 h 4267200"/>
              <a:gd name="connsiteX43" fmla="*/ 3316479 w 12192000"/>
              <a:gd name="connsiteY43" fmla="*/ 3872136 h 4267200"/>
              <a:gd name="connsiteX44" fmla="*/ 3504482 w 12192000"/>
              <a:gd name="connsiteY44" fmla="*/ 4267200 h 4267200"/>
              <a:gd name="connsiteX45" fmla="*/ 3467547 w 12192000"/>
              <a:gd name="connsiteY45" fmla="*/ 4267200 h 4267200"/>
              <a:gd name="connsiteX46" fmla="*/ 3177952 w 12192000"/>
              <a:gd name="connsiteY46" fmla="*/ 3657386 h 4267200"/>
              <a:gd name="connsiteX47" fmla="*/ 3174829 w 12192000"/>
              <a:gd name="connsiteY47" fmla="*/ 3620110 h 4267200"/>
              <a:gd name="connsiteX48" fmla="*/ 11279315 w 12192000"/>
              <a:gd name="connsiteY48" fmla="*/ 3618448 h 4267200"/>
              <a:gd name="connsiteX49" fmla="*/ 11317765 w 12192000"/>
              <a:gd name="connsiteY49" fmla="*/ 3638405 h 4267200"/>
              <a:gd name="connsiteX50" fmla="*/ 11304886 w 12192000"/>
              <a:gd name="connsiteY50" fmla="*/ 4200582 h 4267200"/>
              <a:gd name="connsiteX51" fmla="*/ 11298904 w 12192000"/>
              <a:gd name="connsiteY51" fmla="*/ 4267200 h 4267200"/>
              <a:gd name="connsiteX52" fmla="*/ 11213088 w 12192000"/>
              <a:gd name="connsiteY52" fmla="*/ 4267200 h 4267200"/>
              <a:gd name="connsiteX53" fmla="*/ 11219157 w 12192000"/>
              <a:gd name="connsiteY53" fmla="*/ 4210725 h 4267200"/>
              <a:gd name="connsiteX54" fmla="*/ 11225213 w 12192000"/>
              <a:gd name="connsiteY54" fmla="*/ 3936722 h 4267200"/>
              <a:gd name="connsiteX55" fmla="*/ 11182914 w 12192000"/>
              <a:gd name="connsiteY55" fmla="*/ 4196771 h 4267200"/>
              <a:gd name="connsiteX56" fmla="*/ 11172266 w 12192000"/>
              <a:gd name="connsiteY56" fmla="*/ 4267200 h 4267200"/>
              <a:gd name="connsiteX57" fmla="*/ 11140975 w 12192000"/>
              <a:gd name="connsiteY57" fmla="*/ 4267200 h 4267200"/>
              <a:gd name="connsiteX58" fmla="*/ 11152239 w 12192000"/>
              <a:gd name="connsiteY58" fmla="*/ 4192628 h 4267200"/>
              <a:gd name="connsiteX59" fmla="*/ 11201005 w 12192000"/>
              <a:gd name="connsiteY59" fmla="*/ 3900089 h 4267200"/>
              <a:gd name="connsiteX60" fmla="*/ 11105754 w 12192000"/>
              <a:gd name="connsiteY60" fmla="*/ 4139192 h 4267200"/>
              <a:gd name="connsiteX61" fmla="*/ 11065821 w 12192000"/>
              <a:gd name="connsiteY61" fmla="*/ 4267200 h 4267200"/>
              <a:gd name="connsiteX62" fmla="*/ 10978133 w 12192000"/>
              <a:gd name="connsiteY62" fmla="*/ 4267200 h 4267200"/>
              <a:gd name="connsiteX63" fmla="*/ 11088889 w 12192000"/>
              <a:gd name="connsiteY63" fmla="*/ 3963916 h 4267200"/>
              <a:gd name="connsiteX64" fmla="*/ 11231212 w 12192000"/>
              <a:gd name="connsiteY64" fmla="*/ 3645474 h 4267200"/>
              <a:gd name="connsiteX65" fmla="*/ 11279315 w 12192000"/>
              <a:gd name="connsiteY65" fmla="*/ 3618448 h 4267200"/>
              <a:gd name="connsiteX66" fmla="*/ 10296877 w 12192000"/>
              <a:gd name="connsiteY66" fmla="*/ 3526602 h 4267200"/>
              <a:gd name="connsiteX67" fmla="*/ 10314210 w 12192000"/>
              <a:gd name="connsiteY67" fmla="*/ 3538353 h 4267200"/>
              <a:gd name="connsiteX68" fmla="*/ 10450858 w 12192000"/>
              <a:gd name="connsiteY68" fmla="*/ 3902477 h 4267200"/>
              <a:gd name="connsiteX69" fmla="*/ 10572255 w 12192000"/>
              <a:gd name="connsiteY69" fmla="*/ 4267200 h 4267200"/>
              <a:gd name="connsiteX70" fmla="*/ 10477642 w 12192000"/>
              <a:gd name="connsiteY70" fmla="*/ 4267200 h 4267200"/>
              <a:gd name="connsiteX71" fmla="*/ 10436479 w 12192000"/>
              <a:gd name="connsiteY71" fmla="*/ 4144570 h 4267200"/>
              <a:gd name="connsiteX72" fmla="*/ 10277529 w 12192000"/>
              <a:gd name="connsiteY72" fmla="*/ 3701307 h 4267200"/>
              <a:gd name="connsiteX73" fmla="*/ 10276797 w 12192000"/>
              <a:gd name="connsiteY73" fmla="*/ 3708672 h 4267200"/>
              <a:gd name="connsiteX74" fmla="*/ 10385906 w 12192000"/>
              <a:gd name="connsiteY74" fmla="*/ 4147031 h 4267200"/>
              <a:gd name="connsiteX75" fmla="*/ 10431445 w 12192000"/>
              <a:gd name="connsiteY75" fmla="*/ 4267200 h 4267200"/>
              <a:gd name="connsiteX76" fmla="*/ 10398237 w 12192000"/>
              <a:gd name="connsiteY76" fmla="*/ 4267200 h 4267200"/>
              <a:gd name="connsiteX77" fmla="*/ 10356661 w 12192000"/>
              <a:gd name="connsiteY77" fmla="*/ 4157302 h 4267200"/>
              <a:gd name="connsiteX78" fmla="*/ 10268559 w 12192000"/>
              <a:gd name="connsiteY78" fmla="*/ 3871054 h 4267200"/>
              <a:gd name="connsiteX79" fmla="*/ 10340065 w 12192000"/>
              <a:gd name="connsiteY79" fmla="*/ 4201637 h 4267200"/>
              <a:gd name="connsiteX80" fmla="*/ 10368861 w 12192000"/>
              <a:gd name="connsiteY80" fmla="*/ 4267200 h 4267200"/>
              <a:gd name="connsiteX81" fmla="*/ 10267862 w 12192000"/>
              <a:gd name="connsiteY81" fmla="*/ 4267200 h 4267200"/>
              <a:gd name="connsiteX82" fmla="*/ 10236210 w 12192000"/>
              <a:gd name="connsiteY82" fmla="*/ 4185635 h 4267200"/>
              <a:gd name="connsiteX83" fmla="*/ 10225980 w 12192000"/>
              <a:gd name="connsiteY83" fmla="*/ 3561061 h 4267200"/>
              <a:gd name="connsiteX84" fmla="*/ 10296877 w 12192000"/>
              <a:gd name="connsiteY84" fmla="*/ 3526602 h 4267200"/>
              <a:gd name="connsiteX85" fmla="*/ 3429186 w 12192000"/>
              <a:gd name="connsiteY85" fmla="*/ 3458784 h 4267200"/>
              <a:gd name="connsiteX86" fmla="*/ 3446761 w 12192000"/>
              <a:gd name="connsiteY86" fmla="*/ 3461278 h 4267200"/>
              <a:gd name="connsiteX87" fmla="*/ 4419733 w 12192000"/>
              <a:gd name="connsiteY87" fmla="*/ 3963555 h 4267200"/>
              <a:gd name="connsiteX88" fmla="*/ 4659448 w 12192000"/>
              <a:gd name="connsiteY88" fmla="*/ 4172746 h 4267200"/>
              <a:gd name="connsiteX89" fmla="*/ 4719140 w 12192000"/>
              <a:gd name="connsiteY89" fmla="*/ 4267200 h 4267200"/>
              <a:gd name="connsiteX90" fmla="*/ 4641222 w 12192000"/>
              <a:gd name="connsiteY90" fmla="*/ 4267200 h 4267200"/>
              <a:gd name="connsiteX91" fmla="*/ 4599968 w 12192000"/>
              <a:gd name="connsiteY91" fmla="*/ 4207074 h 4267200"/>
              <a:gd name="connsiteX92" fmla="*/ 4136093 w 12192000"/>
              <a:gd name="connsiteY92" fmla="*/ 3858466 h 4267200"/>
              <a:gd name="connsiteX93" fmla="*/ 3670252 w 12192000"/>
              <a:gd name="connsiteY93" fmla="*/ 3622798 h 4267200"/>
              <a:gd name="connsiteX94" fmla="*/ 3817258 w 12192000"/>
              <a:gd name="connsiteY94" fmla="*/ 3723577 h 4267200"/>
              <a:gd name="connsiteX95" fmla="*/ 4000461 w 12192000"/>
              <a:gd name="connsiteY95" fmla="*/ 3855966 h 4267200"/>
              <a:gd name="connsiteX96" fmla="*/ 4088180 w 12192000"/>
              <a:gd name="connsiteY96" fmla="*/ 3929774 h 4267200"/>
              <a:gd name="connsiteX97" fmla="*/ 4184555 w 12192000"/>
              <a:gd name="connsiteY97" fmla="*/ 4010683 h 4267200"/>
              <a:gd name="connsiteX98" fmla="*/ 4399563 w 12192000"/>
              <a:gd name="connsiteY98" fmla="*/ 4158106 h 4267200"/>
              <a:gd name="connsiteX99" fmla="*/ 4546299 w 12192000"/>
              <a:gd name="connsiteY99" fmla="*/ 4254934 h 4267200"/>
              <a:gd name="connsiteX100" fmla="*/ 4561743 w 12192000"/>
              <a:gd name="connsiteY100" fmla="*/ 4267200 h 4267200"/>
              <a:gd name="connsiteX101" fmla="*/ 4509274 w 12192000"/>
              <a:gd name="connsiteY101" fmla="*/ 4267200 h 4267200"/>
              <a:gd name="connsiteX102" fmla="*/ 4383389 w 12192000"/>
              <a:gd name="connsiteY102" fmla="*/ 4184369 h 4267200"/>
              <a:gd name="connsiteX103" fmla="*/ 4165508 w 12192000"/>
              <a:gd name="connsiteY103" fmla="*/ 4035196 h 4267200"/>
              <a:gd name="connsiteX104" fmla="*/ 4068162 w 12192000"/>
              <a:gd name="connsiteY104" fmla="*/ 3953394 h 4267200"/>
              <a:gd name="connsiteX105" fmla="*/ 3981416 w 12192000"/>
              <a:gd name="connsiteY105" fmla="*/ 3880482 h 4267200"/>
              <a:gd name="connsiteX106" fmla="*/ 3800147 w 12192000"/>
              <a:gd name="connsiteY106" fmla="*/ 3749872 h 4267200"/>
              <a:gd name="connsiteX107" fmla="*/ 3655073 w 12192000"/>
              <a:gd name="connsiteY107" fmla="*/ 3650884 h 4267200"/>
              <a:gd name="connsiteX108" fmla="*/ 3989938 w 12192000"/>
              <a:gd name="connsiteY108" fmla="*/ 3991685 h 4267200"/>
              <a:gd name="connsiteX109" fmla="*/ 4393907 w 12192000"/>
              <a:gd name="connsiteY109" fmla="*/ 4261258 h 4267200"/>
              <a:gd name="connsiteX110" fmla="*/ 4408201 w 12192000"/>
              <a:gd name="connsiteY110" fmla="*/ 4267200 h 4267200"/>
              <a:gd name="connsiteX111" fmla="*/ 4250346 w 12192000"/>
              <a:gd name="connsiteY111" fmla="*/ 4267200 h 4267200"/>
              <a:gd name="connsiteX112" fmla="*/ 4245269 w 12192000"/>
              <a:gd name="connsiteY112" fmla="*/ 4265040 h 4267200"/>
              <a:gd name="connsiteX113" fmla="*/ 4036318 w 12192000"/>
              <a:gd name="connsiteY113" fmla="*/ 4147013 h 4267200"/>
              <a:gd name="connsiteX114" fmla="*/ 3432098 w 12192000"/>
              <a:gd name="connsiteY114" fmla="*/ 3537312 h 4267200"/>
              <a:gd name="connsiteX115" fmla="*/ 3429186 w 12192000"/>
              <a:gd name="connsiteY115" fmla="*/ 3458784 h 4267200"/>
              <a:gd name="connsiteX116" fmla="*/ 9334796 w 12192000"/>
              <a:gd name="connsiteY116" fmla="*/ 3456584 h 4267200"/>
              <a:gd name="connsiteX117" fmla="*/ 9651570 w 12192000"/>
              <a:gd name="connsiteY117" fmla="*/ 3826505 h 4267200"/>
              <a:gd name="connsiteX118" fmla="*/ 9334796 w 12192000"/>
              <a:gd name="connsiteY118" fmla="*/ 3456584 h 4267200"/>
              <a:gd name="connsiteX119" fmla="*/ 4440129 w 12192000"/>
              <a:gd name="connsiteY119" fmla="*/ 3448571 h 4267200"/>
              <a:gd name="connsiteX120" fmla="*/ 4856525 w 12192000"/>
              <a:gd name="connsiteY120" fmla="*/ 3915351 h 4267200"/>
              <a:gd name="connsiteX121" fmla="*/ 5059055 w 12192000"/>
              <a:gd name="connsiteY121" fmla="*/ 4108918 h 4267200"/>
              <a:gd name="connsiteX122" fmla="*/ 5290070 w 12192000"/>
              <a:gd name="connsiteY122" fmla="*/ 4263619 h 4267200"/>
              <a:gd name="connsiteX123" fmla="*/ 4834991 w 12192000"/>
              <a:gd name="connsiteY123" fmla="*/ 3830985 h 4267200"/>
              <a:gd name="connsiteX124" fmla="*/ 4440129 w 12192000"/>
              <a:gd name="connsiteY124" fmla="*/ 3448571 h 4267200"/>
              <a:gd name="connsiteX125" fmla="*/ 5425834 w 12192000"/>
              <a:gd name="connsiteY125" fmla="*/ 3162785 h 4267200"/>
              <a:gd name="connsiteX126" fmla="*/ 5401644 w 12192000"/>
              <a:gd name="connsiteY126" fmla="*/ 3617847 h 4267200"/>
              <a:gd name="connsiteX127" fmla="*/ 5467256 w 12192000"/>
              <a:gd name="connsiteY127" fmla="*/ 4175494 h 4267200"/>
              <a:gd name="connsiteX128" fmla="*/ 5448069 w 12192000"/>
              <a:gd name="connsiteY128" fmla="*/ 3567554 h 4267200"/>
              <a:gd name="connsiteX129" fmla="*/ 1318687 w 12192000"/>
              <a:gd name="connsiteY129" fmla="*/ 3113840 h 4267200"/>
              <a:gd name="connsiteX130" fmla="*/ 1066793 w 12192000"/>
              <a:gd name="connsiteY130" fmla="*/ 3212171 h 4267200"/>
              <a:gd name="connsiteX131" fmla="*/ 993319 w 12192000"/>
              <a:gd name="connsiteY131" fmla="*/ 3247648 h 4267200"/>
              <a:gd name="connsiteX132" fmla="*/ 853081 w 12192000"/>
              <a:gd name="connsiteY132" fmla="*/ 3312410 h 4267200"/>
              <a:gd name="connsiteX133" fmla="*/ 805957 w 12192000"/>
              <a:gd name="connsiteY133" fmla="*/ 3330443 h 4267200"/>
              <a:gd name="connsiteX134" fmla="*/ 1318687 w 12192000"/>
              <a:gd name="connsiteY134" fmla="*/ 3113840 h 4267200"/>
              <a:gd name="connsiteX135" fmla="*/ 5453702 w 12192000"/>
              <a:gd name="connsiteY135" fmla="*/ 3090882 h 4267200"/>
              <a:gd name="connsiteX136" fmla="*/ 5480135 w 12192000"/>
              <a:gd name="connsiteY136" fmla="*/ 3565802 h 4267200"/>
              <a:gd name="connsiteX137" fmla="*/ 5499023 w 12192000"/>
              <a:gd name="connsiteY137" fmla="*/ 4166310 h 4267200"/>
              <a:gd name="connsiteX138" fmla="*/ 5547022 w 12192000"/>
              <a:gd name="connsiteY138" fmla="*/ 3607838 h 4267200"/>
              <a:gd name="connsiteX139" fmla="*/ 5515964 w 12192000"/>
              <a:gd name="connsiteY139" fmla="*/ 3378541 h 4267200"/>
              <a:gd name="connsiteX140" fmla="*/ 5453702 w 12192000"/>
              <a:gd name="connsiteY140" fmla="*/ 3090882 h 4267200"/>
              <a:gd name="connsiteX141" fmla="*/ 9790480 w 12192000"/>
              <a:gd name="connsiteY141" fmla="*/ 3078533 h 4267200"/>
              <a:gd name="connsiteX142" fmla="*/ 9763295 w 12192000"/>
              <a:gd name="connsiteY142" fmla="*/ 3245370 h 4267200"/>
              <a:gd name="connsiteX143" fmla="*/ 9736458 w 12192000"/>
              <a:gd name="connsiteY143" fmla="*/ 3758413 h 4267200"/>
              <a:gd name="connsiteX144" fmla="*/ 9763499 w 12192000"/>
              <a:gd name="connsiteY144" fmla="*/ 3528057 h 4267200"/>
              <a:gd name="connsiteX145" fmla="*/ 9793906 w 12192000"/>
              <a:gd name="connsiteY145" fmla="*/ 3231157 h 4267200"/>
              <a:gd name="connsiteX146" fmla="*/ 9791874 w 12192000"/>
              <a:gd name="connsiteY146" fmla="*/ 3142788 h 4267200"/>
              <a:gd name="connsiteX147" fmla="*/ 9790480 w 12192000"/>
              <a:gd name="connsiteY147" fmla="*/ 3078533 h 4267200"/>
              <a:gd name="connsiteX148" fmla="*/ 1238695 w 12192000"/>
              <a:gd name="connsiteY148" fmla="*/ 3076820 h 4267200"/>
              <a:gd name="connsiteX149" fmla="*/ 716371 w 12192000"/>
              <a:gd name="connsiteY149" fmla="*/ 3293249 h 4267200"/>
              <a:gd name="connsiteX150" fmla="*/ 579522 w 12192000"/>
              <a:gd name="connsiteY150" fmla="*/ 3371759 h 4267200"/>
              <a:gd name="connsiteX151" fmla="*/ 600288 w 12192000"/>
              <a:gd name="connsiteY151" fmla="*/ 3365555 h 4267200"/>
              <a:gd name="connsiteX152" fmla="*/ 840692 w 12192000"/>
              <a:gd name="connsiteY152" fmla="*/ 3284921 h 4267200"/>
              <a:gd name="connsiteX153" fmla="*/ 979248 w 12192000"/>
              <a:gd name="connsiteY153" fmla="*/ 3221003 h 4267200"/>
              <a:gd name="connsiteX154" fmla="*/ 1053282 w 12192000"/>
              <a:gd name="connsiteY154" fmla="*/ 3185247 h 4267200"/>
              <a:gd name="connsiteX155" fmla="*/ 1320603 w 12192000"/>
              <a:gd name="connsiteY155" fmla="*/ 3081281 h 4267200"/>
              <a:gd name="connsiteX156" fmla="*/ 1238695 w 12192000"/>
              <a:gd name="connsiteY156" fmla="*/ 3076820 h 4267200"/>
              <a:gd name="connsiteX157" fmla="*/ 5425627 w 12192000"/>
              <a:gd name="connsiteY157" fmla="*/ 2954192 h 4267200"/>
              <a:gd name="connsiteX158" fmla="*/ 5470770 w 12192000"/>
              <a:gd name="connsiteY158" fmla="*/ 3005435 h 4267200"/>
              <a:gd name="connsiteX159" fmla="*/ 5567647 w 12192000"/>
              <a:gd name="connsiteY159" fmla="*/ 4190286 h 4267200"/>
              <a:gd name="connsiteX160" fmla="*/ 5545854 w 12192000"/>
              <a:gd name="connsiteY160" fmla="*/ 4267200 h 4267200"/>
              <a:gd name="connsiteX161" fmla="*/ 5391871 w 12192000"/>
              <a:gd name="connsiteY161" fmla="*/ 4267200 h 4267200"/>
              <a:gd name="connsiteX162" fmla="*/ 5318171 w 12192000"/>
              <a:gd name="connsiteY162" fmla="*/ 4175818 h 4267200"/>
              <a:gd name="connsiteX163" fmla="*/ 4943646 w 12192000"/>
              <a:gd name="connsiteY163" fmla="*/ 3822916 h 4267200"/>
              <a:gd name="connsiteX164" fmla="*/ 4594837 w 12192000"/>
              <a:gd name="connsiteY164" fmla="*/ 3532274 h 4267200"/>
              <a:gd name="connsiteX165" fmla="*/ 4441737 w 12192000"/>
              <a:gd name="connsiteY165" fmla="*/ 3399734 h 4267200"/>
              <a:gd name="connsiteX166" fmla="*/ 4431236 w 12192000"/>
              <a:gd name="connsiteY166" fmla="*/ 3400954 h 4267200"/>
              <a:gd name="connsiteX167" fmla="*/ 4557150 w 12192000"/>
              <a:gd name="connsiteY167" fmla="*/ 3510023 h 4267200"/>
              <a:gd name="connsiteX168" fmla="*/ 4856936 w 12192000"/>
              <a:gd name="connsiteY168" fmla="*/ 3809146 h 4267200"/>
              <a:gd name="connsiteX169" fmla="*/ 5111996 w 12192000"/>
              <a:gd name="connsiteY169" fmla="*/ 4065759 h 4267200"/>
              <a:gd name="connsiteX170" fmla="*/ 5246890 w 12192000"/>
              <a:gd name="connsiteY170" fmla="*/ 4187633 h 4267200"/>
              <a:gd name="connsiteX171" fmla="*/ 5347266 w 12192000"/>
              <a:gd name="connsiteY171" fmla="*/ 4267200 h 4267200"/>
              <a:gd name="connsiteX172" fmla="*/ 5164092 w 12192000"/>
              <a:gd name="connsiteY172" fmla="*/ 4267200 h 4267200"/>
              <a:gd name="connsiteX173" fmla="*/ 5108945 w 12192000"/>
              <a:gd name="connsiteY173" fmla="*/ 4232176 h 4267200"/>
              <a:gd name="connsiteX174" fmla="*/ 4294126 w 12192000"/>
              <a:gd name="connsiteY174" fmla="*/ 3303048 h 4267200"/>
              <a:gd name="connsiteX175" fmla="*/ 4305321 w 12192000"/>
              <a:gd name="connsiteY175" fmla="*/ 3256953 h 4267200"/>
              <a:gd name="connsiteX176" fmla="*/ 4949299 w 12192000"/>
              <a:gd name="connsiteY176" fmla="*/ 3766336 h 4267200"/>
              <a:gd name="connsiteX177" fmla="*/ 5291452 w 12192000"/>
              <a:gd name="connsiteY177" fmla="*/ 4076801 h 4267200"/>
              <a:gd name="connsiteX178" fmla="*/ 5434998 w 12192000"/>
              <a:gd name="connsiteY178" fmla="*/ 4254100 h 4267200"/>
              <a:gd name="connsiteX179" fmla="*/ 5351015 w 12192000"/>
              <a:gd name="connsiteY179" fmla="*/ 3760989 h 4267200"/>
              <a:gd name="connsiteX180" fmla="*/ 5413780 w 12192000"/>
              <a:gd name="connsiteY180" fmla="*/ 2966265 h 4267200"/>
              <a:gd name="connsiteX181" fmla="*/ 5425627 w 12192000"/>
              <a:gd name="connsiteY181" fmla="*/ 2954192 h 4267200"/>
              <a:gd name="connsiteX182" fmla="*/ 8380397 w 12192000"/>
              <a:gd name="connsiteY182" fmla="*/ 2896659 h 4267200"/>
              <a:gd name="connsiteX183" fmla="*/ 8634801 w 12192000"/>
              <a:gd name="connsiteY183" fmla="*/ 3304169 h 4267200"/>
              <a:gd name="connsiteX184" fmla="*/ 8971448 w 12192000"/>
              <a:gd name="connsiteY184" fmla="*/ 3675946 h 4267200"/>
              <a:gd name="connsiteX185" fmla="*/ 8820691 w 12192000"/>
              <a:gd name="connsiteY185" fmla="*/ 3486482 h 4267200"/>
              <a:gd name="connsiteX186" fmla="*/ 8807612 w 12192000"/>
              <a:gd name="connsiteY186" fmla="*/ 3467256 h 4267200"/>
              <a:gd name="connsiteX187" fmla="*/ 8556796 w 12192000"/>
              <a:gd name="connsiteY187" fmla="*/ 3116474 h 4267200"/>
              <a:gd name="connsiteX188" fmla="*/ 8427018 w 12192000"/>
              <a:gd name="connsiteY188" fmla="*/ 2948853 h 4267200"/>
              <a:gd name="connsiteX189" fmla="*/ 8380397 w 12192000"/>
              <a:gd name="connsiteY189" fmla="*/ 2896659 h 4267200"/>
              <a:gd name="connsiteX190" fmla="*/ 9831020 w 12192000"/>
              <a:gd name="connsiteY190" fmla="*/ 2871730 h 4267200"/>
              <a:gd name="connsiteX191" fmla="*/ 9827707 w 12192000"/>
              <a:gd name="connsiteY191" fmla="*/ 2915231 h 4267200"/>
              <a:gd name="connsiteX192" fmla="*/ 9820699 w 12192000"/>
              <a:gd name="connsiteY192" fmla="*/ 3051540 h 4267200"/>
              <a:gd name="connsiteX193" fmla="*/ 9822525 w 12192000"/>
              <a:gd name="connsiteY193" fmla="*/ 3140814 h 4267200"/>
              <a:gd name="connsiteX194" fmla="*/ 9824704 w 12192000"/>
              <a:gd name="connsiteY194" fmla="*/ 3230628 h 4267200"/>
              <a:gd name="connsiteX195" fmla="*/ 9793821 w 12192000"/>
              <a:gd name="connsiteY195" fmla="*/ 3531652 h 4267200"/>
              <a:gd name="connsiteX196" fmla="*/ 9767436 w 12192000"/>
              <a:gd name="connsiteY196" fmla="*/ 3750864 h 4267200"/>
              <a:gd name="connsiteX197" fmla="*/ 9814477 w 12192000"/>
              <a:gd name="connsiteY197" fmla="*/ 3662531 h 4267200"/>
              <a:gd name="connsiteX198" fmla="*/ 9831020 w 12192000"/>
              <a:gd name="connsiteY198" fmla="*/ 2871730 h 4267200"/>
              <a:gd name="connsiteX199" fmla="*/ 8380521 w 12192000"/>
              <a:gd name="connsiteY199" fmla="*/ 2850596 h 4267200"/>
              <a:gd name="connsiteX200" fmla="*/ 8451446 w 12192000"/>
              <a:gd name="connsiteY200" fmla="*/ 2928627 h 4267200"/>
              <a:gd name="connsiteX201" fmla="*/ 8582269 w 12192000"/>
              <a:gd name="connsiteY201" fmla="*/ 3097880 h 4267200"/>
              <a:gd name="connsiteX202" fmla="*/ 8833783 w 12192000"/>
              <a:gd name="connsiteY202" fmla="*/ 3449753 h 4267200"/>
              <a:gd name="connsiteX203" fmla="*/ 8846863 w 12192000"/>
              <a:gd name="connsiteY203" fmla="*/ 3468981 h 4267200"/>
              <a:gd name="connsiteX204" fmla="*/ 8960046 w 12192000"/>
              <a:gd name="connsiteY204" fmla="*/ 3620389 h 4267200"/>
              <a:gd name="connsiteX205" fmla="*/ 8380521 w 12192000"/>
              <a:gd name="connsiteY205" fmla="*/ 2850596 h 4267200"/>
              <a:gd name="connsiteX206" fmla="*/ 9854151 w 12192000"/>
              <a:gd name="connsiteY206" fmla="*/ 2642862 h 4267200"/>
              <a:gd name="connsiteX207" fmla="*/ 9871341 w 12192000"/>
              <a:gd name="connsiteY207" fmla="*/ 2659697 h 4267200"/>
              <a:gd name="connsiteX208" fmla="*/ 9966678 w 12192000"/>
              <a:gd name="connsiteY208" fmla="*/ 3423399 h 4267200"/>
              <a:gd name="connsiteX209" fmla="*/ 9880832 w 12192000"/>
              <a:gd name="connsiteY209" fmla="*/ 3700562 h 4267200"/>
              <a:gd name="connsiteX210" fmla="*/ 9896024 w 12192000"/>
              <a:gd name="connsiteY210" fmla="*/ 4178295 h 4267200"/>
              <a:gd name="connsiteX211" fmla="*/ 10028060 w 12192000"/>
              <a:gd name="connsiteY211" fmla="*/ 4267200 h 4267200"/>
              <a:gd name="connsiteX212" fmla="*/ 9651813 w 12192000"/>
              <a:gd name="connsiteY212" fmla="*/ 4267200 h 4267200"/>
              <a:gd name="connsiteX213" fmla="*/ 9814527 w 12192000"/>
              <a:gd name="connsiteY213" fmla="*/ 4248048 h 4267200"/>
              <a:gd name="connsiteX214" fmla="*/ 9615182 w 12192000"/>
              <a:gd name="connsiteY214" fmla="*/ 4220499 h 4267200"/>
              <a:gd name="connsiteX215" fmla="*/ 9465210 w 12192000"/>
              <a:gd name="connsiteY215" fmla="*/ 4242240 h 4267200"/>
              <a:gd name="connsiteX216" fmla="*/ 9387108 w 12192000"/>
              <a:gd name="connsiteY216" fmla="*/ 4267200 h 4267200"/>
              <a:gd name="connsiteX217" fmla="*/ 9268441 w 12192000"/>
              <a:gd name="connsiteY217" fmla="*/ 4267200 h 4267200"/>
              <a:gd name="connsiteX218" fmla="*/ 9307676 w 12192000"/>
              <a:gd name="connsiteY218" fmla="*/ 4251276 h 4267200"/>
              <a:gd name="connsiteX219" fmla="*/ 9761570 w 12192000"/>
              <a:gd name="connsiteY219" fmla="*/ 4182283 h 4267200"/>
              <a:gd name="connsiteX220" fmla="*/ 9368237 w 12192000"/>
              <a:gd name="connsiteY220" fmla="*/ 3949470 h 4267200"/>
              <a:gd name="connsiteX221" fmla="*/ 9354614 w 12192000"/>
              <a:gd name="connsiteY221" fmla="*/ 3951288 h 4267200"/>
              <a:gd name="connsiteX222" fmla="*/ 8364351 w 12192000"/>
              <a:gd name="connsiteY222" fmla="*/ 4159267 h 4267200"/>
              <a:gd name="connsiteX223" fmla="*/ 8386567 w 12192000"/>
              <a:gd name="connsiteY223" fmla="*/ 4119760 h 4267200"/>
              <a:gd name="connsiteX224" fmla="*/ 9231713 w 12192000"/>
              <a:gd name="connsiteY224" fmla="*/ 3873539 h 4267200"/>
              <a:gd name="connsiteX225" fmla="*/ 9023301 w 12192000"/>
              <a:gd name="connsiteY225" fmla="*/ 3763109 h 4267200"/>
              <a:gd name="connsiteX226" fmla="*/ 9010556 w 12192000"/>
              <a:gd name="connsiteY226" fmla="*/ 3758998 h 4267200"/>
              <a:gd name="connsiteX227" fmla="*/ 8604324 w 12192000"/>
              <a:gd name="connsiteY227" fmla="*/ 3417171 h 4267200"/>
              <a:gd name="connsiteX228" fmla="*/ 8218577 w 12192000"/>
              <a:gd name="connsiteY228" fmla="*/ 2770227 h 4267200"/>
              <a:gd name="connsiteX229" fmla="*/ 8222774 w 12192000"/>
              <a:gd name="connsiteY229" fmla="*/ 2749954 h 4267200"/>
              <a:gd name="connsiteX230" fmla="*/ 8297623 w 12192000"/>
              <a:gd name="connsiteY230" fmla="*/ 2731935 h 4267200"/>
              <a:gd name="connsiteX231" fmla="*/ 9090618 w 12192000"/>
              <a:gd name="connsiteY231" fmla="*/ 3716225 h 4267200"/>
              <a:gd name="connsiteX232" fmla="*/ 9762441 w 12192000"/>
              <a:gd name="connsiteY232" fmla="*/ 4093587 h 4267200"/>
              <a:gd name="connsiteX233" fmla="*/ 9717826 w 12192000"/>
              <a:gd name="connsiteY233" fmla="*/ 3916719 h 4267200"/>
              <a:gd name="connsiteX234" fmla="*/ 9713123 w 12192000"/>
              <a:gd name="connsiteY234" fmla="*/ 3916663 h 4267200"/>
              <a:gd name="connsiteX235" fmla="*/ 9175594 w 12192000"/>
              <a:gd name="connsiteY235" fmla="*/ 3326950 h 4267200"/>
              <a:gd name="connsiteX236" fmla="*/ 9253941 w 12192000"/>
              <a:gd name="connsiteY236" fmla="*/ 3287566 h 4267200"/>
              <a:gd name="connsiteX237" fmla="*/ 9625671 w 12192000"/>
              <a:gd name="connsiteY237" fmla="*/ 3639960 h 4267200"/>
              <a:gd name="connsiteX238" fmla="*/ 9656881 w 12192000"/>
              <a:gd name="connsiteY238" fmla="*/ 3333361 h 4267200"/>
              <a:gd name="connsiteX239" fmla="*/ 9782066 w 12192000"/>
              <a:gd name="connsiteY239" fmla="*/ 2680771 h 4267200"/>
              <a:gd name="connsiteX240" fmla="*/ 9854151 w 12192000"/>
              <a:gd name="connsiteY240" fmla="*/ 2642862 h 4267200"/>
              <a:gd name="connsiteX241" fmla="*/ 11114299 w 12192000"/>
              <a:gd name="connsiteY241" fmla="*/ 2390555 h 4267200"/>
              <a:gd name="connsiteX242" fmla="*/ 11113373 w 12192000"/>
              <a:gd name="connsiteY242" fmla="*/ 2392739 h 4267200"/>
              <a:gd name="connsiteX243" fmla="*/ 11117197 w 12192000"/>
              <a:gd name="connsiteY243" fmla="*/ 2394358 h 4267200"/>
              <a:gd name="connsiteX244" fmla="*/ 11114299 w 12192000"/>
              <a:gd name="connsiteY244" fmla="*/ 2390555 h 4267200"/>
              <a:gd name="connsiteX245" fmla="*/ 10506276 w 12192000"/>
              <a:gd name="connsiteY245" fmla="*/ 2118977 h 4267200"/>
              <a:gd name="connsiteX246" fmla="*/ 10431542 w 12192000"/>
              <a:gd name="connsiteY246" fmla="*/ 2525128 h 4267200"/>
              <a:gd name="connsiteX247" fmla="*/ 10391375 w 12192000"/>
              <a:gd name="connsiteY247" fmla="*/ 2667145 h 4267200"/>
              <a:gd name="connsiteX248" fmla="*/ 10355047 w 12192000"/>
              <a:gd name="connsiteY248" fmla="*/ 2832031 h 4267200"/>
              <a:gd name="connsiteX249" fmla="*/ 10336080 w 12192000"/>
              <a:gd name="connsiteY249" fmla="*/ 2927011 h 4267200"/>
              <a:gd name="connsiteX250" fmla="*/ 10389394 w 12192000"/>
              <a:gd name="connsiteY250" fmla="*/ 2782834 h 4267200"/>
              <a:gd name="connsiteX251" fmla="*/ 10506276 w 12192000"/>
              <a:gd name="connsiteY251" fmla="*/ 2118977 h 4267200"/>
              <a:gd name="connsiteX252" fmla="*/ 11538179 w 12192000"/>
              <a:gd name="connsiteY252" fmla="*/ 2090376 h 4267200"/>
              <a:gd name="connsiteX253" fmla="*/ 11577479 w 12192000"/>
              <a:gd name="connsiteY253" fmla="*/ 2228695 h 4267200"/>
              <a:gd name="connsiteX254" fmla="*/ 11586754 w 12192000"/>
              <a:gd name="connsiteY254" fmla="*/ 2266098 h 4267200"/>
              <a:gd name="connsiteX255" fmla="*/ 11609011 w 12192000"/>
              <a:gd name="connsiteY255" fmla="*/ 2353427 h 4267200"/>
              <a:gd name="connsiteX256" fmla="*/ 11761579 w 12192000"/>
              <a:gd name="connsiteY256" fmla="*/ 2703223 h 4267200"/>
              <a:gd name="connsiteX257" fmla="*/ 11877711 w 12192000"/>
              <a:gd name="connsiteY257" fmla="*/ 2947465 h 4267200"/>
              <a:gd name="connsiteX258" fmla="*/ 11538179 w 12192000"/>
              <a:gd name="connsiteY258" fmla="*/ 2090376 h 4267200"/>
              <a:gd name="connsiteX259" fmla="*/ 6604735 w 12192000"/>
              <a:gd name="connsiteY259" fmla="*/ 2041381 h 4267200"/>
              <a:gd name="connsiteX260" fmla="*/ 7204487 w 12192000"/>
              <a:gd name="connsiteY260" fmla="*/ 2742112 h 4267200"/>
              <a:gd name="connsiteX261" fmla="*/ 7131592 w 12192000"/>
              <a:gd name="connsiteY261" fmla="*/ 2672096 h 4267200"/>
              <a:gd name="connsiteX262" fmla="*/ 6996344 w 12192000"/>
              <a:gd name="connsiteY262" fmla="*/ 2518310 h 4267200"/>
              <a:gd name="connsiteX263" fmla="*/ 6735495 w 12192000"/>
              <a:gd name="connsiteY263" fmla="*/ 2196890 h 4267200"/>
              <a:gd name="connsiteX264" fmla="*/ 6721901 w 12192000"/>
              <a:gd name="connsiteY264" fmla="*/ 2179274 h 4267200"/>
              <a:gd name="connsiteX265" fmla="*/ 6604735 w 12192000"/>
              <a:gd name="connsiteY265" fmla="*/ 2041381 h 4267200"/>
              <a:gd name="connsiteX266" fmla="*/ 11488421 w 12192000"/>
              <a:gd name="connsiteY266" fmla="*/ 2034549 h 4267200"/>
              <a:gd name="connsiteX267" fmla="*/ 11840356 w 12192000"/>
              <a:gd name="connsiteY267" fmla="*/ 2932293 h 4267200"/>
              <a:gd name="connsiteX268" fmla="*/ 11736331 w 12192000"/>
              <a:gd name="connsiteY268" fmla="*/ 2715710 h 4267200"/>
              <a:gd name="connsiteX269" fmla="*/ 11581560 w 12192000"/>
              <a:gd name="connsiteY269" fmla="*/ 2360474 h 4267200"/>
              <a:gd name="connsiteX270" fmla="*/ 11558442 w 12192000"/>
              <a:gd name="connsiteY270" fmla="*/ 2272139 h 4267200"/>
              <a:gd name="connsiteX271" fmla="*/ 11549169 w 12192000"/>
              <a:gd name="connsiteY271" fmla="*/ 2234734 h 4267200"/>
              <a:gd name="connsiteX272" fmla="*/ 11488421 w 12192000"/>
              <a:gd name="connsiteY272" fmla="*/ 2034549 h 4267200"/>
              <a:gd name="connsiteX273" fmla="*/ 10468916 w 12192000"/>
              <a:gd name="connsiteY273" fmla="*/ 2032338 h 4267200"/>
              <a:gd name="connsiteX274" fmla="*/ 10421480 w 12192000"/>
              <a:gd name="connsiteY274" fmla="*/ 2185446 h 4267200"/>
              <a:gd name="connsiteX275" fmla="*/ 10351264 w 12192000"/>
              <a:gd name="connsiteY275" fmla="*/ 2591574 h 4267200"/>
              <a:gd name="connsiteX276" fmla="*/ 10294485 w 12192000"/>
              <a:gd name="connsiteY276" fmla="*/ 2991809 h 4267200"/>
              <a:gd name="connsiteX277" fmla="*/ 10327850 w 12192000"/>
              <a:gd name="connsiteY277" fmla="*/ 2826310 h 4267200"/>
              <a:gd name="connsiteX278" fmla="*/ 10364099 w 12192000"/>
              <a:gd name="connsiteY278" fmla="*/ 2660098 h 4267200"/>
              <a:gd name="connsiteX279" fmla="*/ 10404725 w 12192000"/>
              <a:gd name="connsiteY279" fmla="*/ 2516991 h 4267200"/>
              <a:gd name="connsiteX280" fmla="*/ 10478071 w 12192000"/>
              <a:gd name="connsiteY280" fmla="*/ 2114122 h 4267200"/>
              <a:gd name="connsiteX281" fmla="*/ 10468916 w 12192000"/>
              <a:gd name="connsiteY281" fmla="*/ 2032338 h 4267200"/>
              <a:gd name="connsiteX282" fmla="*/ 10573132 w 12192000"/>
              <a:gd name="connsiteY282" fmla="*/ 1991479 h 4267200"/>
              <a:gd name="connsiteX283" fmla="*/ 11066880 w 12192000"/>
              <a:gd name="connsiteY283" fmla="*/ 2371770 h 4267200"/>
              <a:gd name="connsiteX284" fmla="*/ 10573132 w 12192000"/>
              <a:gd name="connsiteY284" fmla="*/ 1991479 h 4267200"/>
              <a:gd name="connsiteX285" fmla="*/ 6591670 w 12192000"/>
              <a:gd name="connsiteY285" fmla="*/ 1988277 h 4267200"/>
              <a:gd name="connsiteX286" fmla="*/ 6747349 w 12192000"/>
              <a:gd name="connsiteY286" fmla="*/ 2160069 h 4267200"/>
              <a:gd name="connsiteX287" fmla="*/ 6760943 w 12192000"/>
              <a:gd name="connsiteY287" fmla="*/ 2177686 h 4267200"/>
              <a:gd name="connsiteX288" fmla="*/ 7021065 w 12192000"/>
              <a:gd name="connsiteY288" fmla="*/ 2498102 h 4267200"/>
              <a:gd name="connsiteX289" fmla="*/ 7155223 w 12192000"/>
              <a:gd name="connsiteY289" fmla="*/ 2650386 h 4267200"/>
              <a:gd name="connsiteX290" fmla="*/ 7203167 w 12192000"/>
              <a:gd name="connsiteY290" fmla="*/ 2697288 h 4267200"/>
              <a:gd name="connsiteX291" fmla="*/ 6937703 w 12192000"/>
              <a:gd name="connsiteY291" fmla="*/ 2321981 h 4267200"/>
              <a:gd name="connsiteX292" fmla="*/ 6591670 w 12192000"/>
              <a:gd name="connsiteY292" fmla="*/ 1988277 h 4267200"/>
              <a:gd name="connsiteX293" fmla="*/ 5798671 w 12192000"/>
              <a:gd name="connsiteY293" fmla="*/ 1981601 h 4267200"/>
              <a:gd name="connsiteX294" fmla="*/ 5754709 w 12192000"/>
              <a:gd name="connsiteY294" fmla="*/ 2071454 h 4267200"/>
              <a:gd name="connsiteX295" fmla="*/ 5763044 w 12192000"/>
              <a:gd name="connsiteY295" fmla="*/ 2842206 h 4267200"/>
              <a:gd name="connsiteX296" fmla="*/ 5764974 w 12192000"/>
              <a:gd name="connsiteY296" fmla="*/ 2799609 h 4267200"/>
              <a:gd name="connsiteX297" fmla="*/ 5767665 w 12192000"/>
              <a:gd name="connsiteY297" fmla="*/ 2666409 h 4267200"/>
              <a:gd name="connsiteX298" fmla="*/ 5763055 w 12192000"/>
              <a:gd name="connsiteY298" fmla="*/ 2579705 h 4267200"/>
              <a:gd name="connsiteX299" fmla="*/ 5758079 w 12192000"/>
              <a:gd name="connsiteY299" fmla="*/ 2492508 h 4267200"/>
              <a:gd name="connsiteX300" fmla="*/ 5779325 w 12192000"/>
              <a:gd name="connsiteY300" fmla="*/ 2197069 h 4267200"/>
              <a:gd name="connsiteX301" fmla="*/ 5798671 w 12192000"/>
              <a:gd name="connsiteY301" fmla="*/ 1981601 h 4267200"/>
              <a:gd name="connsiteX302" fmla="*/ 5829202 w 12192000"/>
              <a:gd name="connsiteY302" fmla="*/ 1971679 h 4267200"/>
              <a:gd name="connsiteX303" fmla="*/ 5809558 w 12192000"/>
              <a:gd name="connsiteY303" fmla="*/ 2198043 h 4267200"/>
              <a:gd name="connsiteX304" fmla="*/ 5788653 w 12192000"/>
              <a:gd name="connsiteY304" fmla="*/ 2489430 h 4267200"/>
              <a:gd name="connsiteX305" fmla="*/ 5793439 w 12192000"/>
              <a:gd name="connsiteY305" fmla="*/ 2575235 h 4267200"/>
              <a:gd name="connsiteX306" fmla="*/ 5796837 w 12192000"/>
              <a:gd name="connsiteY306" fmla="*/ 2637633 h 4267200"/>
              <a:gd name="connsiteX307" fmla="*/ 5818614 w 12192000"/>
              <a:gd name="connsiteY307" fmla="*/ 2473055 h 4267200"/>
              <a:gd name="connsiteX308" fmla="*/ 5829202 w 12192000"/>
              <a:gd name="connsiteY308" fmla="*/ 1971679 h 4267200"/>
              <a:gd name="connsiteX309" fmla="*/ 10578769 w 12192000"/>
              <a:gd name="connsiteY309" fmla="*/ 1962963 h 4267200"/>
              <a:gd name="connsiteX310" fmla="*/ 11073823 w 12192000"/>
              <a:gd name="connsiteY310" fmla="*/ 2338658 h 4267200"/>
              <a:gd name="connsiteX311" fmla="*/ 10578769 w 12192000"/>
              <a:gd name="connsiteY311" fmla="*/ 1962963 h 4267200"/>
              <a:gd name="connsiteX312" fmla="*/ 5911389 w 12192000"/>
              <a:gd name="connsiteY312" fmla="*/ 1898371 h 4267200"/>
              <a:gd name="connsiteX313" fmla="*/ 6237627 w 12192000"/>
              <a:gd name="connsiteY313" fmla="*/ 2231921 h 4267200"/>
              <a:gd name="connsiteX314" fmla="*/ 5911389 w 12192000"/>
              <a:gd name="connsiteY314" fmla="*/ 1898371 h 4267200"/>
              <a:gd name="connsiteX315" fmla="*/ 6944437 w 12192000"/>
              <a:gd name="connsiteY315" fmla="*/ 1575402 h 4267200"/>
              <a:gd name="connsiteX316" fmla="*/ 6304730 w 12192000"/>
              <a:gd name="connsiteY316" fmla="*/ 1766654 h 4267200"/>
              <a:gd name="connsiteX317" fmla="*/ 6944437 w 12192000"/>
              <a:gd name="connsiteY317" fmla="*/ 1575402 h 4267200"/>
              <a:gd name="connsiteX318" fmla="*/ 7019523 w 12192000"/>
              <a:gd name="connsiteY318" fmla="*/ 1519450 h 4267200"/>
              <a:gd name="connsiteX319" fmla="*/ 6298091 w 12192000"/>
              <a:gd name="connsiteY319" fmla="*/ 1737122 h 4267200"/>
              <a:gd name="connsiteX320" fmla="*/ 7019523 w 12192000"/>
              <a:gd name="connsiteY320" fmla="*/ 1519450 h 4267200"/>
              <a:gd name="connsiteX321" fmla="*/ 2399523 w 12192000"/>
              <a:gd name="connsiteY321" fmla="*/ 1428234 h 4267200"/>
              <a:gd name="connsiteX322" fmla="*/ 2224982 w 12192000"/>
              <a:gd name="connsiteY322" fmla="*/ 1826201 h 4267200"/>
              <a:gd name="connsiteX323" fmla="*/ 2096099 w 12192000"/>
              <a:gd name="connsiteY323" fmla="*/ 2345900 h 4267200"/>
              <a:gd name="connsiteX324" fmla="*/ 2283317 w 12192000"/>
              <a:gd name="connsiteY324" fmla="*/ 1796925 h 4267200"/>
              <a:gd name="connsiteX325" fmla="*/ 2448558 w 12192000"/>
              <a:gd name="connsiteY325" fmla="*/ 1373435 h 4267200"/>
              <a:gd name="connsiteX326" fmla="*/ 2312521 w 12192000"/>
              <a:gd name="connsiteY326" fmla="*/ 1806140 h 4267200"/>
              <a:gd name="connsiteX327" fmla="*/ 2127533 w 12192000"/>
              <a:gd name="connsiteY327" fmla="*/ 2348380 h 4267200"/>
              <a:gd name="connsiteX328" fmla="*/ 2358080 w 12192000"/>
              <a:gd name="connsiteY328" fmla="*/ 1866134 h 4267200"/>
              <a:gd name="connsiteX329" fmla="*/ 2407436 w 12192000"/>
              <a:gd name="connsiteY329" fmla="*/ 1651070 h 4267200"/>
              <a:gd name="connsiteX330" fmla="*/ 2448558 w 12192000"/>
              <a:gd name="connsiteY330" fmla="*/ 1373435 h 4267200"/>
              <a:gd name="connsiteX331" fmla="*/ 278707 w 12192000"/>
              <a:gd name="connsiteY331" fmla="*/ 1352270 h 4267200"/>
              <a:gd name="connsiteX332" fmla="*/ 321570 w 12192000"/>
              <a:gd name="connsiteY332" fmla="*/ 1861610 h 4267200"/>
              <a:gd name="connsiteX333" fmla="*/ 294281 w 12192000"/>
              <a:gd name="connsiteY333" fmla="*/ 1440658 h 4267200"/>
              <a:gd name="connsiteX334" fmla="*/ 1423821 w 12192000"/>
              <a:gd name="connsiteY334" fmla="*/ 1351958 h 4267200"/>
              <a:gd name="connsiteX335" fmla="*/ 1638521 w 12192000"/>
              <a:gd name="connsiteY335" fmla="*/ 1908470 h 4267200"/>
              <a:gd name="connsiteX336" fmla="*/ 1754199 w 12192000"/>
              <a:gd name="connsiteY336" fmla="*/ 2149284 h 4267200"/>
              <a:gd name="connsiteX337" fmla="*/ 1908359 w 12192000"/>
              <a:gd name="connsiteY337" fmla="*/ 2364988 h 4267200"/>
              <a:gd name="connsiteX338" fmla="*/ 1647661 w 12192000"/>
              <a:gd name="connsiteY338" fmla="*/ 1825945 h 4267200"/>
              <a:gd name="connsiteX339" fmla="*/ 1423821 w 12192000"/>
              <a:gd name="connsiteY339" fmla="*/ 1351958 h 4267200"/>
              <a:gd name="connsiteX340" fmla="*/ 9518298 w 12192000"/>
              <a:gd name="connsiteY340" fmla="*/ 1338235 h 4267200"/>
              <a:gd name="connsiteX341" fmla="*/ 9838009 w 12192000"/>
              <a:gd name="connsiteY341" fmla="*/ 2272553 h 4267200"/>
              <a:gd name="connsiteX342" fmla="*/ 9805906 w 12192000"/>
              <a:gd name="connsiteY342" fmla="*/ 2159819 h 4267200"/>
              <a:gd name="connsiteX343" fmla="*/ 9801623 w 12192000"/>
              <a:gd name="connsiteY343" fmla="*/ 2142555 h 4267200"/>
              <a:gd name="connsiteX344" fmla="*/ 9628671 w 12192000"/>
              <a:gd name="connsiteY344" fmla="*/ 1617375 h 4267200"/>
              <a:gd name="connsiteX345" fmla="*/ 9598299 w 12192000"/>
              <a:gd name="connsiteY345" fmla="*/ 1544643 h 4267200"/>
              <a:gd name="connsiteX346" fmla="*/ 9518298 w 12192000"/>
              <a:gd name="connsiteY346" fmla="*/ 1338235 h 4267200"/>
              <a:gd name="connsiteX347" fmla="*/ 1431890 w 12192000"/>
              <a:gd name="connsiteY347" fmla="*/ 1306475 h 4267200"/>
              <a:gd name="connsiteX348" fmla="*/ 1507597 w 12192000"/>
              <a:gd name="connsiteY348" fmla="*/ 1446132 h 4267200"/>
              <a:gd name="connsiteX349" fmla="*/ 1674586 w 12192000"/>
              <a:gd name="connsiteY349" fmla="*/ 1813832 h 4267200"/>
              <a:gd name="connsiteX350" fmla="*/ 1815950 w 12192000"/>
              <a:gd name="connsiteY350" fmla="*/ 2128564 h 4267200"/>
              <a:gd name="connsiteX351" fmla="*/ 1984242 w 12192000"/>
              <a:gd name="connsiteY351" fmla="*/ 2430829 h 4267200"/>
              <a:gd name="connsiteX352" fmla="*/ 2014023 w 12192000"/>
              <a:gd name="connsiteY352" fmla="*/ 2450995 h 4267200"/>
              <a:gd name="connsiteX353" fmla="*/ 1747337 w 12192000"/>
              <a:gd name="connsiteY353" fmla="*/ 1855264 h 4267200"/>
              <a:gd name="connsiteX354" fmla="*/ 1533749 w 12192000"/>
              <a:gd name="connsiteY354" fmla="*/ 1478656 h 4267200"/>
              <a:gd name="connsiteX355" fmla="*/ 1431890 w 12192000"/>
              <a:gd name="connsiteY355" fmla="*/ 1306475 h 4267200"/>
              <a:gd name="connsiteX356" fmla="*/ 5052692 w 12192000"/>
              <a:gd name="connsiteY356" fmla="*/ 1292994 h 4267200"/>
              <a:gd name="connsiteX357" fmla="*/ 5200661 w 12192000"/>
              <a:gd name="connsiteY357" fmla="*/ 1635186 h 4267200"/>
              <a:gd name="connsiteX358" fmla="*/ 5297138 w 12192000"/>
              <a:gd name="connsiteY358" fmla="*/ 1906351 h 4267200"/>
              <a:gd name="connsiteX359" fmla="*/ 5052692 w 12192000"/>
              <a:gd name="connsiteY359" fmla="*/ 1292994 h 4267200"/>
              <a:gd name="connsiteX360" fmla="*/ 9528078 w 12192000"/>
              <a:gd name="connsiteY360" fmla="*/ 1278636 h 4267200"/>
              <a:gd name="connsiteX361" fmla="*/ 9623946 w 12192000"/>
              <a:gd name="connsiteY361" fmla="*/ 1534260 h 4267200"/>
              <a:gd name="connsiteX362" fmla="*/ 9654858 w 12192000"/>
              <a:gd name="connsiteY362" fmla="*/ 1607218 h 4267200"/>
              <a:gd name="connsiteX363" fmla="*/ 9826304 w 12192000"/>
              <a:gd name="connsiteY363" fmla="*/ 2125320 h 4267200"/>
              <a:gd name="connsiteX364" fmla="*/ 9701198 w 12192000"/>
              <a:gd name="connsiteY364" fmla="*/ 1646797 h 4267200"/>
              <a:gd name="connsiteX365" fmla="*/ 9528078 w 12192000"/>
              <a:gd name="connsiteY365" fmla="*/ 1278636 h 4267200"/>
              <a:gd name="connsiteX366" fmla="*/ 5009948 w 12192000"/>
              <a:gd name="connsiteY366" fmla="*/ 1273619 h 4267200"/>
              <a:gd name="connsiteX367" fmla="*/ 5121777 w 12192000"/>
              <a:gd name="connsiteY367" fmla="*/ 1654213 h 4267200"/>
              <a:gd name="connsiteX368" fmla="*/ 5293545 w 12192000"/>
              <a:gd name="connsiteY368" fmla="*/ 2072247 h 4267200"/>
              <a:gd name="connsiteX369" fmla="*/ 5294042 w 12192000"/>
              <a:gd name="connsiteY369" fmla="*/ 2065019 h 4267200"/>
              <a:gd name="connsiteX370" fmla="*/ 5171936 w 12192000"/>
              <a:gd name="connsiteY370" fmla="*/ 1647613 h 4267200"/>
              <a:gd name="connsiteX371" fmla="*/ 5009948 w 12192000"/>
              <a:gd name="connsiteY371" fmla="*/ 1273619 h 4267200"/>
              <a:gd name="connsiteX372" fmla="*/ 655236 w 12192000"/>
              <a:gd name="connsiteY372" fmla="*/ 1268632 h 4267200"/>
              <a:gd name="connsiteX373" fmla="*/ 839521 w 12192000"/>
              <a:gd name="connsiteY373" fmla="*/ 1685315 h 4267200"/>
              <a:gd name="connsiteX374" fmla="*/ 1109416 w 12192000"/>
              <a:gd name="connsiteY374" fmla="*/ 2061663 h 4267200"/>
              <a:gd name="connsiteX375" fmla="*/ 1298300 w 12192000"/>
              <a:gd name="connsiteY375" fmla="*/ 2247742 h 4267200"/>
              <a:gd name="connsiteX376" fmla="*/ 1125871 w 12192000"/>
              <a:gd name="connsiteY376" fmla="*/ 1989513 h 4267200"/>
              <a:gd name="connsiteX377" fmla="*/ 981574 w 12192000"/>
              <a:gd name="connsiteY377" fmla="*/ 1783157 h 4267200"/>
              <a:gd name="connsiteX378" fmla="*/ 922198 w 12192000"/>
              <a:gd name="connsiteY378" fmla="*/ 1677437 h 4267200"/>
              <a:gd name="connsiteX379" fmla="*/ 869293 w 12192000"/>
              <a:gd name="connsiteY379" fmla="*/ 1583214 h 4267200"/>
              <a:gd name="connsiteX380" fmla="*/ 751431 w 12192000"/>
              <a:gd name="connsiteY380" fmla="*/ 1405731 h 4267200"/>
              <a:gd name="connsiteX381" fmla="*/ 6516292 w 12192000"/>
              <a:gd name="connsiteY381" fmla="*/ 1263064 h 4267200"/>
              <a:gd name="connsiteX382" fmla="*/ 5736320 w 12192000"/>
              <a:gd name="connsiteY382" fmla="*/ 1501803 h 4267200"/>
              <a:gd name="connsiteX383" fmla="*/ 6516292 w 12192000"/>
              <a:gd name="connsiteY383" fmla="*/ 1263064 h 4267200"/>
              <a:gd name="connsiteX384" fmla="*/ 291466 w 12192000"/>
              <a:gd name="connsiteY384" fmla="*/ 1250369 h 4267200"/>
              <a:gd name="connsiteX385" fmla="*/ 323180 w 12192000"/>
              <a:gd name="connsiteY385" fmla="*/ 1435283 h 4267200"/>
              <a:gd name="connsiteX386" fmla="*/ 349381 w 12192000"/>
              <a:gd name="connsiteY386" fmla="*/ 1875041 h 4267200"/>
              <a:gd name="connsiteX387" fmla="*/ 374363 w 12192000"/>
              <a:gd name="connsiteY387" fmla="*/ 1506494 h 4267200"/>
              <a:gd name="connsiteX388" fmla="*/ 302168 w 12192000"/>
              <a:gd name="connsiteY388" fmla="*/ 1274495 h 4267200"/>
              <a:gd name="connsiteX389" fmla="*/ 291466 w 12192000"/>
              <a:gd name="connsiteY389" fmla="*/ 1250369 h 4267200"/>
              <a:gd name="connsiteX390" fmla="*/ 678222 w 12192000"/>
              <a:gd name="connsiteY390" fmla="*/ 1248670 h 4267200"/>
              <a:gd name="connsiteX391" fmla="*/ 775536 w 12192000"/>
              <a:gd name="connsiteY391" fmla="*/ 1388015 h 4267200"/>
              <a:gd name="connsiteX392" fmla="*/ 894529 w 12192000"/>
              <a:gd name="connsiteY392" fmla="*/ 1567739 h 4267200"/>
              <a:gd name="connsiteX393" fmla="*/ 948000 w 12192000"/>
              <a:gd name="connsiteY393" fmla="*/ 1663088 h 4267200"/>
              <a:gd name="connsiteX394" fmla="*/ 1006812 w 12192000"/>
              <a:gd name="connsiteY394" fmla="*/ 1767683 h 4267200"/>
              <a:gd name="connsiteX395" fmla="*/ 1149133 w 12192000"/>
              <a:gd name="connsiteY395" fmla="*/ 1971513 h 4267200"/>
              <a:gd name="connsiteX396" fmla="*/ 1333952 w 12192000"/>
              <a:gd name="connsiteY396" fmla="*/ 2251620 h 4267200"/>
              <a:gd name="connsiteX397" fmla="*/ 1337329 w 12192000"/>
              <a:gd name="connsiteY397" fmla="*/ 2258350 h 4267200"/>
              <a:gd name="connsiteX398" fmla="*/ 1014726 w 12192000"/>
              <a:gd name="connsiteY398" fmla="*/ 1615556 h 4267200"/>
              <a:gd name="connsiteX399" fmla="*/ 678222 w 12192000"/>
              <a:gd name="connsiteY399" fmla="*/ 1248670 h 4267200"/>
              <a:gd name="connsiteX400" fmla="*/ 9441752 w 12192000"/>
              <a:gd name="connsiteY400" fmla="*/ 1245311 h 4267200"/>
              <a:gd name="connsiteX401" fmla="*/ 9278979 w 12192000"/>
              <a:gd name="connsiteY401" fmla="*/ 1406236 h 4267200"/>
              <a:gd name="connsiteX402" fmla="*/ 9235540 w 12192000"/>
              <a:gd name="connsiteY402" fmla="*/ 1546869 h 4267200"/>
              <a:gd name="connsiteX403" fmla="*/ 9264074 w 12192000"/>
              <a:gd name="connsiteY403" fmla="*/ 1557016 h 4267200"/>
              <a:gd name="connsiteX404" fmla="*/ 9441752 w 12192000"/>
              <a:gd name="connsiteY404" fmla="*/ 1245311 h 4267200"/>
              <a:gd name="connsiteX405" fmla="*/ 6691602 w 12192000"/>
              <a:gd name="connsiteY405" fmla="*/ 1140573 h 4267200"/>
              <a:gd name="connsiteX406" fmla="*/ 6571100 w 12192000"/>
              <a:gd name="connsiteY406" fmla="*/ 1183662 h 4267200"/>
              <a:gd name="connsiteX407" fmla="*/ 6241687 w 12192000"/>
              <a:gd name="connsiteY407" fmla="*/ 1257600 h 4267200"/>
              <a:gd name="connsiteX408" fmla="*/ 5693009 w 12192000"/>
              <a:gd name="connsiteY408" fmla="*/ 1478256 h 4267200"/>
              <a:gd name="connsiteX409" fmla="*/ 6548420 w 12192000"/>
              <a:gd name="connsiteY409" fmla="*/ 1214599 h 4267200"/>
              <a:gd name="connsiteX410" fmla="*/ 6605473 w 12192000"/>
              <a:gd name="connsiteY410" fmla="*/ 1184686 h 4267200"/>
              <a:gd name="connsiteX411" fmla="*/ 6691602 w 12192000"/>
              <a:gd name="connsiteY411" fmla="*/ 1140573 h 4267200"/>
              <a:gd name="connsiteX412" fmla="*/ 4002475 w 12192000"/>
              <a:gd name="connsiteY412" fmla="*/ 1037802 h 4267200"/>
              <a:gd name="connsiteX413" fmla="*/ 4000324 w 12192000"/>
              <a:gd name="connsiteY413" fmla="*/ 1039362 h 4267200"/>
              <a:gd name="connsiteX414" fmla="*/ 4002862 w 12192000"/>
              <a:gd name="connsiteY414" fmla="*/ 1042866 h 4267200"/>
              <a:gd name="connsiteX415" fmla="*/ 4002475 w 12192000"/>
              <a:gd name="connsiteY415" fmla="*/ 1037802 h 4267200"/>
              <a:gd name="connsiteX416" fmla="*/ 506322 w 12192000"/>
              <a:gd name="connsiteY416" fmla="*/ 1020997 h 4267200"/>
              <a:gd name="connsiteX417" fmla="*/ 533068 w 12192000"/>
              <a:gd name="connsiteY417" fmla="*/ 1029409 h 4267200"/>
              <a:gd name="connsiteX418" fmla="*/ 1232525 w 12192000"/>
              <a:gd name="connsiteY418" fmla="*/ 1804675 h 4267200"/>
              <a:gd name="connsiteX419" fmla="*/ 1388858 w 12192000"/>
              <a:gd name="connsiteY419" fmla="*/ 2368011 h 4267200"/>
              <a:gd name="connsiteX420" fmla="*/ 1384098 w 12192000"/>
              <a:gd name="connsiteY420" fmla="*/ 2378125 h 4267200"/>
              <a:gd name="connsiteX421" fmla="*/ 1425393 w 12192000"/>
              <a:gd name="connsiteY421" fmla="*/ 2589124 h 4267200"/>
              <a:gd name="connsiteX422" fmla="*/ 1424001 w 12192000"/>
              <a:gd name="connsiteY422" fmla="*/ 2597541 h 4267200"/>
              <a:gd name="connsiteX423" fmla="*/ 2152729 w 12192000"/>
              <a:gd name="connsiteY423" fmla="*/ 2864487 h 4267200"/>
              <a:gd name="connsiteX424" fmla="*/ 2020609 w 12192000"/>
              <a:gd name="connsiteY424" fmla="*/ 2539671 h 4267200"/>
              <a:gd name="connsiteX425" fmla="*/ 2018920 w 12192000"/>
              <a:gd name="connsiteY425" fmla="*/ 2536309 h 4267200"/>
              <a:gd name="connsiteX426" fmla="*/ 1342441 w 12192000"/>
              <a:gd name="connsiteY426" fmla="*/ 1173017 h 4267200"/>
              <a:gd name="connsiteX427" fmla="*/ 1367925 w 12192000"/>
              <a:gd name="connsiteY427" fmla="*/ 1135648 h 4267200"/>
              <a:gd name="connsiteX428" fmla="*/ 1771401 w 12192000"/>
              <a:gd name="connsiteY428" fmla="*/ 1806673 h 4267200"/>
              <a:gd name="connsiteX429" fmla="*/ 1972385 w 12192000"/>
              <a:gd name="connsiteY429" fmla="*/ 2198735 h 4267200"/>
              <a:gd name="connsiteX430" fmla="*/ 2040892 w 12192000"/>
              <a:gd name="connsiteY430" fmla="*/ 2405205 h 4267200"/>
              <a:gd name="connsiteX431" fmla="*/ 2131689 w 12192000"/>
              <a:gd name="connsiteY431" fmla="*/ 1936926 h 4267200"/>
              <a:gd name="connsiteX432" fmla="*/ 2454820 w 12192000"/>
              <a:gd name="connsiteY432" fmla="*/ 1248808 h 4267200"/>
              <a:gd name="connsiteX433" fmla="*/ 2492512 w 12192000"/>
              <a:gd name="connsiteY433" fmla="*/ 1302920 h 4267200"/>
              <a:gd name="connsiteX434" fmla="*/ 2081216 w 12192000"/>
              <a:gd name="connsiteY434" fmla="*/ 2527513 h 4267200"/>
              <a:gd name="connsiteX435" fmla="*/ 2081211 w 12192000"/>
              <a:gd name="connsiteY435" fmla="*/ 2528916 h 4267200"/>
              <a:gd name="connsiteX436" fmla="*/ 2199067 w 12192000"/>
              <a:gd name="connsiteY436" fmla="*/ 2884061 h 4267200"/>
              <a:gd name="connsiteX437" fmla="*/ 3192586 w 12192000"/>
              <a:gd name="connsiteY437" fmla="*/ 3411496 h 4267200"/>
              <a:gd name="connsiteX438" fmla="*/ 3182620 w 12192000"/>
              <a:gd name="connsiteY438" fmla="*/ 3483279 h 4267200"/>
              <a:gd name="connsiteX439" fmla="*/ 2435119 w 12192000"/>
              <a:gd name="connsiteY439" fmla="*/ 3080173 h 4267200"/>
              <a:gd name="connsiteX440" fmla="*/ 2410152 w 12192000"/>
              <a:gd name="connsiteY440" fmla="*/ 3063751 h 4267200"/>
              <a:gd name="connsiteX441" fmla="*/ 2408099 w 12192000"/>
              <a:gd name="connsiteY441" fmla="*/ 3064403 h 4267200"/>
              <a:gd name="connsiteX442" fmla="*/ 2407218 w 12192000"/>
              <a:gd name="connsiteY442" fmla="*/ 3070324 h 4267200"/>
              <a:gd name="connsiteX443" fmla="*/ 2380138 w 12192000"/>
              <a:gd name="connsiteY443" fmla="*/ 3099341 h 4267200"/>
              <a:gd name="connsiteX444" fmla="*/ 1765923 w 12192000"/>
              <a:gd name="connsiteY444" fmla="*/ 3581043 h 4267200"/>
              <a:gd name="connsiteX445" fmla="*/ 1702258 w 12192000"/>
              <a:gd name="connsiteY445" fmla="*/ 3612286 h 4267200"/>
              <a:gd name="connsiteX446" fmla="*/ 1538370 w 12192000"/>
              <a:gd name="connsiteY446" fmla="*/ 3811804 h 4267200"/>
              <a:gd name="connsiteX447" fmla="*/ 1325720 w 12192000"/>
              <a:gd name="connsiteY447" fmla="*/ 4125411 h 4267200"/>
              <a:gd name="connsiteX448" fmla="*/ 1206279 w 12192000"/>
              <a:gd name="connsiteY448" fmla="*/ 4267200 h 4267200"/>
              <a:gd name="connsiteX449" fmla="*/ 1115040 w 12192000"/>
              <a:gd name="connsiteY449" fmla="*/ 4267200 h 4267200"/>
              <a:gd name="connsiteX450" fmla="*/ 1258195 w 12192000"/>
              <a:gd name="connsiteY450" fmla="*/ 4099624 h 4267200"/>
              <a:gd name="connsiteX451" fmla="*/ 1423113 w 12192000"/>
              <a:gd name="connsiteY451" fmla="*/ 3874565 h 4267200"/>
              <a:gd name="connsiteX452" fmla="*/ 1260565 w 12192000"/>
              <a:gd name="connsiteY452" fmla="*/ 4031982 h 4267200"/>
              <a:gd name="connsiteX453" fmla="*/ 1073327 w 12192000"/>
              <a:gd name="connsiteY453" fmla="*/ 4218727 h 4267200"/>
              <a:gd name="connsiteX454" fmla="*/ 1032294 w 12192000"/>
              <a:gd name="connsiteY454" fmla="*/ 4267200 h 4267200"/>
              <a:gd name="connsiteX455" fmla="*/ 993830 w 12192000"/>
              <a:gd name="connsiteY455" fmla="*/ 4267200 h 4267200"/>
              <a:gd name="connsiteX456" fmla="*/ 1051860 w 12192000"/>
              <a:gd name="connsiteY456" fmla="*/ 4198693 h 4267200"/>
              <a:gd name="connsiteX457" fmla="*/ 1240607 w 12192000"/>
              <a:gd name="connsiteY457" fmla="*/ 4010401 h 4267200"/>
              <a:gd name="connsiteX458" fmla="*/ 1310106 w 12192000"/>
              <a:gd name="connsiteY458" fmla="*/ 3943217 h 4267200"/>
              <a:gd name="connsiteX459" fmla="*/ 952103 w 12192000"/>
              <a:gd name="connsiteY459" fmla="*/ 4265972 h 4267200"/>
              <a:gd name="connsiteX460" fmla="*/ 951207 w 12192000"/>
              <a:gd name="connsiteY460" fmla="*/ 4267200 h 4267200"/>
              <a:gd name="connsiteX461" fmla="*/ 862760 w 12192000"/>
              <a:gd name="connsiteY461" fmla="*/ 4267200 h 4267200"/>
              <a:gd name="connsiteX462" fmla="*/ 909145 w 12192000"/>
              <a:gd name="connsiteY462" fmla="*/ 4199225 h 4267200"/>
              <a:gd name="connsiteX463" fmla="*/ 1214067 w 12192000"/>
              <a:gd name="connsiteY463" fmla="*/ 3908561 h 4267200"/>
              <a:gd name="connsiteX464" fmla="*/ 640967 w 12192000"/>
              <a:gd name="connsiteY464" fmla="*/ 4105601 h 4267200"/>
              <a:gd name="connsiteX465" fmla="*/ 372807 w 12192000"/>
              <a:gd name="connsiteY465" fmla="*/ 4243651 h 4267200"/>
              <a:gd name="connsiteX466" fmla="*/ 332830 w 12192000"/>
              <a:gd name="connsiteY466" fmla="*/ 4267200 h 4267200"/>
              <a:gd name="connsiteX467" fmla="*/ 168301 w 12192000"/>
              <a:gd name="connsiteY467" fmla="*/ 4267200 h 4267200"/>
              <a:gd name="connsiteX468" fmla="*/ 278002 w 12192000"/>
              <a:gd name="connsiteY468" fmla="*/ 4201399 h 4267200"/>
              <a:gd name="connsiteX469" fmla="*/ 527241 w 12192000"/>
              <a:gd name="connsiteY469" fmla="*/ 4065078 h 4267200"/>
              <a:gd name="connsiteX470" fmla="*/ 1510397 w 12192000"/>
              <a:gd name="connsiteY470" fmla="*/ 3684705 h 4267200"/>
              <a:gd name="connsiteX471" fmla="*/ 1146550 w 12192000"/>
              <a:gd name="connsiteY471" fmla="*/ 3802012 h 4267200"/>
              <a:gd name="connsiteX472" fmla="*/ 698834 w 12192000"/>
              <a:gd name="connsiteY472" fmla="*/ 3952272 h 4267200"/>
              <a:gd name="connsiteX473" fmla="*/ 192528 w 12192000"/>
              <a:gd name="connsiteY473" fmla="*/ 4236299 h 4267200"/>
              <a:gd name="connsiteX474" fmla="*/ 148586 w 12192000"/>
              <a:gd name="connsiteY474" fmla="*/ 4267200 h 4267200"/>
              <a:gd name="connsiteX475" fmla="*/ 98116 w 12192000"/>
              <a:gd name="connsiteY475" fmla="*/ 4267200 h 4267200"/>
              <a:gd name="connsiteX476" fmla="*/ 169669 w 12192000"/>
              <a:gd name="connsiteY476" fmla="*/ 4216852 h 4267200"/>
              <a:gd name="connsiteX477" fmla="*/ 687572 w 12192000"/>
              <a:gd name="connsiteY477" fmla="*/ 3925629 h 4267200"/>
              <a:gd name="connsiteX478" fmla="*/ 1138365 w 12192000"/>
              <a:gd name="connsiteY478" fmla="*/ 3774515 h 4267200"/>
              <a:gd name="connsiteX479" fmla="*/ 1505579 w 12192000"/>
              <a:gd name="connsiteY479" fmla="*/ 3655526 h 4267200"/>
              <a:gd name="connsiteX480" fmla="*/ 1313114 w 12192000"/>
              <a:gd name="connsiteY480" fmla="*/ 3655216 h 4267200"/>
              <a:gd name="connsiteX481" fmla="*/ 1109304 w 12192000"/>
              <a:gd name="connsiteY481" fmla="*/ 3669030 h 4267200"/>
              <a:gd name="connsiteX482" fmla="*/ 258951 w 12192000"/>
              <a:gd name="connsiteY482" fmla="*/ 4111994 h 4267200"/>
              <a:gd name="connsiteX483" fmla="*/ 80807 w 12192000"/>
              <a:gd name="connsiteY483" fmla="*/ 4267200 h 4267200"/>
              <a:gd name="connsiteX484" fmla="*/ 0 w 12192000"/>
              <a:gd name="connsiteY484" fmla="*/ 4267200 h 4267200"/>
              <a:gd name="connsiteX485" fmla="*/ 0 w 12192000"/>
              <a:gd name="connsiteY485" fmla="*/ 4233763 h 4267200"/>
              <a:gd name="connsiteX486" fmla="*/ 36881 w 12192000"/>
              <a:gd name="connsiteY486" fmla="*/ 4200118 h 4267200"/>
              <a:gd name="connsiteX487" fmla="*/ 910534 w 12192000"/>
              <a:gd name="connsiteY487" fmla="*/ 3629753 h 4267200"/>
              <a:gd name="connsiteX488" fmla="*/ 1578717 w 12192000"/>
              <a:gd name="connsiteY488" fmla="*/ 3575982 h 4267200"/>
              <a:gd name="connsiteX489" fmla="*/ 2338780 w 12192000"/>
              <a:gd name="connsiteY489" fmla="*/ 3033725 h 4267200"/>
              <a:gd name="connsiteX490" fmla="*/ 1807991 w 12192000"/>
              <a:gd name="connsiteY490" fmla="*/ 2807184 h 4267200"/>
              <a:gd name="connsiteX491" fmla="*/ 1416358 w 12192000"/>
              <a:gd name="connsiteY491" fmla="*/ 3112571 h 4267200"/>
              <a:gd name="connsiteX492" fmla="*/ 939066 w 12192000"/>
              <a:gd name="connsiteY492" fmla="*/ 3378798 h 4267200"/>
              <a:gd name="connsiteX493" fmla="*/ 115099 w 12192000"/>
              <a:gd name="connsiteY493" fmla="*/ 3607650 h 4267200"/>
              <a:gd name="connsiteX494" fmla="*/ 97284 w 12192000"/>
              <a:gd name="connsiteY494" fmla="*/ 3520393 h 4267200"/>
              <a:gd name="connsiteX495" fmla="*/ 922050 w 12192000"/>
              <a:gd name="connsiteY495" fmla="*/ 3074867 h 4267200"/>
              <a:gd name="connsiteX496" fmla="*/ 1405265 w 12192000"/>
              <a:gd name="connsiteY496" fmla="*/ 3016319 h 4267200"/>
              <a:gd name="connsiteX497" fmla="*/ 1407512 w 12192000"/>
              <a:gd name="connsiteY497" fmla="*/ 3018001 h 4267200"/>
              <a:gd name="connsiteX498" fmla="*/ 1726266 w 12192000"/>
              <a:gd name="connsiteY498" fmla="*/ 2777274 h 4267200"/>
              <a:gd name="connsiteX499" fmla="*/ 625390 w 12192000"/>
              <a:gd name="connsiteY499" fmla="*/ 2514541 h 4267200"/>
              <a:gd name="connsiteX500" fmla="*/ 619799 w 12192000"/>
              <a:gd name="connsiteY500" fmla="*/ 2527180 h 4267200"/>
              <a:gd name="connsiteX501" fmla="*/ 310030 w 12192000"/>
              <a:gd name="connsiteY501" fmla="*/ 2771818 h 4267200"/>
              <a:gd name="connsiteX502" fmla="*/ 173877 w 12192000"/>
              <a:gd name="connsiteY502" fmla="*/ 2937056 h 4267200"/>
              <a:gd name="connsiteX503" fmla="*/ 77889 w 12192000"/>
              <a:gd name="connsiteY503" fmla="*/ 3138440 h 4267200"/>
              <a:gd name="connsiteX504" fmla="*/ 0 w 12192000"/>
              <a:gd name="connsiteY504" fmla="*/ 3271395 h 4267200"/>
              <a:gd name="connsiteX505" fmla="*/ 0 w 12192000"/>
              <a:gd name="connsiteY505" fmla="*/ 3153002 h 4267200"/>
              <a:gd name="connsiteX506" fmla="*/ 2386 w 12192000"/>
              <a:gd name="connsiteY506" fmla="*/ 3149203 h 4267200"/>
              <a:gd name="connsiteX507" fmla="*/ 89753 w 12192000"/>
              <a:gd name="connsiteY507" fmla="*/ 2987702 h 4267200"/>
              <a:gd name="connsiteX508" fmla="*/ 76869 w 12192000"/>
              <a:gd name="connsiteY508" fmla="*/ 3005404 h 4267200"/>
              <a:gd name="connsiteX509" fmla="*/ 32049 w 12192000"/>
              <a:gd name="connsiteY509" fmla="*/ 3065814 h 4267200"/>
              <a:gd name="connsiteX510" fmla="*/ 0 w 12192000"/>
              <a:gd name="connsiteY510" fmla="*/ 3108744 h 4267200"/>
              <a:gd name="connsiteX511" fmla="*/ 0 w 12192000"/>
              <a:gd name="connsiteY511" fmla="*/ 3058059 h 4267200"/>
              <a:gd name="connsiteX512" fmla="*/ 7610 w 12192000"/>
              <a:gd name="connsiteY512" fmla="*/ 3047889 h 4267200"/>
              <a:gd name="connsiteX513" fmla="*/ 52419 w 12192000"/>
              <a:gd name="connsiteY513" fmla="*/ 2987479 h 4267200"/>
              <a:gd name="connsiteX514" fmla="*/ 59142 w 12192000"/>
              <a:gd name="connsiteY514" fmla="*/ 2978488 h 4267200"/>
              <a:gd name="connsiteX515" fmla="*/ 0 w 12192000"/>
              <a:gd name="connsiteY515" fmla="*/ 3015334 h 4267200"/>
              <a:gd name="connsiteX516" fmla="*/ 0 w 12192000"/>
              <a:gd name="connsiteY516" fmla="*/ 2914286 h 4267200"/>
              <a:gd name="connsiteX517" fmla="*/ 36383 w 12192000"/>
              <a:gd name="connsiteY517" fmla="*/ 2901128 h 4267200"/>
              <a:gd name="connsiteX518" fmla="*/ 156329 w 12192000"/>
              <a:gd name="connsiteY518" fmla="*/ 2840533 h 4267200"/>
              <a:gd name="connsiteX519" fmla="*/ 358355 w 12192000"/>
              <a:gd name="connsiteY519" fmla="*/ 2620471 h 4267200"/>
              <a:gd name="connsiteX520" fmla="*/ 510577 w 12192000"/>
              <a:gd name="connsiteY520" fmla="*/ 2501244 h 4267200"/>
              <a:gd name="connsiteX521" fmla="*/ 211967 w 12192000"/>
              <a:gd name="connsiteY521" fmla="*/ 2479171 h 4267200"/>
              <a:gd name="connsiteX522" fmla="*/ 0 w 12192000"/>
              <a:gd name="connsiteY522" fmla="*/ 2476398 h 4267200"/>
              <a:gd name="connsiteX523" fmla="*/ 0 w 12192000"/>
              <a:gd name="connsiteY523" fmla="*/ 2389189 h 4267200"/>
              <a:gd name="connsiteX524" fmla="*/ 103062 w 12192000"/>
              <a:gd name="connsiteY524" fmla="*/ 2389518 h 4267200"/>
              <a:gd name="connsiteX525" fmla="*/ 510734 w 12192000"/>
              <a:gd name="connsiteY525" fmla="*/ 2416201 h 4267200"/>
              <a:gd name="connsiteX526" fmla="*/ 279257 w 12192000"/>
              <a:gd name="connsiteY526" fmla="*/ 2092102 h 4267200"/>
              <a:gd name="connsiteX527" fmla="*/ 65265 w 12192000"/>
              <a:gd name="connsiteY527" fmla="*/ 2006049 h 4267200"/>
              <a:gd name="connsiteX528" fmla="*/ 0 w 12192000"/>
              <a:gd name="connsiteY528" fmla="*/ 1982532 h 4267200"/>
              <a:gd name="connsiteX529" fmla="*/ 0 w 12192000"/>
              <a:gd name="connsiteY529" fmla="*/ 1912789 h 4267200"/>
              <a:gd name="connsiteX530" fmla="*/ 97460 w 12192000"/>
              <a:gd name="connsiteY530" fmla="*/ 1953725 h 4267200"/>
              <a:gd name="connsiteX531" fmla="*/ 221272 w 12192000"/>
              <a:gd name="connsiteY531" fmla="*/ 1980766 h 4267200"/>
              <a:gd name="connsiteX532" fmla="*/ 116765 w 12192000"/>
              <a:gd name="connsiteY532" fmla="*/ 1911033 h 4267200"/>
              <a:gd name="connsiteX533" fmla="*/ 16405 w 12192000"/>
              <a:gd name="connsiteY533" fmla="*/ 1803412 h 4267200"/>
              <a:gd name="connsiteX534" fmla="*/ 0 w 12192000"/>
              <a:gd name="connsiteY534" fmla="*/ 1784777 h 4267200"/>
              <a:gd name="connsiteX535" fmla="*/ 0 w 12192000"/>
              <a:gd name="connsiteY535" fmla="*/ 1740082 h 4267200"/>
              <a:gd name="connsiteX536" fmla="*/ 39394 w 12192000"/>
              <a:gd name="connsiteY536" fmla="*/ 1784856 h 4267200"/>
              <a:gd name="connsiteX537" fmla="*/ 135813 w 12192000"/>
              <a:gd name="connsiteY537" fmla="*/ 1888838 h 4267200"/>
              <a:gd name="connsiteX538" fmla="*/ 242575 w 12192000"/>
              <a:gd name="connsiteY538" fmla="*/ 1958841 h 4267200"/>
              <a:gd name="connsiteX539" fmla="*/ 82197 w 12192000"/>
              <a:gd name="connsiteY539" fmla="*/ 1754826 h 4267200"/>
              <a:gd name="connsiteX540" fmla="*/ 0 w 12192000"/>
              <a:gd name="connsiteY540" fmla="*/ 1679650 h 4267200"/>
              <a:gd name="connsiteX541" fmla="*/ 0 w 12192000"/>
              <a:gd name="connsiteY541" fmla="*/ 1602463 h 4267200"/>
              <a:gd name="connsiteX542" fmla="*/ 84689 w 12192000"/>
              <a:gd name="connsiteY542" fmla="*/ 1677442 h 4267200"/>
              <a:gd name="connsiteX543" fmla="*/ 298437 w 12192000"/>
              <a:gd name="connsiteY543" fmla="*/ 1968019 h 4267200"/>
              <a:gd name="connsiteX544" fmla="*/ 227269 w 12192000"/>
              <a:gd name="connsiteY544" fmla="*/ 1114064 h 4267200"/>
              <a:gd name="connsiteX545" fmla="*/ 248003 w 12192000"/>
              <a:gd name="connsiteY545" fmla="*/ 1089613 h 4267200"/>
              <a:gd name="connsiteX546" fmla="*/ 427020 w 12192000"/>
              <a:gd name="connsiteY546" fmla="*/ 1619803 h 4267200"/>
              <a:gd name="connsiteX547" fmla="*/ 340345 w 12192000"/>
              <a:gd name="connsiteY547" fmla="*/ 2027739 h 4267200"/>
              <a:gd name="connsiteX548" fmla="*/ 360865 w 12192000"/>
              <a:gd name="connsiteY548" fmla="*/ 2044827 h 4267200"/>
              <a:gd name="connsiteX549" fmla="*/ 560414 w 12192000"/>
              <a:gd name="connsiteY549" fmla="*/ 2421457 h 4267200"/>
              <a:gd name="connsiteX550" fmla="*/ 1359703 w 12192000"/>
              <a:gd name="connsiteY550" fmla="*/ 2578554 h 4267200"/>
              <a:gd name="connsiteX551" fmla="*/ 1359422 w 12192000"/>
              <a:gd name="connsiteY551" fmla="*/ 2577994 h 4267200"/>
              <a:gd name="connsiteX552" fmla="*/ 828701 w 12192000"/>
              <a:gd name="connsiteY552" fmla="*/ 1839520 h 4267200"/>
              <a:gd name="connsiteX553" fmla="*/ 494427 w 12192000"/>
              <a:gd name="connsiteY553" fmla="*/ 1092333 h 4267200"/>
              <a:gd name="connsiteX554" fmla="*/ 506322 w 12192000"/>
              <a:gd name="connsiteY554" fmla="*/ 1020997 h 4267200"/>
              <a:gd name="connsiteX555" fmla="*/ 4570198 w 12192000"/>
              <a:gd name="connsiteY555" fmla="*/ 978081 h 4267200"/>
              <a:gd name="connsiteX556" fmla="*/ 4523691 w 12192000"/>
              <a:gd name="connsiteY556" fmla="*/ 1127776 h 4267200"/>
              <a:gd name="connsiteX557" fmla="*/ 4509875 w 12192000"/>
              <a:gd name="connsiteY557" fmla="*/ 1167552 h 4267200"/>
              <a:gd name="connsiteX558" fmla="*/ 4478168 w 12192000"/>
              <a:gd name="connsiteY558" fmla="*/ 1260735 h 4267200"/>
              <a:gd name="connsiteX559" fmla="*/ 4409309 w 12192000"/>
              <a:gd name="connsiteY559" fmla="*/ 1666996 h 4267200"/>
              <a:gd name="connsiteX560" fmla="*/ 4370031 w 12192000"/>
              <a:gd name="connsiteY560" fmla="*/ 1955666 h 4267200"/>
              <a:gd name="connsiteX561" fmla="*/ 4570198 w 12192000"/>
              <a:gd name="connsiteY561" fmla="*/ 978081 h 4267200"/>
              <a:gd name="connsiteX562" fmla="*/ 12149131 w 12192000"/>
              <a:gd name="connsiteY562" fmla="*/ 959050 h 4267200"/>
              <a:gd name="connsiteX563" fmla="*/ 12105664 w 12192000"/>
              <a:gd name="connsiteY563" fmla="*/ 1006960 h 4267200"/>
              <a:gd name="connsiteX564" fmla="*/ 11883102 w 12192000"/>
              <a:gd name="connsiteY564" fmla="*/ 1184424 h 4267200"/>
              <a:gd name="connsiteX565" fmla="*/ 11665174 w 12192000"/>
              <a:gd name="connsiteY565" fmla="*/ 1317493 h 4267200"/>
              <a:gd name="connsiteX566" fmla="*/ 11590337 w 12192000"/>
              <a:gd name="connsiteY566" fmla="*/ 1348256 h 4267200"/>
              <a:gd name="connsiteX567" fmla="*/ 11492588 w 12192000"/>
              <a:gd name="connsiteY567" fmla="*/ 1390573 h 4267200"/>
              <a:gd name="connsiteX568" fmla="*/ 11888865 w 12192000"/>
              <a:gd name="connsiteY568" fmla="*/ 1220988 h 4267200"/>
              <a:gd name="connsiteX569" fmla="*/ 12149131 w 12192000"/>
              <a:gd name="connsiteY569" fmla="*/ 959050 h 4267200"/>
              <a:gd name="connsiteX570" fmla="*/ 4557898 w 12192000"/>
              <a:gd name="connsiteY570" fmla="*/ 900011 h 4267200"/>
              <a:gd name="connsiteX571" fmla="*/ 4344840 w 12192000"/>
              <a:gd name="connsiteY571" fmla="*/ 1922038 h 4267200"/>
              <a:gd name="connsiteX572" fmla="*/ 4378710 w 12192000"/>
              <a:gd name="connsiteY572" fmla="*/ 1665516 h 4267200"/>
              <a:gd name="connsiteX573" fmla="*/ 4448798 w 12192000"/>
              <a:gd name="connsiteY573" fmla="*/ 1253024 h 4267200"/>
              <a:gd name="connsiteX574" fmla="*/ 4480315 w 12192000"/>
              <a:gd name="connsiteY574" fmla="*/ 1158454 h 4267200"/>
              <a:gd name="connsiteX575" fmla="*/ 4494133 w 12192000"/>
              <a:gd name="connsiteY575" fmla="*/ 1118676 h 4267200"/>
              <a:gd name="connsiteX576" fmla="*/ 4557898 w 12192000"/>
              <a:gd name="connsiteY576" fmla="*/ 900011 h 4267200"/>
              <a:gd name="connsiteX577" fmla="*/ 5870151 w 12192000"/>
              <a:gd name="connsiteY577" fmla="*/ 898890 h 4267200"/>
              <a:gd name="connsiteX578" fmla="*/ 5861335 w 12192000"/>
              <a:gd name="connsiteY578" fmla="*/ 899177 h 4267200"/>
              <a:gd name="connsiteX579" fmla="*/ 5843702 w 12192000"/>
              <a:gd name="connsiteY579" fmla="*/ 899748 h 4267200"/>
              <a:gd name="connsiteX580" fmla="*/ 5651107 w 12192000"/>
              <a:gd name="connsiteY580" fmla="*/ 920306 h 4267200"/>
              <a:gd name="connsiteX581" fmla="*/ 5459407 w 12192000"/>
              <a:gd name="connsiteY581" fmla="*/ 940975 h 4267200"/>
              <a:gd name="connsiteX582" fmla="*/ 5374846 w 12192000"/>
              <a:gd name="connsiteY582" fmla="*/ 941988 h 4267200"/>
              <a:gd name="connsiteX583" fmla="*/ 5256105 w 12192000"/>
              <a:gd name="connsiteY583" fmla="*/ 945632 h 4267200"/>
              <a:gd name="connsiteX584" fmla="*/ 5107071 w 12192000"/>
              <a:gd name="connsiteY584" fmla="*/ 969720 h 4267200"/>
              <a:gd name="connsiteX585" fmla="*/ 4998681 w 12192000"/>
              <a:gd name="connsiteY585" fmla="*/ 988771 h 4267200"/>
              <a:gd name="connsiteX586" fmla="*/ 5870151 w 12192000"/>
              <a:gd name="connsiteY586" fmla="*/ 898890 h 4267200"/>
              <a:gd name="connsiteX587" fmla="*/ 12190084 w 12192000"/>
              <a:gd name="connsiteY587" fmla="*/ 854709 h 4267200"/>
              <a:gd name="connsiteX588" fmla="*/ 12162947 w 12192000"/>
              <a:gd name="connsiteY588" fmla="*/ 879275 h 4267200"/>
              <a:gd name="connsiteX589" fmla="*/ 11721478 w 12192000"/>
              <a:gd name="connsiteY589" fmla="*/ 1216434 h 4267200"/>
              <a:gd name="connsiteX590" fmla="*/ 11680712 w 12192000"/>
              <a:gd name="connsiteY590" fmla="*/ 1239730 h 4267200"/>
              <a:gd name="connsiteX591" fmla="*/ 11505347 w 12192000"/>
              <a:gd name="connsiteY591" fmla="*/ 1352837 h 4267200"/>
              <a:gd name="connsiteX592" fmla="*/ 11580962 w 12192000"/>
              <a:gd name="connsiteY592" fmla="*/ 1321759 h 4267200"/>
              <a:gd name="connsiteX593" fmla="*/ 11654234 w 12192000"/>
              <a:gd name="connsiteY593" fmla="*/ 1291618 h 4267200"/>
              <a:gd name="connsiteX594" fmla="*/ 11867274 w 12192000"/>
              <a:gd name="connsiteY594" fmla="*/ 1160983 h 4267200"/>
              <a:gd name="connsiteX595" fmla="*/ 12086035 w 12192000"/>
              <a:gd name="connsiteY595" fmla="*/ 986418 h 4267200"/>
              <a:gd name="connsiteX596" fmla="*/ 12190084 w 12192000"/>
              <a:gd name="connsiteY596" fmla="*/ 854709 h 4267200"/>
              <a:gd name="connsiteX597" fmla="*/ 5504425 w 12192000"/>
              <a:gd name="connsiteY597" fmla="*/ 848067 h 4267200"/>
              <a:gd name="connsiteX598" fmla="*/ 4968849 w 12192000"/>
              <a:gd name="connsiteY598" fmla="*/ 962318 h 4267200"/>
              <a:gd name="connsiteX599" fmla="*/ 5104039 w 12192000"/>
              <a:gd name="connsiteY599" fmla="*/ 940634 h 4267200"/>
              <a:gd name="connsiteX600" fmla="*/ 5256311 w 12192000"/>
              <a:gd name="connsiteY600" fmla="*/ 916490 h 4267200"/>
              <a:gd name="connsiteX601" fmla="*/ 5377381 w 12192000"/>
              <a:gd name="connsiteY601" fmla="*/ 912671 h 4267200"/>
              <a:gd name="connsiteX602" fmla="*/ 5460148 w 12192000"/>
              <a:gd name="connsiteY602" fmla="*/ 911442 h 4267200"/>
              <a:gd name="connsiteX603" fmla="*/ 5648971 w 12192000"/>
              <a:gd name="connsiteY603" fmla="*/ 891331 h 4267200"/>
              <a:gd name="connsiteX604" fmla="*/ 5844807 w 12192000"/>
              <a:gd name="connsiteY604" fmla="*/ 870718 h 4267200"/>
              <a:gd name="connsiteX605" fmla="*/ 5862975 w 12192000"/>
              <a:gd name="connsiteY605" fmla="*/ 869756 h 4267200"/>
              <a:gd name="connsiteX606" fmla="*/ 5920887 w 12192000"/>
              <a:gd name="connsiteY606" fmla="*/ 865929 h 4267200"/>
              <a:gd name="connsiteX607" fmla="*/ 5504425 w 12192000"/>
              <a:gd name="connsiteY607" fmla="*/ 848067 h 4267200"/>
              <a:gd name="connsiteX608" fmla="*/ 8924104 w 12192000"/>
              <a:gd name="connsiteY608" fmla="*/ 777000 h 4267200"/>
              <a:gd name="connsiteX609" fmla="*/ 8921999 w 12192000"/>
              <a:gd name="connsiteY609" fmla="*/ 794136 h 4267200"/>
              <a:gd name="connsiteX610" fmla="*/ 8916066 w 12192000"/>
              <a:gd name="connsiteY610" fmla="*/ 843129 h 4267200"/>
              <a:gd name="connsiteX611" fmla="*/ 8909852 w 12192000"/>
              <a:gd name="connsiteY611" fmla="*/ 1005313 h 4267200"/>
              <a:gd name="connsiteX612" fmla="*/ 8936982 w 12192000"/>
              <a:gd name="connsiteY612" fmla="*/ 1614896 h 4267200"/>
              <a:gd name="connsiteX613" fmla="*/ 8939706 w 12192000"/>
              <a:gd name="connsiteY613" fmla="*/ 1632791 h 4267200"/>
              <a:gd name="connsiteX614" fmla="*/ 8946691 w 12192000"/>
              <a:gd name="connsiteY614" fmla="*/ 1680170 h 4267200"/>
              <a:gd name="connsiteX615" fmla="*/ 8947643 w 12192000"/>
              <a:gd name="connsiteY615" fmla="*/ 1649028 h 4267200"/>
              <a:gd name="connsiteX616" fmla="*/ 8931687 w 12192000"/>
              <a:gd name="connsiteY616" fmla="*/ 871628 h 4267200"/>
              <a:gd name="connsiteX617" fmla="*/ 8929804 w 12192000"/>
              <a:gd name="connsiteY617" fmla="*/ 850229 h 4267200"/>
              <a:gd name="connsiteX618" fmla="*/ 8924104 w 12192000"/>
              <a:gd name="connsiteY618" fmla="*/ 777000 h 4267200"/>
              <a:gd name="connsiteX619" fmla="*/ 8951219 w 12192000"/>
              <a:gd name="connsiteY619" fmla="*/ 764662 h 4267200"/>
              <a:gd name="connsiteX620" fmla="*/ 8957270 w 12192000"/>
              <a:gd name="connsiteY620" fmla="*/ 847698 h 4267200"/>
              <a:gd name="connsiteX621" fmla="*/ 8959153 w 12192000"/>
              <a:gd name="connsiteY621" fmla="*/ 869097 h 4267200"/>
              <a:gd name="connsiteX622" fmla="*/ 8976081 w 12192000"/>
              <a:gd name="connsiteY622" fmla="*/ 1619865 h 4267200"/>
              <a:gd name="connsiteX623" fmla="*/ 8951219 w 12192000"/>
              <a:gd name="connsiteY623" fmla="*/ 764662 h 4267200"/>
              <a:gd name="connsiteX624" fmla="*/ 8898081 w 12192000"/>
              <a:gd name="connsiteY624" fmla="*/ 630137 h 4267200"/>
              <a:gd name="connsiteX625" fmla="*/ 8910095 w 12192000"/>
              <a:gd name="connsiteY625" fmla="*/ 1626691 h 4267200"/>
              <a:gd name="connsiteX626" fmla="*/ 8908822 w 12192000"/>
              <a:gd name="connsiteY626" fmla="*/ 1619067 h 4267200"/>
              <a:gd name="connsiteX627" fmla="*/ 8881669 w 12192000"/>
              <a:gd name="connsiteY627" fmla="*/ 1004967 h 4267200"/>
              <a:gd name="connsiteX628" fmla="*/ 8888265 w 12192000"/>
              <a:gd name="connsiteY628" fmla="*/ 840369 h 4267200"/>
              <a:gd name="connsiteX629" fmla="*/ 8894429 w 12192000"/>
              <a:gd name="connsiteY629" fmla="*/ 790831 h 4267200"/>
              <a:gd name="connsiteX630" fmla="*/ 8898081 w 12192000"/>
              <a:gd name="connsiteY630" fmla="*/ 630137 h 4267200"/>
              <a:gd name="connsiteX631" fmla="*/ 11491396 w 12192000"/>
              <a:gd name="connsiteY631" fmla="*/ 623931 h 4267200"/>
              <a:gd name="connsiteX632" fmla="*/ 11413329 w 12192000"/>
              <a:gd name="connsiteY632" fmla="*/ 662344 h 4267200"/>
              <a:gd name="connsiteX633" fmla="*/ 10966547 w 12192000"/>
              <a:gd name="connsiteY633" fmla="*/ 818916 h 4267200"/>
              <a:gd name="connsiteX634" fmla="*/ 10498883 w 12192000"/>
              <a:gd name="connsiteY634" fmla="*/ 1111507 h 4267200"/>
              <a:gd name="connsiteX635" fmla="*/ 10671292 w 12192000"/>
              <a:gd name="connsiteY635" fmla="*/ 1035777 h 4267200"/>
              <a:gd name="connsiteX636" fmla="*/ 10685894 w 12192000"/>
              <a:gd name="connsiteY636" fmla="*/ 1027151 h 4267200"/>
              <a:gd name="connsiteX637" fmla="*/ 11104337 w 12192000"/>
              <a:gd name="connsiteY637" fmla="*/ 817377 h 4267200"/>
              <a:gd name="connsiteX638" fmla="*/ 11491396 w 12192000"/>
              <a:gd name="connsiteY638" fmla="*/ 623931 h 4267200"/>
              <a:gd name="connsiteX639" fmla="*/ 10779304 w 12192000"/>
              <a:gd name="connsiteY639" fmla="*/ 584486 h 4267200"/>
              <a:gd name="connsiteX640" fmla="*/ 10658378 w 12192000"/>
              <a:gd name="connsiteY640" fmla="*/ 772788 h 4267200"/>
              <a:gd name="connsiteX641" fmla="*/ 10475581 w 12192000"/>
              <a:gd name="connsiteY641" fmla="*/ 1070739 h 4267200"/>
              <a:gd name="connsiteX642" fmla="*/ 10735178 w 12192000"/>
              <a:gd name="connsiteY642" fmla="*/ 693281 h 4267200"/>
              <a:gd name="connsiteX643" fmla="*/ 10132488 w 12192000"/>
              <a:gd name="connsiteY643" fmla="*/ 518596 h 4267200"/>
              <a:gd name="connsiteX644" fmla="*/ 9879465 w 12192000"/>
              <a:gd name="connsiteY644" fmla="*/ 567273 h 4267200"/>
              <a:gd name="connsiteX645" fmla="*/ 9364243 w 12192000"/>
              <a:gd name="connsiteY645" fmla="*/ 809468 h 4267200"/>
              <a:gd name="connsiteX646" fmla="*/ 9366655 w 12192000"/>
              <a:gd name="connsiteY646" fmla="*/ 809848 h 4267200"/>
              <a:gd name="connsiteX647" fmla="*/ 9914233 w 12192000"/>
              <a:gd name="connsiteY647" fmla="*/ 596159 h 4267200"/>
              <a:gd name="connsiteX648" fmla="*/ 10264524 w 12192000"/>
              <a:gd name="connsiteY648" fmla="*/ 501747 h 4267200"/>
              <a:gd name="connsiteX649" fmla="*/ 9922837 w 12192000"/>
              <a:gd name="connsiteY649" fmla="*/ 622979 h 4267200"/>
              <a:gd name="connsiteX650" fmla="*/ 9416908 w 12192000"/>
              <a:gd name="connsiteY650" fmla="*/ 818889 h 4267200"/>
              <a:gd name="connsiteX651" fmla="*/ 9418234 w 12192000"/>
              <a:gd name="connsiteY651" fmla="*/ 818810 h 4267200"/>
              <a:gd name="connsiteX652" fmla="*/ 10264524 w 12192000"/>
              <a:gd name="connsiteY652" fmla="*/ 501747 h 4267200"/>
              <a:gd name="connsiteX653" fmla="*/ 10802699 w 12192000"/>
              <a:gd name="connsiteY653" fmla="*/ 488163 h 4267200"/>
              <a:gd name="connsiteX654" fmla="*/ 10618739 w 12192000"/>
              <a:gd name="connsiteY654" fmla="*/ 734118 h 4267200"/>
              <a:gd name="connsiteX655" fmla="*/ 10604580 w 12192000"/>
              <a:gd name="connsiteY655" fmla="*/ 753877 h 4267200"/>
              <a:gd name="connsiteX656" fmla="*/ 10529643 w 12192000"/>
              <a:gd name="connsiteY656" fmla="*/ 867004 h 4267200"/>
              <a:gd name="connsiteX657" fmla="*/ 10462194 w 12192000"/>
              <a:gd name="connsiteY657" fmla="*/ 1035452 h 4267200"/>
              <a:gd name="connsiteX658" fmla="*/ 10635117 w 12192000"/>
              <a:gd name="connsiteY658" fmla="*/ 757788 h 4267200"/>
              <a:gd name="connsiteX659" fmla="*/ 10802699 w 12192000"/>
              <a:gd name="connsiteY659" fmla="*/ 488163 h 4267200"/>
              <a:gd name="connsiteX660" fmla="*/ 10359107 w 12192000"/>
              <a:gd name="connsiteY660" fmla="*/ 485136 h 4267200"/>
              <a:gd name="connsiteX661" fmla="*/ 9515108 w 12192000"/>
              <a:gd name="connsiteY661" fmla="*/ 825701 h 4267200"/>
              <a:gd name="connsiteX662" fmla="*/ 10359107 w 12192000"/>
              <a:gd name="connsiteY662" fmla="*/ 485136 h 4267200"/>
              <a:gd name="connsiteX663" fmla="*/ 11886089 w 12192000"/>
              <a:gd name="connsiteY663" fmla="*/ 483936 h 4267200"/>
              <a:gd name="connsiteX664" fmla="*/ 11622890 w 12192000"/>
              <a:gd name="connsiteY664" fmla="*/ 661575 h 4267200"/>
              <a:gd name="connsiteX665" fmla="*/ 11038640 w 12192000"/>
              <a:gd name="connsiteY665" fmla="*/ 996875 h 4267200"/>
              <a:gd name="connsiteX666" fmla="*/ 10561310 w 12192000"/>
              <a:gd name="connsiteY666" fmla="*/ 1145020 h 4267200"/>
              <a:gd name="connsiteX667" fmla="*/ 10675127 w 12192000"/>
              <a:gd name="connsiteY667" fmla="*/ 1163586 h 4267200"/>
              <a:gd name="connsiteX668" fmla="*/ 11120351 w 12192000"/>
              <a:gd name="connsiteY668" fmla="*/ 990907 h 4267200"/>
              <a:gd name="connsiteX669" fmla="*/ 11648506 w 12192000"/>
              <a:gd name="connsiteY669" fmla="*/ 680145 h 4267200"/>
              <a:gd name="connsiteX670" fmla="*/ 11886089 w 12192000"/>
              <a:gd name="connsiteY670" fmla="*/ 483936 h 4267200"/>
              <a:gd name="connsiteX671" fmla="*/ 3607114 w 12192000"/>
              <a:gd name="connsiteY671" fmla="*/ 467441 h 4267200"/>
              <a:gd name="connsiteX672" fmla="*/ 3296242 w 12192000"/>
              <a:gd name="connsiteY672" fmla="*/ 807991 h 4267200"/>
              <a:gd name="connsiteX673" fmla="*/ 3174674 w 12192000"/>
              <a:gd name="connsiteY673" fmla="*/ 919759 h 4267200"/>
              <a:gd name="connsiteX674" fmla="*/ 3042978 w 12192000"/>
              <a:gd name="connsiteY674" fmla="*/ 1054894 h 4267200"/>
              <a:gd name="connsiteX675" fmla="*/ 2968914 w 12192000"/>
              <a:gd name="connsiteY675" fmla="*/ 1133756 h 4267200"/>
              <a:gd name="connsiteX676" fmla="*/ 3103823 w 12192000"/>
              <a:gd name="connsiteY676" fmla="*/ 1026814 h 4267200"/>
              <a:gd name="connsiteX677" fmla="*/ 3607114 w 12192000"/>
              <a:gd name="connsiteY677" fmla="*/ 467441 h 4267200"/>
              <a:gd name="connsiteX678" fmla="*/ 10784544 w 12192000"/>
              <a:gd name="connsiteY678" fmla="*/ 465669 h 4267200"/>
              <a:gd name="connsiteX679" fmla="*/ 10426419 w 12192000"/>
              <a:gd name="connsiteY679" fmla="*/ 1062158 h 4267200"/>
              <a:gd name="connsiteX680" fmla="*/ 10471732 w 12192000"/>
              <a:gd name="connsiteY680" fmla="*/ 921679 h 4267200"/>
              <a:gd name="connsiteX681" fmla="*/ 10504824 w 12192000"/>
              <a:gd name="connsiteY681" fmla="*/ 852631 h 4267200"/>
              <a:gd name="connsiteX682" fmla="*/ 10582237 w 12192000"/>
              <a:gd name="connsiteY682" fmla="*/ 736692 h 4267200"/>
              <a:gd name="connsiteX683" fmla="*/ 10596401 w 12192000"/>
              <a:gd name="connsiteY683" fmla="*/ 716935 h 4267200"/>
              <a:gd name="connsiteX684" fmla="*/ 10784544 w 12192000"/>
              <a:gd name="connsiteY684" fmla="*/ 465669 h 4267200"/>
              <a:gd name="connsiteX685" fmla="*/ 11916494 w 12192000"/>
              <a:gd name="connsiteY685" fmla="*/ 422768 h 4267200"/>
              <a:gd name="connsiteX686" fmla="*/ 11703185 w 12192000"/>
              <a:gd name="connsiteY686" fmla="*/ 528178 h 4267200"/>
              <a:gd name="connsiteX687" fmla="*/ 11680755 w 12192000"/>
              <a:gd name="connsiteY687" fmla="*/ 543149 h 4267200"/>
              <a:gd name="connsiteX688" fmla="*/ 11116818 w 12192000"/>
              <a:gd name="connsiteY688" fmla="*/ 842623 h 4267200"/>
              <a:gd name="connsiteX689" fmla="*/ 10700164 w 12192000"/>
              <a:gd name="connsiteY689" fmla="*/ 1051220 h 4267200"/>
              <a:gd name="connsiteX690" fmla="*/ 10685570 w 12192000"/>
              <a:gd name="connsiteY690" fmla="*/ 1059849 h 4267200"/>
              <a:gd name="connsiteX691" fmla="*/ 10584288 w 12192000"/>
              <a:gd name="connsiteY691" fmla="*/ 1113543 h 4267200"/>
              <a:gd name="connsiteX692" fmla="*/ 11026698 w 12192000"/>
              <a:gd name="connsiteY692" fmla="*/ 971858 h 4267200"/>
              <a:gd name="connsiteX693" fmla="*/ 11607604 w 12192000"/>
              <a:gd name="connsiteY693" fmla="*/ 638368 h 4267200"/>
              <a:gd name="connsiteX694" fmla="*/ 11919452 w 12192000"/>
              <a:gd name="connsiteY694" fmla="*/ 423380 h 4267200"/>
              <a:gd name="connsiteX695" fmla="*/ 11916494 w 12192000"/>
              <a:gd name="connsiteY695" fmla="*/ 422768 h 4267200"/>
              <a:gd name="connsiteX696" fmla="*/ 8148168 w 12192000"/>
              <a:gd name="connsiteY696" fmla="*/ 416949 h 4267200"/>
              <a:gd name="connsiteX697" fmla="*/ 7862052 w 12192000"/>
              <a:gd name="connsiteY697" fmla="*/ 694330 h 4267200"/>
              <a:gd name="connsiteX698" fmla="*/ 7808002 w 12192000"/>
              <a:gd name="connsiteY698" fmla="*/ 759654 h 4267200"/>
              <a:gd name="connsiteX699" fmla="*/ 8295299 w 12192000"/>
              <a:gd name="connsiteY699" fmla="*/ 416143 h 4267200"/>
              <a:gd name="connsiteX700" fmla="*/ 8309124 w 12192000"/>
              <a:gd name="connsiteY700" fmla="*/ 534021 h 4267200"/>
              <a:gd name="connsiteX701" fmla="*/ 8293154 w 12192000"/>
              <a:gd name="connsiteY701" fmla="*/ 672115 h 4267200"/>
              <a:gd name="connsiteX702" fmla="*/ 8279099 w 12192000"/>
              <a:gd name="connsiteY702" fmla="*/ 769176 h 4267200"/>
              <a:gd name="connsiteX703" fmla="*/ 8309186 w 12192000"/>
              <a:gd name="connsiteY703" fmla="*/ 1060039 h 4267200"/>
              <a:gd name="connsiteX704" fmla="*/ 8410512 w 12192000"/>
              <a:gd name="connsiteY704" fmla="*/ 1511108 h 4267200"/>
              <a:gd name="connsiteX705" fmla="*/ 8351657 w 12192000"/>
              <a:gd name="connsiteY705" fmla="*/ 521768 h 4267200"/>
              <a:gd name="connsiteX706" fmla="*/ 8295299 w 12192000"/>
              <a:gd name="connsiteY706" fmla="*/ 416143 h 4267200"/>
              <a:gd name="connsiteX707" fmla="*/ 8266483 w 12192000"/>
              <a:gd name="connsiteY707" fmla="*/ 414244 h 4267200"/>
              <a:gd name="connsiteX708" fmla="*/ 8343425 w 12192000"/>
              <a:gd name="connsiteY708" fmla="*/ 1357811 h 4267200"/>
              <a:gd name="connsiteX709" fmla="*/ 8282114 w 12192000"/>
              <a:gd name="connsiteY709" fmla="*/ 1064671 h 4267200"/>
              <a:gd name="connsiteX710" fmla="*/ 8251298 w 12192000"/>
              <a:gd name="connsiteY710" fmla="*/ 766414 h 4267200"/>
              <a:gd name="connsiteX711" fmla="*/ 8265729 w 12192000"/>
              <a:gd name="connsiteY711" fmla="*/ 666939 h 4267200"/>
              <a:gd name="connsiteX712" fmla="*/ 8281494 w 12192000"/>
              <a:gd name="connsiteY712" fmla="*/ 533909 h 4267200"/>
              <a:gd name="connsiteX713" fmla="*/ 8266483 w 12192000"/>
              <a:gd name="connsiteY713" fmla="*/ 414244 h 4267200"/>
              <a:gd name="connsiteX714" fmla="*/ 8140802 w 12192000"/>
              <a:gd name="connsiteY714" fmla="*/ 388720 h 4267200"/>
              <a:gd name="connsiteX715" fmla="*/ 7860379 w 12192000"/>
              <a:gd name="connsiteY715" fmla="*/ 596411 h 4267200"/>
              <a:gd name="connsiteX716" fmla="*/ 7737688 w 12192000"/>
              <a:gd name="connsiteY716" fmla="*/ 790400 h 4267200"/>
              <a:gd name="connsiteX717" fmla="*/ 7726885 w 12192000"/>
              <a:gd name="connsiteY717" fmla="*/ 812869 h 4267200"/>
              <a:gd name="connsiteX718" fmla="*/ 7840490 w 12192000"/>
              <a:gd name="connsiteY718" fmla="*/ 676832 h 4267200"/>
              <a:gd name="connsiteX719" fmla="*/ 8140802 w 12192000"/>
              <a:gd name="connsiteY719" fmla="*/ 388720 h 4267200"/>
              <a:gd name="connsiteX720" fmla="*/ 3744487 w 12192000"/>
              <a:gd name="connsiteY720" fmla="*/ 383136 h 4267200"/>
              <a:gd name="connsiteX721" fmla="*/ 3970213 w 12192000"/>
              <a:gd name="connsiteY721" fmla="*/ 995559 h 4267200"/>
              <a:gd name="connsiteX722" fmla="*/ 3744487 w 12192000"/>
              <a:gd name="connsiteY722" fmla="*/ 383136 h 4267200"/>
              <a:gd name="connsiteX723" fmla="*/ 3624562 w 12192000"/>
              <a:gd name="connsiteY723" fmla="*/ 367041 h 4267200"/>
              <a:gd name="connsiteX724" fmla="*/ 3489712 w 12192000"/>
              <a:gd name="connsiteY724" fmla="*/ 485386 h 4267200"/>
              <a:gd name="connsiteX725" fmla="*/ 3182994 w 12192000"/>
              <a:gd name="connsiteY725" fmla="*/ 828265 h 4267200"/>
              <a:gd name="connsiteX726" fmla="*/ 2892114 w 12192000"/>
              <a:gd name="connsiteY726" fmla="*/ 1172635 h 4267200"/>
              <a:gd name="connsiteX727" fmla="*/ 3021459 w 12192000"/>
              <a:gd name="connsiteY727" fmla="*/ 1035385 h 4267200"/>
              <a:gd name="connsiteX728" fmla="*/ 3153873 w 12192000"/>
              <a:gd name="connsiteY728" fmla="*/ 898971 h 4267200"/>
              <a:gd name="connsiteX729" fmla="*/ 3276511 w 12192000"/>
              <a:gd name="connsiteY729" fmla="*/ 786423 h 4267200"/>
              <a:gd name="connsiteX730" fmla="*/ 3584154 w 12192000"/>
              <a:gd name="connsiteY730" fmla="*/ 448218 h 4267200"/>
              <a:gd name="connsiteX731" fmla="*/ 3624562 w 12192000"/>
              <a:gd name="connsiteY731" fmla="*/ 367041 h 4267200"/>
              <a:gd name="connsiteX732" fmla="*/ 3766672 w 12192000"/>
              <a:gd name="connsiteY732" fmla="*/ 359429 h 4267200"/>
              <a:gd name="connsiteX733" fmla="*/ 3996338 w 12192000"/>
              <a:gd name="connsiteY733" fmla="*/ 968237 h 4267200"/>
              <a:gd name="connsiteX734" fmla="*/ 3766672 w 12192000"/>
              <a:gd name="connsiteY734" fmla="*/ 359429 h 4267200"/>
              <a:gd name="connsiteX735" fmla="*/ 5805386 w 12192000"/>
              <a:gd name="connsiteY735" fmla="*/ 239240 h 4267200"/>
              <a:gd name="connsiteX736" fmla="*/ 5736947 w 12192000"/>
              <a:gd name="connsiteY736" fmla="*/ 261367 h 4267200"/>
              <a:gd name="connsiteX737" fmla="*/ 5427012 w 12192000"/>
              <a:gd name="connsiteY737" fmla="*/ 311272 h 4267200"/>
              <a:gd name="connsiteX738" fmla="*/ 5147818 w 12192000"/>
              <a:gd name="connsiteY738" fmla="*/ 322112 h 4267200"/>
              <a:gd name="connsiteX739" fmla="*/ 5060854 w 12192000"/>
              <a:gd name="connsiteY739" fmla="*/ 311882 h 4267200"/>
              <a:gd name="connsiteX740" fmla="*/ 4945989 w 12192000"/>
              <a:gd name="connsiteY740" fmla="*/ 300516 h 4267200"/>
              <a:gd name="connsiteX741" fmla="*/ 5410479 w 12192000"/>
              <a:gd name="connsiteY741" fmla="*/ 348434 h 4267200"/>
              <a:gd name="connsiteX742" fmla="*/ 5805386 w 12192000"/>
              <a:gd name="connsiteY742" fmla="*/ 239240 h 4267200"/>
              <a:gd name="connsiteX743" fmla="*/ 5905192 w 12192000"/>
              <a:gd name="connsiteY743" fmla="*/ 163079 h 4267200"/>
              <a:gd name="connsiteX744" fmla="*/ 5865655 w 12192000"/>
              <a:gd name="connsiteY744" fmla="*/ 171901 h 4267200"/>
              <a:gd name="connsiteX745" fmla="*/ 5259740 w 12192000"/>
              <a:gd name="connsiteY745" fmla="*/ 257013 h 4267200"/>
              <a:gd name="connsiteX746" fmla="*/ 5208466 w 12192000"/>
              <a:gd name="connsiteY746" fmla="*/ 257550 h 4267200"/>
              <a:gd name="connsiteX747" fmla="*/ 4980204 w 12192000"/>
              <a:gd name="connsiteY747" fmla="*/ 271903 h 4267200"/>
              <a:gd name="connsiteX748" fmla="*/ 5068068 w 12192000"/>
              <a:gd name="connsiteY748" fmla="*/ 282244 h 4267200"/>
              <a:gd name="connsiteX749" fmla="*/ 5153231 w 12192000"/>
              <a:gd name="connsiteY749" fmla="*/ 292240 h 4267200"/>
              <a:gd name="connsiteX750" fmla="*/ 5426491 w 12192000"/>
              <a:gd name="connsiteY750" fmla="*/ 281128 h 4267200"/>
              <a:gd name="connsiteX751" fmla="*/ 5731212 w 12192000"/>
              <a:gd name="connsiteY751" fmla="*/ 231951 h 4267200"/>
              <a:gd name="connsiteX752" fmla="*/ 5905192 w 12192000"/>
              <a:gd name="connsiteY752" fmla="*/ 163079 h 4267200"/>
              <a:gd name="connsiteX753" fmla="*/ 5944437 w 12192000"/>
              <a:gd name="connsiteY753" fmla="*/ 113829 h 4267200"/>
              <a:gd name="connsiteX754" fmla="*/ 5825032 w 12192000"/>
              <a:gd name="connsiteY754" fmla="*/ 146405 h 4267200"/>
              <a:gd name="connsiteX755" fmla="*/ 4955599 w 12192000"/>
              <a:gd name="connsiteY755" fmla="*/ 247008 h 4267200"/>
              <a:gd name="connsiteX756" fmla="*/ 5210104 w 12192000"/>
              <a:gd name="connsiteY756" fmla="*/ 228123 h 4267200"/>
              <a:gd name="connsiteX757" fmla="*/ 5261015 w 12192000"/>
              <a:gd name="connsiteY757" fmla="*/ 227087 h 4267200"/>
              <a:gd name="connsiteX758" fmla="*/ 5861181 w 12192000"/>
              <a:gd name="connsiteY758" fmla="*/ 143093 h 4267200"/>
              <a:gd name="connsiteX759" fmla="*/ 5961252 w 12192000"/>
              <a:gd name="connsiteY759" fmla="*/ 114820 h 4267200"/>
              <a:gd name="connsiteX760" fmla="*/ 5944437 w 12192000"/>
              <a:gd name="connsiteY760" fmla="*/ 113829 h 4267200"/>
              <a:gd name="connsiteX761" fmla="*/ 9095810 w 12192000"/>
              <a:gd name="connsiteY761" fmla="*/ 0 h 4267200"/>
              <a:gd name="connsiteX762" fmla="*/ 9215999 w 12192000"/>
              <a:gd name="connsiteY762" fmla="*/ 0 h 4267200"/>
              <a:gd name="connsiteX763" fmla="*/ 9250991 w 12192000"/>
              <a:gd name="connsiteY763" fmla="*/ 17650 h 4267200"/>
              <a:gd name="connsiteX764" fmla="*/ 9551793 w 12192000"/>
              <a:gd name="connsiteY764" fmla="*/ 69947 h 4267200"/>
              <a:gd name="connsiteX765" fmla="*/ 10211701 w 12192000"/>
              <a:gd name="connsiteY765" fmla="*/ 15192 h 4267200"/>
              <a:gd name="connsiteX766" fmla="*/ 9665014 w 12192000"/>
              <a:gd name="connsiteY766" fmla="*/ 41266 h 4267200"/>
              <a:gd name="connsiteX767" fmla="*/ 9382567 w 12192000"/>
              <a:gd name="connsiteY767" fmla="*/ 18583 h 4267200"/>
              <a:gd name="connsiteX768" fmla="*/ 9283159 w 12192000"/>
              <a:gd name="connsiteY768" fmla="*/ 0 h 4267200"/>
              <a:gd name="connsiteX769" fmla="*/ 9469266 w 12192000"/>
              <a:gd name="connsiteY769" fmla="*/ 0 h 4267200"/>
              <a:gd name="connsiteX770" fmla="*/ 9504117 w 12192000"/>
              <a:gd name="connsiteY770" fmla="*/ 4274 h 4267200"/>
              <a:gd name="connsiteX771" fmla="*/ 9667223 w 12192000"/>
              <a:gd name="connsiteY771" fmla="*/ 13232 h 4267200"/>
              <a:gd name="connsiteX772" fmla="*/ 9887703 w 12192000"/>
              <a:gd name="connsiteY772" fmla="*/ 12601 h 4267200"/>
              <a:gd name="connsiteX773" fmla="*/ 10088930 w 12192000"/>
              <a:gd name="connsiteY773" fmla="*/ 0 h 4267200"/>
              <a:gd name="connsiteX774" fmla="*/ 10544171 w 12192000"/>
              <a:gd name="connsiteY774" fmla="*/ 0 h 4267200"/>
              <a:gd name="connsiteX775" fmla="*/ 10392396 w 12192000"/>
              <a:gd name="connsiteY775" fmla="*/ 36772 h 4267200"/>
              <a:gd name="connsiteX776" fmla="*/ 9413803 w 12192000"/>
              <a:gd name="connsiteY776" fmla="*/ 131277 h 4267200"/>
              <a:gd name="connsiteX777" fmla="*/ 9174626 w 12192000"/>
              <a:gd name="connsiteY777" fmla="*/ 44983 h 4267200"/>
              <a:gd name="connsiteX778" fmla="*/ 8474998 w 12192000"/>
              <a:gd name="connsiteY778" fmla="*/ 0 h 4267200"/>
              <a:gd name="connsiteX779" fmla="*/ 8573502 w 12192000"/>
              <a:gd name="connsiteY779" fmla="*/ 0 h 4267200"/>
              <a:gd name="connsiteX780" fmla="*/ 8659539 w 12192000"/>
              <a:gd name="connsiteY780" fmla="*/ 117664 h 4267200"/>
              <a:gd name="connsiteX781" fmla="*/ 9248507 w 12192000"/>
              <a:gd name="connsiteY781" fmla="*/ 743734 h 4267200"/>
              <a:gd name="connsiteX782" fmla="*/ 9309457 w 12192000"/>
              <a:gd name="connsiteY782" fmla="*/ 795932 h 4267200"/>
              <a:gd name="connsiteX783" fmla="*/ 9785496 w 12192000"/>
              <a:gd name="connsiteY783" fmla="*/ 530713 h 4267200"/>
              <a:gd name="connsiteX784" fmla="*/ 10482828 w 12192000"/>
              <a:gd name="connsiteY784" fmla="*/ 399738 h 4267200"/>
              <a:gd name="connsiteX785" fmla="*/ 10468382 w 12192000"/>
              <a:gd name="connsiteY785" fmla="*/ 461219 h 4267200"/>
              <a:gd name="connsiteX786" fmla="*/ 9430790 w 12192000"/>
              <a:gd name="connsiteY786" fmla="*/ 895589 h 4267200"/>
              <a:gd name="connsiteX787" fmla="*/ 10019780 w 12192000"/>
              <a:gd name="connsiteY787" fmla="*/ 1298815 h 4267200"/>
              <a:gd name="connsiteX788" fmla="*/ 10372218 w 12192000"/>
              <a:gd name="connsiteY788" fmla="*/ 1146081 h 4267200"/>
              <a:gd name="connsiteX789" fmla="*/ 10896429 w 12192000"/>
              <a:gd name="connsiteY789" fmla="*/ 310883 h 4267200"/>
              <a:gd name="connsiteX790" fmla="*/ 10919735 w 12192000"/>
              <a:gd name="connsiteY790" fmla="*/ 318176 h 4267200"/>
              <a:gd name="connsiteX791" fmla="*/ 10637064 w 12192000"/>
              <a:gd name="connsiteY791" fmla="*/ 935661 h 4267200"/>
              <a:gd name="connsiteX792" fmla="*/ 10516995 w 12192000"/>
              <a:gd name="connsiteY792" fmla="*/ 1070245 h 4267200"/>
              <a:gd name="connsiteX793" fmla="*/ 10868835 w 12192000"/>
              <a:gd name="connsiteY793" fmla="*/ 815534 h 4267200"/>
              <a:gd name="connsiteX794" fmla="*/ 11704547 w 12192000"/>
              <a:gd name="connsiteY794" fmla="*/ 465665 h 4267200"/>
              <a:gd name="connsiteX795" fmla="*/ 12033562 w 12192000"/>
              <a:gd name="connsiteY795" fmla="*/ 350012 h 4267200"/>
              <a:gd name="connsiteX796" fmla="*/ 12025537 w 12192000"/>
              <a:gd name="connsiteY796" fmla="*/ 382666 h 4267200"/>
              <a:gd name="connsiteX797" fmla="*/ 11088649 w 12192000"/>
              <a:gd name="connsiteY797" fmla="*/ 1056676 h 4267200"/>
              <a:gd name="connsiteX798" fmla="*/ 10561600 w 12192000"/>
              <a:gd name="connsiteY798" fmla="*/ 1229477 h 4267200"/>
              <a:gd name="connsiteX799" fmla="*/ 10280797 w 12192000"/>
              <a:gd name="connsiteY799" fmla="*/ 1263181 h 4267200"/>
              <a:gd name="connsiteX800" fmla="*/ 10083376 w 12192000"/>
              <a:gd name="connsiteY800" fmla="*/ 1334114 h 4267200"/>
              <a:gd name="connsiteX801" fmla="*/ 10832582 w 12192000"/>
              <a:gd name="connsiteY801" fmla="*/ 1687356 h 4267200"/>
              <a:gd name="connsiteX802" fmla="*/ 10839263 w 12192000"/>
              <a:gd name="connsiteY802" fmla="*/ 1683743 h 4267200"/>
              <a:gd name="connsiteX803" fmla="*/ 11350910 w 12192000"/>
              <a:gd name="connsiteY803" fmla="*/ 1443899 h 4267200"/>
              <a:gd name="connsiteX804" fmla="*/ 11360346 w 12192000"/>
              <a:gd name="connsiteY804" fmla="*/ 1429225 h 4267200"/>
              <a:gd name="connsiteX805" fmla="*/ 12167580 w 12192000"/>
              <a:gd name="connsiteY805" fmla="*/ 789523 h 4267200"/>
              <a:gd name="connsiteX806" fmla="*/ 12192000 w 12192000"/>
              <a:gd name="connsiteY806" fmla="*/ 769876 h 4267200"/>
              <a:gd name="connsiteX807" fmla="*/ 12192000 w 12192000"/>
              <a:gd name="connsiteY807" fmla="*/ 802845 h 4267200"/>
              <a:gd name="connsiteX808" fmla="*/ 12173558 w 12192000"/>
              <a:gd name="connsiteY808" fmla="*/ 821317 h 4267200"/>
              <a:gd name="connsiteX809" fmla="*/ 12117398 w 12192000"/>
              <a:gd name="connsiteY809" fmla="*/ 877374 h 4267200"/>
              <a:gd name="connsiteX810" fmla="*/ 11472926 w 12192000"/>
              <a:gd name="connsiteY810" fmla="*/ 1344259 h 4267200"/>
              <a:gd name="connsiteX811" fmla="*/ 11666978 w 12192000"/>
              <a:gd name="connsiteY811" fmla="*/ 1215889 h 4267200"/>
              <a:gd name="connsiteX812" fmla="*/ 11707200 w 12192000"/>
              <a:gd name="connsiteY812" fmla="*/ 1192361 h 4267200"/>
              <a:gd name="connsiteX813" fmla="*/ 12144637 w 12192000"/>
              <a:gd name="connsiteY813" fmla="*/ 858646 h 4267200"/>
              <a:gd name="connsiteX814" fmla="*/ 12192000 w 12192000"/>
              <a:gd name="connsiteY814" fmla="*/ 810414 h 4267200"/>
              <a:gd name="connsiteX815" fmla="*/ 12192000 w 12192000"/>
              <a:gd name="connsiteY815" fmla="*/ 916439 h 4267200"/>
              <a:gd name="connsiteX816" fmla="*/ 12150630 w 12192000"/>
              <a:gd name="connsiteY816" fmla="*/ 982925 h 4267200"/>
              <a:gd name="connsiteX817" fmla="*/ 11389484 w 12192000"/>
              <a:gd name="connsiteY817" fmla="*/ 1469889 h 4267200"/>
              <a:gd name="connsiteX818" fmla="*/ 10923736 w 12192000"/>
              <a:gd name="connsiteY818" fmla="*/ 1721439 h 4267200"/>
              <a:gd name="connsiteX819" fmla="*/ 11091913 w 12192000"/>
              <a:gd name="connsiteY819" fmla="*/ 1780406 h 4267200"/>
              <a:gd name="connsiteX820" fmla="*/ 11771238 w 12192000"/>
              <a:gd name="connsiteY820" fmla="*/ 1944400 h 4267200"/>
              <a:gd name="connsiteX821" fmla="*/ 11783166 w 12192000"/>
              <a:gd name="connsiteY821" fmla="*/ 1931422 h 4267200"/>
              <a:gd name="connsiteX822" fmla="*/ 12131988 w 12192000"/>
              <a:gd name="connsiteY822" fmla="*/ 1574357 h 4267200"/>
              <a:gd name="connsiteX823" fmla="*/ 12192000 w 12192000"/>
              <a:gd name="connsiteY823" fmla="*/ 1537429 h 4267200"/>
              <a:gd name="connsiteX824" fmla="*/ 12192000 w 12192000"/>
              <a:gd name="connsiteY824" fmla="*/ 1589108 h 4267200"/>
              <a:gd name="connsiteX825" fmla="*/ 12112105 w 12192000"/>
              <a:gd name="connsiteY825" fmla="*/ 1640352 h 4267200"/>
              <a:gd name="connsiteX826" fmla="*/ 11849203 w 12192000"/>
              <a:gd name="connsiteY826" fmla="*/ 1900149 h 4267200"/>
              <a:gd name="connsiteX827" fmla="*/ 11946326 w 12192000"/>
              <a:gd name="connsiteY827" fmla="*/ 1822808 h 4267200"/>
              <a:gd name="connsiteX828" fmla="*/ 12055863 w 12192000"/>
              <a:gd name="connsiteY828" fmla="*/ 1735914 h 4267200"/>
              <a:gd name="connsiteX829" fmla="*/ 12150816 w 12192000"/>
              <a:gd name="connsiteY829" fmla="*/ 1678902 h 4267200"/>
              <a:gd name="connsiteX830" fmla="*/ 12192000 w 12192000"/>
              <a:gd name="connsiteY830" fmla="*/ 1655121 h 4267200"/>
              <a:gd name="connsiteX831" fmla="*/ 12192000 w 12192000"/>
              <a:gd name="connsiteY831" fmla="*/ 1686869 h 4267200"/>
              <a:gd name="connsiteX832" fmla="*/ 12163772 w 12192000"/>
              <a:gd name="connsiteY832" fmla="*/ 1703058 h 4267200"/>
              <a:gd name="connsiteX833" fmla="*/ 12070597 w 12192000"/>
              <a:gd name="connsiteY833" fmla="*/ 1758893 h 4267200"/>
              <a:gd name="connsiteX834" fmla="*/ 11963621 w 12192000"/>
              <a:gd name="connsiteY834" fmla="*/ 1844299 h 4267200"/>
              <a:gd name="connsiteX835" fmla="*/ 11886604 w 12192000"/>
              <a:gd name="connsiteY835" fmla="*/ 1907617 h 4267200"/>
              <a:gd name="connsiteX836" fmla="*/ 12153575 w 12192000"/>
              <a:gd name="connsiteY836" fmla="*/ 1786372 h 4267200"/>
              <a:gd name="connsiteX837" fmla="*/ 12192000 w 12192000"/>
              <a:gd name="connsiteY837" fmla="*/ 1759693 h 4267200"/>
              <a:gd name="connsiteX838" fmla="*/ 12192000 w 12192000"/>
              <a:gd name="connsiteY838" fmla="*/ 1809459 h 4267200"/>
              <a:gd name="connsiteX839" fmla="*/ 12121362 w 12192000"/>
              <a:gd name="connsiteY839" fmla="*/ 1857561 h 4267200"/>
              <a:gd name="connsiteX840" fmla="*/ 11895949 w 12192000"/>
              <a:gd name="connsiteY840" fmla="*/ 1963079 h 4267200"/>
              <a:gd name="connsiteX841" fmla="*/ 12192000 w 12192000"/>
              <a:gd name="connsiteY841" fmla="*/ 1990579 h 4267200"/>
              <a:gd name="connsiteX842" fmla="*/ 12192000 w 12192000"/>
              <a:gd name="connsiteY842" fmla="*/ 2065582 h 4267200"/>
              <a:gd name="connsiteX843" fmla="*/ 12153918 w 12192000"/>
              <a:gd name="connsiteY843" fmla="*/ 2063926 h 4267200"/>
              <a:gd name="connsiteX844" fmla="*/ 12192000 w 12192000"/>
              <a:gd name="connsiteY844" fmla="*/ 2085104 h 4267200"/>
              <a:gd name="connsiteX845" fmla="*/ 12192000 w 12192000"/>
              <a:gd name="connsiteY845" fmla="*/ 2178471 h 4267200"/>
              <a:gd name="connsiteX846" fmla="*/ 12085355 w 12192000"/>
              <a:gd name="connsiteY846" fmla="*/ 2122457 h 4267200"/>
              <a:gd name="connsiteX847" fmla="*/ 12192000 w 12192000"/>
              <a:gd name="connsiteY847" fmla="*/ 2196158 h 4267200"/>
              <a:gd name="connsiteX848" fmla="*/ 12192000 w 12192000"/>
              <a:gd name="connsiteY848" fmla="*/ 2230374 h 4267200"/>
              <a:gd name="connsiteX849" fmla="*/ 12041237 w 12192000"/>
              <a:gd name="connsiteY849" fmla="*/ 2126309 h 4267200"/>
              <a:gd name="connsiteX850" fmla="*/ 12174450 w 12192000"/>
              <a:gd name="connsiteY850" fmla="*/ 2262541 h 4267200"/>
              <a:gd name="connsiteX851" fmla="*/ 12192000 w 12192000"/>
              <a:gd name="connsiteY851" fmla="*/ 2275857 h 4267200"/>
              <a:gd name="connsiteX852" fmla="*/ 12192000 w 12192000"/>
              <a:gd name="connsiteY852" fmla="*/ 2377131 h 4267200"/>
              <a:gd name="connsiteX853" fmla="*/ 12155801 w 12192000"/>
              <a:gd name="connsiteY853" fmla="*/ 2349925 h 4267200"/>
              <a:gd name="connsiteX854" fmla="*/ 11930164 w 12192000"/>
              <a:gd name="connsiteY854" fmla="*/ 2041945 h 4267200"/>
              <a:gd name="connsiteX855" fmla="*/ 11561767 w 12192000"/>
              <a:gd name="connsiteY855" fmla="*/ 1984479 h 4267200"/>
              <a:gd name="connsiteX856" fmla="*/ 11987997 w 12192000"/>
              <a:gd name="connsiteY856" fmla="*/ 3153822 h 4267200"/>
              <a:gd name="connsiteX857" fmla="*/ 11926558 w 12192000"/>
              <a:gd name="connsiteY857" fmla="*/ 3203134 h 4267200"/>
              <a:gd name="connsiteX858" fmla="*/ 11440430 w 12192000"/>
              <a:gd name="connsiteY858" fmla="*/ 1973028 h 4267200"/>
              <a:gd name="connsiteX859" fmla="*/ 11446754 w 12192000"/>
              <a:gd name="connsiteY859" fmla="*/ 1959605 h 4267200"/>
              <a:gd name="connsiteX860" fmla="*/ 11050651 w 12192000"/>
              <a:gd name="connsiteY860" fmla="*/ 1850495 h 4267200"/>
              <a:gd name="connsiteX861" fmla="*/ 10389960 w 12192000"/>
              <a:gd name="connsiteY861" fmla="*/ 1586232 h 4267200"/>
              <a:gd name="connsiteX862" fmla="*/ 10500699 w 12192000"/>
              <a:gd name="connsiteY862" fmla="*/ 1913175 h 4267200"/>
              <a:gd name="connsiteX863" fmla="*/ 10507814 w 12192000"/>
              <a:gd name="connsiteY863" fmla="*/ 1920694 h 4267200"/>
              <a:gd name="connsiteX864" fmla="*/ 10518908 w 12192000"/>
              <a:gd name="connsiteY864" fmla="*/ 1911226 h 4267200"/>
              <a:gd name="connsiteX865" fmla="*/ 11258935 w 12192000"/>
              <a:gd name="connsiteY865" fmla="*/ 2442781 h 4267200"/>
              <a:gd name="connsiteX866" fmla="*/ 11211663 w 12192000"/>
              <a:gd name="connsiteY866" fmla="*/ 2510325 h 4267200"/>
              <a:gd name="connsiteX867" fmla="*/ 10571295 w 12192000"/>
              <a:gd name="connsiteY867" fmla="*/ 2105302 h 4267200"/>
              <a:gd name="connsiteX868" fmla="*/ 10435737 w 12192000"/>
              <a:gd name="connsiteY868" fmla="*/ 2805672 h 4267200"/>
              <a:gd name="connsiteX869" fmla="*/ 10206831 w 12192000"/>
              <a:gd name="connsiteY869" fmla="*/ 3151701 h 4267200"/>
              <a:gd name="connsiteX870" fmla="*/ 10196482 w 12192000"/>
              <a:gd name="connsiteY870" fmla="*/ 3135084 h 4267200"/>
              <a:gd name="connsiteX871" fmla="*/ 10381882 w 12192000"/>
              <a:gd name="connsiteY871" fmla="*/ 2155807 h 4267200"/>
              <a:gd name="connsiteX872" fmla="*/ 10439260 w 12192000"/>
              <a:gd name="connsiteY872" fmla="*/ 1962486 h 4267200"/>
              <a:gd name="connsiteX873" fmla="*/ 10439409 w 12192000"/>
              <a:gd name="connsiteY873" fmla="*/ 1960615 h 4267200"/>
              <a:gd name="connsiteX874" fmla="*/ 10439915 w 12192000"/>
              <a:gd name="connsiteY874" fmla="*/ 1951821 h 4267200"/>
              <a:gd name="connsiteX875" fmla="*/ 10314241 w 12192000"/>
              <a:gd name="connsiteY875" fmla="*/ 1556749 h 4267200"/>
              <a:gd name="connsiteX876" fmla="*/ 10315061 w 12192000"/>
              <a:gd name="connsiteY876" fmla="*/ 1548729 h 4267200"/>
              <a:gd name="connsiteX877" fmla="*/ 9526158 w 12192000"/>
              <a:gd name="connsiteY877" fmla="*/ 1071804 h 4267200"/>
              <a:gd name="connsiteX878" fmla="*/ 9758689 w 12192000"/>
              <a:gd name="connsiteY878" fmla="*/ 1585512 h 4267200"/>
              <a:gd name="connsiteX879" fmla="*/ 9941392 w 12192000"/>
              <a:gd name="connsiteY879" fmla="*/ 2432858 h 4267200"/>
              <a:gd name="connsiteX880" fmla="*/ 9887724 w 12192000"/>
              <a:gd name="connsiteY880" fmla="*/ 2495762 h 4267200"/>
              <a:gd name="connsiteX881" fmla="*/ 9587446 w 12192000"/>
              <a:gd name="connsiteY881" fmla="*/ 1872898 h 4267200"/>
              <a:gd name="connsiteX882" fmla="*/ 9462810 w 12192000"/>
              <a:gd name="connsiteY882" fmla="*/ 1288346 h 4267200"/>
              <a:gd name="connsiteX883" fmla="*/ 9318575 w 12192000"/>
              <a:gd name="connsiteY883" fmla="*/ 1540820 h 4267200"/>
              <a:gd name="connsiteX884" fmla="*/ 9191090 w 12192000"/>
              <a:gd name="connsiteY884" fmla="*/ 1688355 h 4267200"/>
              <a:gd name="connsiteX885" fmla="*/ 9177757 w 12192000"/>
              <a:gd name="connsiteY885" fmla="*/ 1683354 h 4267200"/>
              <a:gd name="connsiteX886" fmla="*/ 9274865 w 12192000"/>
              <a:gd name="connsiteY886" fmla="*/ 1336896 h 4267200"/>
              <a:gd name="connsiteX887" fmla="*/ 9478649 w 12192000"/>
              <a:gd name="connsiteY887" fmla="*/ 1173376 h 4267200"/>
              <a:gd name="connsiteX888" fmla="*/ 9482281 w 12192000"/>
              <a:gd name="connsiteY888" fmla="*/ 1167830 h 4267200"/>
              <a:gd name="connsiteX889" fmla="*/ 9438637 w 12192000"/>
              <a:gd name="connsiteY889" fmla="*/ 1015438 h 4267200"/>
              <a:gd name="connsiteX890" fmla="*/ 9439458 w 12192000"/>
              <a:gd name="connsiteY890" fmla="*/ 1007420 h 4267200"/>
              <a:gd name="connsiteX891" fmla="*/ 9197105 w 12192000"/>
              <a:gd name="connsiteY891" fmla="*/ 808882 h 4267200"/>
              <a:gd name="connsiteX892" fmla="*/ 8973607 w 12192000"/>
              <a:gd name="connsiteY892" fmla="*/ 597733 h 4267200"/>
              <a:gd name="connsiteX893" fmla="*/ 8967512 w 12192000"/>
              <a:gd name="connsiteY893" fmla="*/ 1795211 h 4267200"/>
              <a:gd name="connsiteX894" fmla="*/ 8912526 w 12192000"/>
              <a:gd name="connsiteY894" fmla="*/ 1841464 h 4267200"/>
              <a:gd name="connsiteX895" fmla="*/ 8893391 w 12192000"/>
              <a:gd name="connsiteY895" fmla="*/ 572788 h 4267200"/>
              <a:gd name="connsiteX896" fmla="*/ 8902990 w 12192000"/>
              <a:gd name="connsiteY896" fmla="*/ 560750 h 4267200"/>
              <a:gd name="connsiteX897" fmla="*/ 8919102 w 12192000"/>
              <a:gd name="connsiteY897" fmla="*/ 542471 h 4267200"/>
              <a:gd name="connsiteX898" fmla="*/ 8661728 w 12192000"/>
              <a:gd name="connsiteY898" fmla="*/ 250903 h 4267200"/>
              <a:gd name="connsiteX899" fmla="*/ 8357758 w 12192000"/>
              <a:gd name="connsiteY899" fmla="*/ 0 h 4267200"/>
              <a:gd name="connsiteX900" fmla="*/ 8405492 w 12192000"/>
              <a:gd name="connsiteY900" fmla="*/ 0 h 4267200"/>
              <a:gd name="connsiteX901" fmla="*/ 8392083 w 12192000"/>
              <a:gd name="connsiteY901" fmla="*/ 30495 h 4267200"/>
              <a:gd name="connsiteX902" fmla="*/ 8339888 w 12192000"/>
              <a:gd name="connsiteY902" fmla="*/ 306259 h 4267200"/>
              <a:gd name="connsiteX903" fmla="*/ 8473847 w 12192000"/>
              <a:gd name="connsiteY903" fmla="*/ 727373 h 4267200"/>
              <a:gd name="connsiteX904" fmla="*/ 8454081 w 12192000"/>
              <a:gd name="connsiteY904" fmla="*/ 1611960 h 4267200"/>
              <a:gd name="connsiteX905" fmla="*/ 8396000 w 12192000"/>
              <a:gd name="connsiteY905" fmla="*/ 1663986 h 4267200"/>
              <a:gd name="connsiteX906" fmla="*/ 8238881 w 12192000"/>
              <a:gd name="connsiteY906" fmla="*/ 368438 h 4267200"/>
              <a:gd name="connsiteX907" fmla="*/ 7668140 w 12192000"/>
              <a:gd name="connsiteY907" fmla="*/ 942511 h 4267200"/>
              <a:gd name="connsiteX908" fmla="*/ 7637853 w 12192000"/>
              <a:gd name="connsiteY908" fmla="*/ 942567 h 4267200"/>
              <a:gd name="connsiteX909" fmla="*/ 7909649 w 12192000"/>
              <a:gd name="connsiteY909" fmla="*/ 489150 h 4267200"/>
              <a:gd name="connsiteX910" fmla="*/ 8256182 w 12192000"/>
              <a:gd name="connsiteY910" fmla="*/ 301724 h 4267200"/>
              <a:gd name="connsiteX911" fmla="*/ 8255912 w 12192000"/>
              <a:gd name="connsiteY911" fmla="*/ 276498 h 4267200"/>
              <a:gd name="connsiteX912" fmla="*/ 8315225 w 12192000"/>
              <a:gd name="connsiteY912" fmla="*/ 89075 h 4267200"/>
              <a:gd name="connsiteX913" fmla="*/ 7497388 w 12192000"/>
              <a:gd name="connsiteY913" fmla="*/ 0 h 4267200"/>
              <a:gd name="connsiteX914" fmla="*/ 7560921 w 12192000"/>
              <a:gd name="connsiteY914" fmla="*/ 0 h 4267200"/>
              <a:gd name="connsiteX915" fmla="*/ 7546742 w 12192000"/>
              <a:gd name="connsiteY915" fmla="*/ 68966 h 4267200"/>
              <a:gd name="connsiteX916" fmla="*/ 7488853 w 12192000"/>
              <a:gd name="connsiteY916" fmla="*/ 535687 h 4267200"/>
              <a:gd name="connsiteX917" fmla="*/ 7529509 w 12192000"/>
              <a:gd name="connsiteY917" fmla="*/ 380358 h 4267200"/>
              <a:gd name="connsiteX918" fmla="*/ 7585939 w 12192000"/>
              <a:gd name="connsiteY918" fmla="*/ 184712 h 4267200"/>
              <a:gd name="connsiteX919" fmla="*/ 7621792 w 12192000"/>
              <a:gd name="connsiteY919" fmla="*/ 87864 h 4267200"/>
              <a:gd name="connsiteX920" fmla="*/ 7654204 w 12192000"/>
              <a:gd name="connsiteY920" fmla="*/ 0 h 4267200"/>
              <a:gd name="connsiteX921" fmla="*/ 7683986 w 12192000"/>
              <a:gd name="connsiteY921" fmla="*/ 0 h 4267200"/>
              <a:gd name="connsiteX922" fmla="*/ 7647914 w 12192000"/>
              <a:gd name="connsiteY922" fmla="*/ 97640 h 4267200"/>
              <a:gd name="connsiteX923" fmla="*/ 7612524 w 12192000"/>
              <a:gd name="connsiteY923" fmla="*/ 193392 h 4267200"/>
              <a:gd name="connsiteX924" fmla="*/ 7557013 w 12192000"/>
              <a:gd name="connsiteY924" fmla="*/ 386853 h 4267200"/>
              <a:gd name="connsiteX925" fmla="*/ 7517286 w 12192000"/>
              <a:gd name="connsiteY925" fmla="*/ 539999 h 4267200"/>
              <a:gd name="connsiteX926" fmla="*/ 7704204 w 12192000"/>
              <a:gd name="connsiteY926" fmla="*/ 152292 h 4267200"/>
              <a:gd name="connsiteX927" fmla="*/ 7756975 w 12192000"/>
              <a:gd name="connsiteY927" fmla="*/ 0 h 4267200"/>
              <a:gd name="connsiteX928" fmla="*/ 7837329 w 12192000"/>
              <a:gd name="connsiteY928" fmla="*/ 0 h 4267200"/>
              <a:gd name="connsiteX929" fmla="*/ 7821760 w 12192000"/>
              <a:gd name="connsiteY929" fmla="*/ 65656 h 4267200"/>
              <a:gd name="connsiteX930" fmla="*/ 7488925 w 12192000"/>
              <a:gd name="connsiteY930" fmla="*/ 763628 h 4267200"/>
              <a:gd name="connsiteX931" fmla="*/ 7419999 w 12192000"/>
              <a:gd name="connsiteY931" fmla="*/ 774360 h 4267200"/>
              <a:gd name="connsiteX932" fmla="*/ 7487820 w 12192000"/>
              <a:gd name="connsiteY932" fmla="*/ 37416 h 4267200"/>
              <a:gd name="connsiteX933" fmla="*/ 3882765 w 12192000"/>
              <a:gd name="connsiteY933" fmla="*/ 0 h 4267200"/>
              <a:gd name="connsiteX934" fmla="*/ 3995099 w 12192000"/>
              <a:gd name="connsiteY934" fmla="*/ 0 h 4267200"/>
              <a:gd name="connsiteX935" fmla="*/ 4163818 w 12192000"/>
              <a:gd name="connsiteY935" fmla="*/ 234104 h 4267200"/>
              <a:gd name="connsiteX936" fmla="*/ 4172099 w 12192000"/>
              <a:gd name="connsiteY936" fmla="*/ 234207 h 4267200"/>
              <a:gd name="connsiteX937" fmla="*/ 4784282 w 12192000"/>
              <a:gd name="connsiteY937" fmla="*/ 276561 h 4267200"/>
              <a:gd name="connsiteX938" fmla="*/ 4801687 w 12192000"/>
              <a:gd name="connsiteY938" fmla="*/ 267764 h 4267200"/>
              <a:gd name="connsiteX939" fmla="*/ 6082788 w 12192000"/>
              <a:gd name="connsiteY939" fmla="*/ 64119 h 4267200"/>
              <a:gd name="connsiteX940" fmla="*/ 6099442 w 12192000"/>
              <a:gd name="connsiteY940" fmla="*/ 82568 h 4267200"/>
              <a:gd name="connsiteX941" fmla="*/ 4804137 w 12192000"/>
              <a:gd name="connsiteY941" fmla="*/ 320931 h 4267200"/>
              <a:gd name="connsiteX942" fmla="*/ 4227047 w 12192000"/>
              <a:gd name="connsiteY942" fmla="*/ 313415 h 4267200"/>
              <a:gd name="connsiteX943" fmla="*/ 4346041 w 12192000"/>
              <a:gd name="connsiteY943" fmla="*/ 456086 h 4267200"/>
              <a:gd name="connsiteX944" fmla="*/ 4870967 w 12192000"/>
              <a:gd name="connsiteY944" fmla="*/ 963061 h 4267200"/>
              <a:gd name="connsiteX945" fmla="*/ 4889647 w 12192000"/>
              <a:gd name="connsiteY945" fmla="*/ 957147 h 4267200"/>
              <a:gd name="connsiteX946" fmla="*/ 5422504 w 12192000"/>
              <a:gd name="connsiteY946" fmla="*/ 805191 h 4267200"/>
              <a:gd name="connsiteX947" fmla="*/ 6087656 w 12192000"/>
              <a:gd name="connsiteY947" fmla="*/ 826703 h 4267200"/>
              <a:gd name="connsiteX948" fmla="*/ 6058717 w 12192000"/>
              <a:gd name="connsiteY948" fmla="*/ 865992 h 4267200"/>
              <a:gd name="connsiteX949" fmla="*/ 4974153 w 12192000"/>
              <a:gd name="connsiteY949" fmla="*/ 1045456 h 4267200"/>
              <a:gd name="connsiteX950" fmla="*/ 5627835 w 12192000"/>
              <a:gd name="connsiteY950" fmla="*/ 1472077 h 4267200"/>
              <a:gd name="connsiteX951" fmla="*/ 5629817 w 12192000"/>
              <a:gd name="connsiteY951" fmla="*/ 1471412 h 4267200"/>
              <a:gd name="connsiteX952" fmla="*/ 5634124 w 12192000"/>
              <a:gd name="connsiteY952" fmla="*/ 1470572 h 4267200"/>
              <a:gd name="connsiteX953" fmla="*/ 5755832 w 12192000"/>
              <a:gd name="connsiteY953" fmla="*/ 1383886 h 4267200"/>
              <a:gd name="connsiteX954" fmla="*/ 6014186 w 12192000"/>
              <a:gd name="connsiteY954" fmla="*/ 1279799 h 4267200"/>
              <a:gd name="connsiteX955" fmla="*/ 6901619 w 12192000"/>
              <a:gd name="connsiteY955" fmla="*/ 1047874 h 4267200"/>
              <a:gd name="connsiteX956" fmla="*/ 6931566 w 12192000"/>
              <a:gd name="connsiteY956" fmla="*/ 1062034 h 4267200"/>
              <a:gd name="connsiteX957" fmla="*/ 5790982 w 12192000"/>
              <a:gd name="connsiteY957" fmla="*/ 1561380 h 4267200"/>
              <a:gd name="connsiteX958" fmla="*/ 6188971 w 12192000"/>
              <a:gd name="connsiteY958" fmla="*/ 1755168 h 4267200"/>
              <a:gd name="connsiteX959" fmla="*/ 6202446 w 12192000"/>
              <a:gd name="connsiteY959" fmla="*/ 1752268 h 4267200"/>
              <a:gd name="connsiteX960" fmla="*/ 7179560 w 12192000"/>
              <a:gd name="connsiteY960" fmla="*/ 1467551 h 4267200"/>
              <a:gd name="connsiteX961" fmla="*/ 7158730 w 12192000"/>
              <a:gd name="connsiteY961" fmla="*/ 1507835 h 4267200"/>
              <a:gd name="connsiteX962" fmla="*/ 6326959 w 12192000"/>
              <a:gd name="connsiteY962" fmla="*/ 1817686 h 4267200"/>
              <a:gd name="connsiteX963" fmla="*/ 6537433 w 12192000"/>
              <a:gd name="connsiteY963" fmla="*/ 1907790 h 4267200"/>
              <a:gd name="connsiteX964" fmla="*/ 6550221 w 12192000"/>
              <a:gd name="connsiteY964" fmla="*/ 1910729 h 4267200"/>
              <a:gd name="connsiteX965" fmla="*/ 6964438 w 12192000"/>
              <a:gd name="connsiteY965" fmla="*/ 2209505 h 4267200"/>
              <a:gd name="connsiteX966" fmla="*/ 7367862 w 12192000"/>
              <a:gd name="connsiteY966" fmla="*/ 2806833 h 4267200"/>
              <a:gd name="connsiteX967" fmla="*/ 7364329 w 12192000"/>
              <a:gd name="connsiteY967" fmla="*/ 2826907 h 4267200"/>
              <a:gd name="connsiteX968" fmla="*/ 7290545 w 12192000"/>
              <a:gd name="connsiteY968" fmla="*/ 2850663 h 4267200"/>
              <a:gd name="connsiteX969" fmla="*/ 6472036 w 12192000"/>
              <a:gd name="connsiteY969" fmla="*/ 1959003 h 4267200"/>
              <a:gd name="connsiteX970" fmla="*/ 5792897 w 12192000"/>
              <a:gd name="connsiteY970" fmla="*/ 1647747 h 4267200"/>
              <a:gd name="connsiteX971" fmla="*/ 5842751 w 12192000"/>
              <a:gd name="connsiteY971" fmla="*/ 1816112 h 4267200"/>
              <a:gd name="connsiteX972" fmla="*/ 5847424 w 12192000"/>
              <a:gd name="connsiteY972" fmla="*/ 1815776 h 4267200"/>
              <a:gd name="connsiteX973" fmla="*/ 6399821 w 12192000"/>
              <a:gd name="connsiteY973" fmla="*/ 2344799 h 4267200"/>
              <a:gd name="connsiteX974" fmla="*/ 6323232 w 12192000"/>
              <a:gd name="connsiteY974" fmla="*/ 2389634 h 4267200"/>
              <a:gd name="connsiteX975" fmla="*/ 5942958 w 12192000"/>
              <a:gd name="connsiteY975" fmla="*/ 2077708 h 4267200"/>
              <a:gd name="connsiteX976" fmla="*/ 5921559 w 12192000"/>
              <a:gd name="connsiteY976" fmla="*/ 2378596 h 4267200"/>
              <a:gd name="connsiteX977" fmla="*/ 5817651 w 12192000"/>
              <a:gd name="connsiteY977" fmla="*/ 3023919 h 4267200"/>
              <a:gd name="connsiteX978" fmla="*/ 5729634 w 12192000"/>
              <a:gd name="connsiteY978" fmla="*/ 3051849 h 4267200"/>
              <a:gd name="connsiteX979" fmla="*/ 5611018 w 12192000"/>
              <a:gd name="connsiteY979" fmla="*/ 2316769 h 4267200"/>
              <a:gd name="connsiteX980" fmla="*/ 5687608 w 12192000"/>
              <a:gd name="connsiteY980" fmla="*/ 2039972 h 4267200"/>
              <a:gd name="connsiteX981" fmla="*/ 5657554 w 12192000"/>
              <a:gd name="connsiteY981" fmla="*/ 1576445 h 4267200"/>
              <a:gd name="connsiteX982" fmla="*/ 5150475 w 12192000"/>
              <a:gd name="connsiteY982" fmla="*/ 1274012 h 4267200"/>
              <a:gd name="connsiteX983" fmla="*/ 5349142 w 12192000"/>
              <a:gd name="connsiteY983" fmla="*/ 2204405 h 4267200"/>
              <a:gd name="connsiteX984" fmla="*/ 5262214 w 12192000"/>
              <a:gd name="connsiteY984" fmla="*/ 2233836 h 4267200"/>
              <a:gd name="connsiteX985" fmla="*/ 4981539 w 12192000"/>
              <a:gd name="connsiteY985" fmla="*/ 1542201 h 4267200"/>
              <a:gd name="connsiteX986" fmla="*/ 4958461 w 12192000"/>
              <a:gd name="connsiteY986" fmla="*/ 1136957 h 4267200"/>
              <a:gd name="connsiteX987" fmla="*/ 4655015 w 12192000"/>
              <a:gd name="connsiteY987" fmla="*/ 891426 h 4267200"/>
              <a:gd name="connsiteX988" fmla="*/ 4348002 w 12192000"/>
              <a:gd name="connsiteY988" fmla="*/ 2205895 h 4267200"/>
              <a:gd name="connsiteX989" fmla="*/ 4262250 w 12192000"/>
              <a:gd name="connsiteY989" fmla="*/ 2219972 h 4267200"/>
              <a:gd name="connsiteX990" fmla="*/ 4550611 w 12192000"/>
              <a:gd name="connsiteY990" fmla="*/ 817540 h 4267200"/>
              <a:gd name="connsiteX991" fmla="*/ 4564418 w 12192000"/>
              <a:gd name="connsiteY991" fmla="*/ 808293 h 4267200"/>
              <a:gd name="connsiteX992" fmla="*/ 4266388 w 12192000"/>
              <a:gd name="connsiteY992" fmla="*/ 500083 h 4267200"/>
              <a:gd name="connsiteX993" fmla="*/ 4032842 w 12192000"/>
              <a:gd name="connsiteY993" fmla="*/ 211809 h 4267200"/>
              <a:gd name="connsiteX994" fmla="*/ 3721337 w 12192000"/>
              <a:gd name="connsiteY994" fmla="*/ 0 h 4267200"/>
              <a:gd name="connsiteX995" fmla="*/ 3797544 w 12192000"/>
              <a:gd name="connsiteY995" fmla="*/ 0 h 4267200"/>
              <a:gd name="connsiteX996" fmla="*/ 3775734 w 12192000"/>
              <a:gd name="connsiteY996" fmla="*/ 95131 h 4267200"/>
              <a:gd name="connsiteX997" fmla="*/ 3724807 w 12192000"/>
              <a:gd name="connsiteY997" fmla="*/ 272257 h 4267200"/>
              <a:gd name="connsiteX998" fmla="*/ 3726844 w 12192000"/>
              <a:gd name="connsiteY998" fmla="*/ 282988 h 4267200"/>
              <a:gd name="connsiteX999" fmla="*/ 3742664 w 12192000"/>
              <a:gd name="connsiteY999" fmla="*/ 279918 h 4267200"/>
              <a:gd name="connsiteX1000" fmla="*/ 4103910 w 12192000"/>
              <a:gd name="connsiteY1000" fmla="*/ 1161917 h 4267200"/>
              <a:gd name="connsiteX1001" fmla="*/ 4020269 w 12192000"/>
              <a:gd name="connsiteY1001" fmla="*/ 1200406 h 4267200"/>
              <a:gd name="connsiteX1002" fmla="*/ 3674882 w 12192000"/>
              <a:gd name="connsiteY1002" fmla="*/ 488524 h 4267200"/>
              <a:gd name="connsiteX1003" fmla="*/ 3132682 w 12192000"/>
              <a:gd name="connsiteY1003" fmla="*/ 1072284 h 4267200"/>
              <a:gd name="connsiteX1004" fmla="*/ 2716346 w 12192000"/>
              <a:gd name="connsiteY1004" fmla="*/ 1276376 h 4267200"/>
              <a:gd name="connsiteX1005" fmla="*/ 2716772 w 12192000"/>
              <a:gd name="connsiteY1005" fmla="*/ 1255462 h 4267200"/>
              <a:gd name="connsiteX1006" fmla="*/ 3471096 w 12192000"/>
              <a:gd name="connsiteY1006" fmla="*/ 437072 h 4267200"/>
              <a:gd name="connsiteX1007" fmla="*/ 3639057 w 12192000"/>
              <a:gd name="connsiteY1007" fmla="*/ 286334 h 4267200"/>
              <a:gd name="connsiteX1008" fmla="*/ 3640309 w 12192000"/>
              <a:gd name="connsiteY1008" fmla="*/ 284664 h 4267200"/>
              <a:gd name="connsiteX1009" fmla="*/ 3646022 w 12192000"/>
              <a:gd name="connsiteY1009" fmla="*/ 276711 h 4267200"/>
              <a:gd name="connsiteX1010" fmla="*/ 3707943 w 12192000"/>
              <a:gd name="connsiteY1010" fmla="*/ 65958 h 4267200"/>
              <a:gd name="connsiteX1011" fmla="*/ 2867960 w 12192000"/>
              <a:gd name="connsiteY1011" fmla="*/ 0 h 4267200"/>
              <a:gd name="connsiteX1012" fmla="*/ 2926351 w 12192000"/>
              <a:gd name="connsiteY1012" fmla="*/ 0 h 4267200"/>
              <a:gd name="connsiteX1013" fmla="*/ 2902823 w 12192000"/>
              <a:gd name="connsiteY1013" fmla="*/ 262929 h 4267200"/>
              <a:gd name="connsiteX1014" fmla="*/ 2940663 w 12192000"/>
              <a:gd name="connsiteY1014" fmla="*/ 140884 h 4267200"/>
              <a:gd name="connsiteX1015" fmla="*/ 2947039 w 12192000"/>
              <a:gd name="connsiteY1015" fmla="*/ 122524 h 4267200"/>
              <a:gd name="connsiteX1016" fmla="*/ 2984316 w 12192000"/>
              <a:gd name="connsiteY1016" fmla="*/ 0 h 4267200"/>
              <a:gd name="connsiteX1017" fmla="*/ 3016114 w 12192000"/>
              <a:gd name="connsiteY1017" fmla="*/ 0 h 4267200"/>
              <a:gd name="connsiteX1018" fmla="*/ 2979949 w 12192000"/>
              <a:gd name="connsiteY1018" fmla="*/ 119274 h 4267200"/>
              <a:gd name="connsiteX1019" fmla="*/ 3023879 w 12192000"/>
              <a:gd name="connsiteY1019" fmla="*/ 0 h 4267200"/>
              <a:gd name="connsiteX1020" fmla="*/ 3105400 w 12192000"/>
              <a:gd name="connsiteY1020" fmla="*/ 0 h 4267200"/>
              <a:gd name="connsiteX1021" fmla="*/ 3094669 w 12192000"/>
              <a:gd name="connsiteY1021" fmla="*/ 30308 h 4267200"/>
              <a:gd name="connsiteX1022" fmla="*/ 2901945 w 12192000"/>
              <a:gd name="connsiteY1022" fmla="*/ 466538 h 4267200"/>
              <a:gd name="connsiteX1023" fmla="*/ 2815209 w 12192000"/>
              <a:gd name="connsiteY1023" fmla="*/ 497361 h 4267200"/>
              <a:gd name="connsiteX1024" fmla="*/ 2844845 w 12192000"/>
              <a:gd name="connsiteY1024" fmla="*/ 127638 h 4267200"/>
              <a:gd name="connsiteX1025" fmla="*/ 1057230 w 12192000"/>
              <a:gd name="connsiteY1025" fmla="*/ 0 h 4267200"/>
              <a:gd name="connsiteX1026" fmla="*/ 1111003 w 12192000"/>
              <a:gd name="connsiteY1026" fmla="*/ 0 h 4267200"/>
              <a:gd name="connsiteX1027" fmla="*/ 1125553 w 12192000"/>
              <a:gd name="connsiteY1027" fmla="*/ 52588 h 4267200"/>
              <a:gd name="connsiteX1028" fmla="*/ 1304276 w 12192000"/>
              <a:gd name="connsiteY1028" fmla="*/ 476275 h 4267200"/>
              <a:gd name="connsiteX1029" fmla="*/ 1492066 w 12192000"/>
              <a:gd name="connsiteY1029" fmla="*/ 886333 h 4267200"/>
              <a:gd name="connsiteX1030" fmla="*/ 1423698 w 12192000"/>
              <a:gd name="connsiteY1030" fmla="*/ 710817 h 4267200"/>
              <a:gd name="connsiteX1031" fmla="*/ 1357609 w 12192000"/>
              <a:gd name="connsiteY1031" fmla="*/ 532892 h 4267200"/>
              <a:gd name="connsiteX1032" fmla="*/ 1309550 w 12192000"/>
              <a:gd name="connsiteY1032" fmla="*/ 374031 h 4267200"/>
              <a:gd name="connsiteX1033" fmla="*/ 1193673 w 12192000"/>
              <a:gd name="connsiteY1033" fmla="*/ 49533 h 4267200"/>
              <a:gd name="connsiteX1034" fmla="*/ 1164391 w 12192000"/>
              <a:gd name="connsiteY1034" fmla="*/ 0 h 4267200"/>
              <a:gd name="connsiteX1035" fmla="*/ 1200666 w 12192000"/>
              <a:gd name="connsiteY1035" fmla="*/ 0 h 4267200"/>
              <a:gd name="connsiteX1036" fmla="*/ 1223408 w 12192000"/>
              <a:gd name="connsiteY1036" fmla="*/ 38996 h 4267200"/>
              <a:gd name="connsiteX1037" fmla="*/ 1339635 w 12192000"/>
              <a:gd name="connsiteY1037" fmla="*/ 365517 h 4267200"/>
              <a:gd name="connsiteX1038" fmla="*/ 1387469 w 12192000"/>
              <a:gd name="connsiteY1038" fmla="*/ 523079 h 4267200"/>
              <a:gd name="connsiteX1039" fmla="*/ 1452685 w 12192000"/>
              <a:gd name="connsiteY1039" fmla="*/ 699806 h 4267200"/>
              <a:gd name="connsiteX1040" fmla="*/ 1492092 w 12192000"/>
              <a:gd name="connsiteY1040" fmla="*/ 800424 h 4267200"/>
              <a:gd name="connsiteX1041" fmla="*/ 1455302 w 12192000"/>
              <a:gd name="connsiteY1041" fmla="*/ 632913 h 4267200"/>
              <a:gd name="connsiteX1042" fmla="*/ 1222336 w 12192000"/>
              <a:gd name="connsiteY1042" fmla="*/ 9480 h 4267200"/>
              <a:gd name="connsiteX1043" fmla="*/ 1214634 w 12192000"/>
              <a:gd name="connsiteY1043" fmla="*/ 0 h 4267200"/>
              <a:gd name="connsiteX1044" fmla="*/ 1289827 w 12192000"/>
              <a:gd name="connsiteY1044" fmla="*/ 0 h 4267200"/>
              <a:gd name="connsiteX1045" fmla="*/ 1321076 w 12192000"/>
              <a:gd name="connsiteY1045" fmla="*/ 59722 h 4267200"/>
              <a:gd name="connsiteX1046" fmla="*/ 1512579 w 12192000"/>
              <a:gd name="connsiteY1046" fmla="*/ 626441 h 4267200"/>
              <a:gd name="connsiteX1047" fmla="*/ 1506076 w 12192000"/>
              <a:gd name="connsiteY1047" fmla="*/ 1089289 h 4267200"/>
              <a:gd name="connsiteX1048" fmla="*/ 1486346 w 12192000"/>
              <a:gd name="connsiteY1048" fmla="*/ 1079919 h 4267200"/>
              <a:gd name="connsiteX1049" fmla="*/ 1070511 w 12192000"/>
              <a:gd name="connsiteY1049" fmla="*/ 48609 h 4267200"/>
              <a:gd name="connsiteX1050" fmla="*/ 43151 w 12192000"/>
              <a:gd name="connsiteY1050" fmla="*/ 0 h 4267200"/>
              <a:gd name="connsiteX1051" fmla="*/ 95283 w 12192000"/>
              <a:gd name="connsiteY1051" fmla="*/ 0 h 4267200"/>
              <a:gd name="connsiteX1052" fmla="*/ 300708 w 12192000"/>
              <a:gd name="connsiteY1052" fmla="*/ 154571 h 4267200"/>
              <a:gd name="connsiteX1053" fmla="*/ 530414 w 12192000"/>
              <a:gd name="connsiteY1053" fmla="*/ 354673 h 4267200"/>
              <a:gd name="connsiteX1054" fmla="*/ 333785 w 12192000"/>
              <a:gd name="connsiteY1054" fmla="*/ 161564 h 4267200"/>
              <a:gd name="connsiteX1055" fmla="*/ 147005 w 12192000"/>
              <a:gd name="connsiteY1055" fmla="*/ 0 h 4267200"/>
              <a:gd name="connsiteX1056" fmla="*/ 272509 w 12192000"/>
              <a:gd name="connsiteY1056" fmla="*/ 0 h 4267200"/>
              <a:gd name="connsiteX1057" fmla="*/ 326276 w 12192000"/>
              <a:gd name="connsiteY1057" fmla="*/ 45847 h 4267200"/>
              <a:gd name="connsiteX1058" fmla="*/ 823759 w 12192000"/>
              <a:gd name="connsiteY1058" fmla="*/ 574145 h 4267200"/>
              <a:gd name="connsiteX1059" fmla="*/ 811254 w 12192000"/>
              <a:gd name="connsiteY1059" fmla="*/ 665546 h 4267200"/>
              <a:gd name="connsiteX1060" fmla="*/ 154042 w 12192000"/>
              <a:gd name="connsiteY1060" fmla="*/ 261522 h 4267200"/>
              <a:gd name="connsiteX1061" fmla="*/ 13550 w 12192000"/>
              <a:gd name="connsiteY1061" fmla="*/ 158423 h 4267200"/>
              <a:gd name="connsiteX1062" fmla="*/ 0 w 12192000"/>
              <a:gd name="connsiteY1062" fmla="*/ 146618 h 4267200"/>
              <a:gd name="connsiteX1063" fmla="*/ 0 w 12192000"/>
              <a:gd name="connsiteY1063" fmla="*/ 59161 h 4267200"/>
              <a:gd name="connsiteX1064" fmla="*/ 45427 w 12192000"/>
              <a:gd name="connsiteY1064" fmla="*/ 101078 h 4267200"/>
              <a:gd name="connsiteX1065" fmla="*/ 630103 w 12192000"/>
              <a:gd name="connsiteY1065" fmla="*/ 485885 h 4267200"/>
              <a:gd name="connsiteX1066" fmla="*/ 532040 w 12192000"/>
              <a:gd name="connsiteY1066" fmla="*/ 399359 h 4267200"/>
              <a:gd name="connsiteX1067" fmla="*/ 517618 w 12192000"/>
              <a:gd name="connsiteY1067" fmla="*/ 385726 h 4267200"/>
              <a:gd name="connsiteX1068" fmla="*/ 285074 w 12192000"/>
              <a:gd name="connsiteY1068" fmla="*/ 182755 h 4267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  <a:cxn ang="0">
                <a:pos x="connsiteX969" y="connsiteY969"/>
              </a:cxn>
              <a:cxn ang="0">
                <a:pos x="connsiteX970" y="connsiteY970"/>
              </a:cxn>
              <a:cxn ang="0">
                <a:pos x="connsiteX971" y="connsiteY971"/>
              </a:cxn>
              <a:cxn ang="0">
                <a:pos x="connsiteX972" y="connsiteY972"/>
              </a:cxn>
              <a:cxn ang="0">
                <a:pos x="connsiteX973" y="connsiteY973"/>
              </a:cxn>
              <a:cxn ang="0">
                <a:pos x="connsiteX974" y="connsiteY974"/>
              </a:cxn>
              <a:cxn ang="0">
                <a:pos x="connsiteX975" y="connsiteY975"/>
              </a:cxn>
              <a:cxn ang="0">
                <a:pos x="connsiteX976" y="connsiteY976"/>
              </a:cxn>
              <a:cxn ang="0">
                <a:pos x="connsiteX977" y="connsiteY977"/>
              </a:cxn>
              <a:cxn ang="0">
                <a:pos x="connsiteX978" y="connsiteY978"/>
              </a:cxn>
              <a:cxn ang="0">
                <a:pos x="connsiteX979" y="connsiteY979"/>
              </a:cxn>
              <a:cxn ang="0">
                <a:pos x="connsiteX980" y="connsiteY980"/>
              </a:cxn>
              <a:cxn ang="0">
                <a:pos x="connsiteX981" y="connsiteY981"/>
              </a:cxn>
              <a:cxn ang="0">
                <a:pos x="connsiteX982" y="connsiteY982"/>
              </a:cxn>
              <a:cxn ang="0">
                <a:pos x="connsiteX983" y="connsiteY983"/>
              </a:cxn>
              <a:cxn ang="0">
                <a:pos x="connsiteX984" y="connsiteY984"/>
              </a:cxn>
              <a:cxn ang="0">
                <a:pos x="connsiteX985" y="connsiteY985"/>
              </a:cxn>
              <a:cxn ang="0">
                <a:pos x="connsiteX986" y="connsiteY986"/>
              </a:cxn>
              <a:cxn ang="0">
                <a:pos x="connsiteX987" y="connsiteY987"/>
              </a:cxn>
              <a:cxn ang="0">
                <a:pos x="connsiteX988" y="connsiteY988"/>
              </a:cxn>
              <a:cxn ang="0">
                <a:pos x="connsiteX989" y="connsiteY989"/>
              </a:cxn>
              <a:cxn ang="0">
                <a:pos x="connsiteX990" y="connsiteY990"/>
              </a:cxn>
              <a:cxn ang="0">
                <a:pos x="connsiteX991" y="connsiteY991"/>
              </a:cxn>
              <a:cxn ang="0">
                <a:pos x="connsiteX992" y="connsiteY992"/>
              </a:cxn>
              <a:cxn ang="0">
                <a:pos x="connsiteX993" y="connsiteY993"/>
              </a:cxn>
              <a:cxn ang="0">
                <a:pos x="connsiteX994" y="connsiteY994"/>
              </a:cxn>
              <a:cxn ang="0">
                <a:pos x="connsiteX995" y="connsiteY995"/>
              </a:cxn>
              <a:cxn ang="0">
                <a:pos x="connsiteX996" y="connsiteY996"/>
              </a:cxn>
              <a:cxn ang="0">
                <a:pos x="connsiteX997" y="connsiteY997"/>
              </a:cxn>
              <a:cxn ang="0">
                <a:pos x="connsiteX998" y="connsiteY998"/>
              </a:cxn>
              <a:cxn ang="0">
                <a:pos x="connsiteX999" y="connsiteY999"/>
              </a:cxn>
              <a:cxn ang="0">
                <a:pos x="connsiteX1000" y="connsiteY1000"/>
              </a:cxn>
              <a:cxn ang="0">
                <a:pos x="connsiteX1001" y="connsiteY1001"/>
              </a:cxn>
              <a:cxn ang="0">
                <a:pos x="connsiteX1002" y="connsiteY1002"/>
              </a:cxn>
              <a:cxn ang="0">
                <a:pos x="connsiteX1003" y="connsiteY1003"/>
              </a:cxn>
              <a:cxn ang="0">
                <a:pos x="connsiteX1004" y="connsiteY1004"/>
              </a:cxn>
              <a:cxn ang="0">
                <a:pos x="connsiteX1005" y="connsiteY1005"/>
              </a:cxn>
              <a:cxn ang="0">
                <a:pos x="connsiteX1006" y="connsiteY1006"/>
              </a:cxn>
              <a:cxn ang="0">
                <a:pos x="connsiteX1007" y="connsiteY1007"/>
              </a:cxn>
              <a:cxn ang="0">
                <a:pos x="connsiteX1008" y="connsiteY1008"/>
              </a:cxn>
              <a:cxn ang="0">
                <a:pos x="connsiteX1009" y="connsiteY1009"/>
              </a:cxn>
              <a:cxn ang="0">
                <a:pos x="connsiteX1010" y="connsiteY1010"/>
              </a:cxn>
              <a:cxn ang="0">
                <a:pos x="connsiteX1011" y="connsiteY1011"/>
              </a:cxn>
              <a:cxn ang="0">
                <a:pos x="connsiteX1012" y="connsiteY1012"/>
              </a:cxn>
              <a:cxn ang="0">
                <a:pos x="connsiteX1013" y="connsiteY1013"/>
              </a:cxn>
              <a:cxn ang="0">
                <a:pos x="connsiteX1014" y="connsiteY1014"/>
              </a:cxn>
              <a:cxn ang="0">
                <a:pos x="connsiteX1015" y="connsiteY1015"/>
              </a:cxn>
              <a:cxn ang="0">
                <a:pos x="connsiteX1016" y="connsiteY1016"/>
              </a:cxn>
              <a:cxn ang="0">
                <a:pos x="connsiteX1017" y="connsiteY1017"/>
              </a:cxn>
              <a:cxn ang="0">
                <a:pos x="connsiteX1018" y="connsiteY1018"/>
              </a:cxn>
              <a:cxn ang="0">
                <a:pos x="connsiteX1019" y="connsiteY1019"/>
              </a:cxn>
              <a:cxn ang="0">
                <a:pos x="connsiteX1020" y="connsiteY1020"/>
              </a:cxn>
              <a:cxn ang="0">
                <a:pos x="connsiteX1021" y="connsiteY1021"/>
              </a:cxn>
              <a:cxn ang="0">
                <a:pos x="connsiteX1022" y="connsiteY1022"/>
              </a:cxn>
              <a:cxn ang="0">
                <a:pos x="connsiteX1023" y="connsiteY1023"/>
              </a:cxn>
              <a:cxn ang="0">
                <a:pos x="connsiteX1024" y="connsiteY1024"/>
              </a:cxn>
              <a:cxn ang="0">
                <a:pos x="connsiteX1025" y="connsiteY1025"/>
              </a:cxn>
              <a:cxn ang="0">
                <a:pos x="connsiteX1026" y="connsiteY1026"/>
              </a:cxn>
              <a:cxn ang="0">
                <a:pos x="connsiteX1027" y="connsiteY1027"/>
              </a:cxn>
              <a:cxn ang="0">
                <a:pos x="connsiteX1028" y="connsiteY1028"/>
              </a:cxn>
              <a:cxn ang="0">
                <a:pos x="connsiteX1029" y="connsiteY1029"/>
              </a:cxn>
              <a:cxn ang="0">
                <a:pos x="connsiteX1030" y="connsiteY1030"/>
              </a:cxn>
              <a:cxn ang="0">
                <a:pos x="connsiteX1031" y="connsiteY1031"/>
              </a:cxn>
              <a:cxn ang="0">
                <a:pos x="connsiteX1032" y="connsiteY1032"/>
              </a:cxn>
              <a:cxn ang="0">
                <a:pos x="connsiteX1033" y="connsiteY1033"/>
              </a:cxn>
              <a:cxn ang="0">
                <a:pos x="connsiteX1034" y="connsiteY1034"/>
              </a:cxn>
              <a:cxn ang="0">
                <a:pos x="connsiteX1035" y="connsiteY1035"/>
              </a:cxn>
              <a:cxn ang="0">
                <a:pos x="connsiteX1036" y="connsiteY1036"/>
              </a:cxn>
              <a:cxn ang="0">
                <a:pos x="connsiteX1037" y="connsiteY1037"/>
              </a:cxn>
              <a:cxn ang="0">
                <a:pos x="connsiteX1038" y="connsiteY1038"/>
              </a:cxn>
              <a:cxn ang="0">
                <a:pos x="connsiteX1039" y="connsiteY1039"/>
              </a:cxn>
              <a:cxn ang="0">
                <a:pos x="connsiteX1040" y="connsiteY1040"/>
              </a:cxn>
              <a:cxn ang="0">
                <a:pos x="connsiteX1041" y="connsiteY1041"/>
              </a:cxn>
              <a:cxn ang="0">
                <a:pos x="connsiteX1042" y="connsiteY1042"/>
              </a:cxn>
              <a:cxn ang="0">
                <a:pos x="connsiteX1043" y="connsiteY1043"/>
              </a:cxn>
              <a:cxn ang="0">
                <a:pos x="connsiteX1044" y="connsiteY1044"/>
              </a:cxn>
              <a:cxn ang="0">
                <a:pos x="connsiteX1045" y="connsiteY1045"/>
              </a:cxn>
              <a:cxn ang="0">
                <a:pos x="connsiteX1046" y="connsiteY1046"/>
              </a:cxn>
              <a:cxn ang="0">
                <a:pos x="connsiteX1047" y="connsiteY1047"/>
              </a:cxn>
              <a:cxn ang="0">
                <a:pos x="connsiteX1048" y="connsiteY1048"/>
              </a:cxn>
              <a:cxn ang="0">
                <a:pos x="connsiteX1049" y="connsiteY1049"/>
              </a:cxn>
              <a:cxn ang="0">
                <a:pos x="connsiteX1050" y="connsiteY1050"/>
              </a:cxn>
              <a:cxn ang="0">
                <a:pos x="connsiteX1051" y="connsiteY1051"/>
              </a:cxn>
              <a:cxn ang="0">
                <a:pos x="connsiteX1052" y="connsiteY1052"/>
              </a:cxn>
              <a:cxn ang="0">
                <a:pos x="connsiteX1053" y="connsiteY1053"/>
              </a:cxn>
              <a:cxn ang="0">
                <a:pos x="connsiteX1054" y="connsiteY1054"/>
              </a:cxn>
              <a:cxn ang="0">
                <a:pos x="connsiteX1055" y="connsiteY1055"/>
              </a:cxn>
              <a:cxn ang="0">
                <a:pos x="connsiteX1056" y="connsiteY1056"/>
              </a:cxn>
              <a:cxn ang="0">
                <a:pos x="connsiteX1057" y="connsiteY1057"/>
              </a:cxn>
              <a:cxn ang="0">
                <a:pos x="connsiteX1058" y="connsiteY1058"/>
              </a:cxn>
              <a:cxn ang="0">
                <a:pos x="connsiteX1059" y="connsiteY1059"/>
              </a:cxn>
              <a:cxn ang="0">
                <a:pos x="connsiteX1060" y="connsiteY1060"/>
              </a:cxn>
              <a:cxn ang="0">
                <a:pos x="connsiteX1061" y="connsiteY1061"/>
              </a:cxn>
              <a:cxn ang="0">
                <a:pos x="connsiteX1062" y="connsiteY1062"/>
              </a:cxn>
              <a:cxn ang="0">
                <a:pos x="connsiteX1063" y="connsiteY1063"/>
              </a:cxn>
              <a:cxn ang="0">
                <a:pos x="connsiteX1064" y="connsiteY1064"/>
              </a:cxn>
              <a:cxn ang="0">
                <a:pos x="connsiteX1065" y="connsiteY1065"/>
              </a:cxn>
              <a:cxn ang="0">
                <a:pos x="connsiteX1066" y="connsiteY1066"/>
              </a:cxn>
              <a:cxn ang="0">
                <a:pos x="connsiteX1067" y="connsiteY1067"/>
              </a:cxn>
              <a:cxn ang="0">
                <a:pos x="connsiteX1068" y="connsiteY1068"/>
              </a:cxn>
            </a:cxnLst>
            <a:rect l="l" t="t" r="r" b="b"/>
            <a:pathLst>
              <a:path w="12192000" h="4267200">
                <a:moveTo>
                  <a:pt x="2537169" y="4125568"/>
                </a:moveTo>
                <a:cubicBezTo>
                  <a:pt x="2788218" y="4126068"/>
                  <a:pt x="3025872" y="4161336"/>
                  <a:pt x="3246267" y="4262961"/>
                </a:cubicBezTo>
                <a:lnTo>
                  <a:pt x="3253970" y="4267200"/>
                </a:lnTo>
                <a:lnTo>
                  <a:pt x="3071791" y="4267200"/>
                </a:lnTo>
                <a:lnTo>
                  <a:pt x="2975095" y="4243356"/>
                </a:lnTo>
                <a:cubicBezTo>
                  <a:pt x="2862058" y="4220032"/>
                  <a:pt x="2745568" y="4209031"/>
                  <a:pt x="2626982" y="4206450"/>
                </a:cubicBezTo>
                <a:cubicBezTo>
                  <a:pt x="2581807" y="4205467"/>
                  <a:pt x="2536327" y="4205706"/>
                  <a:pt x="2490617" y="4206951"/>
                </a:cubicBezTo>
                <a:cubicBezTo>
                  <a:pt x="2601507" y="4219748"/>
                  <a:pt x="2711611" y="4236309"/>
                  <a:pt x="2819869" y="4252936"/>
                </a:cubicBezTo>
                <a:lnTo>
                  <a:pt x="2900997" y="4267200"/>
                </a:lnTo>
                <a:lnTo>
                  <a:pt x="2705858" y="4267200"/>
                </a:lnTo>
                <a:lnTo>
                  <a:pt x="2561467" y="4246270"/>
                </a:lnTo>
                <a:cubicBezTo>
                  <a:pt x="2476258" y="4235123"/>
                  <a:pt x="2390533" y="4225627"/>
                  <a:pt x="2305292" y="4219492"/>
                </a:cubicBezTo>
                <a:lnTo>
                  <a:pt x="2409349" y="4267200"/>
                </a:lnTo>
                <a:lnTo>
                  <a:pt x="2266705" y="4267200"/>
                </a:lnTo>
                <a:lnTo>
                  <a:pt x="2183576" y="4227150"/>
                </a:lnTo>
                <a:cubicBezTo>
                  <a:pt x="2170260" y="4220226"/>
                  <a:pt x="2115765" y="4150220"/>
                  <a:pt x="2151029" y="4146947"/>
                </a:cubicBezTo>
                <a:cubicBezTo>
                  <a:pt x="2282770" y="4133761"/>
                  <a:pt x="2411644" y="4125319"/>
                  <a:pt x="2537169" y="4125568"/>
                </a:cubicBezTo>
                <a:close/>
                <a:moveTo>
                  <a:pt x="9258094" y="3958602"/>
                </a:moveTo>
                <a:cubicBezTo>
                  <a:pt x="9013678" y="4006086"/>
                  <a:pt x="8768731" y="4060051"/>
                  <a:pt x="8526712" y="4119804"/>
                </a:cubicBezTo>
                <a:cubicBezTo>
                  <a:pt x="8781748" y="4123003"/>
                  <a:pt x="9026494" y="4069940"/>
                  <a:pt x="9258094" y="3958602"/>
                </a:cubicBezTo>
                <a:close/>
                <a:moveTo>
                  <a:pt x="9168987" y="3919232"/>
                </a:moveTo>
                <a:cubicBezTo>
                  <a:pt x="8975366" y="3912045"/>
                  <a:pt x="8788341" y="3989836"/>
                  <a:pt x="8603910" y="4068895"/>
                </a:cubicBezTo>
                <a:cubicBezTo>
                  <a:pt x="8818554" y="4017452"/>
                  <a:pt x="9035976" y="3970366"/>
                  <a:pt x="9252382" y="3927759"/>
                </a:cubicBezTo>
                <a:cubicBezTo>
                  <a:pt x="9224441" y="3923020"/>
                  <a:pt x="9196646" y="3920259"/>
                  <a:pt x="9168987" y="3919232"/>
                </a:cubicBezTo>
                <a:close/>
                <a:moveTo>
                  <a:pt x="1635889" y="3709494"/>
                </a:moveTo>
                <a:lnTo>
                  <a:pt x="1634800" y="3731111"/>
                </a:lnTo>
                <a:cubicBezTo>
                  <a:pt x="1634800" y="3731111"/>
                  <a:pt x="1635342" y="3716795"/>
                  <a:pt x="1635889" y="3709494"/>
                </a:cubicBezTo>
                <a:close/>
                <a:moveTo>
                  <a:pt x="3174829" y="3620110"/>
                </a:moveTo>
                <a:cubicBezTo>
                  <a:pt x="3177710" y="3619202"/>
                  <a:pt x="3182308" y="3620648"/>
                  <a:pt x="3189263" y="3625726"/>
                </a:cubicBezTo>
                <a:cubicBezTo>
                  <a:pt x="3348177" y="3744655"/>
                  <a:pt x="3463235" y="3908187"/>
                  <a:pt x="3560912" y="4079863"/>
                </a:cubicBezTo>
                <a:cubicBezTo>
                  <a:pt x="3582321" y="4117314"/>
                  <a:pt x="3599153" y="4153173"/>
                  <a:pt x="3611854" y="4188366"/>
                </a:cubicBezTo>
                <a:lnTo>
                  <a:pt x="3631583" y="4267200"/>
                </a:lnTo>
                <a:lnTo>
                  <a:pt x="3575699" y="4267200"/>
                </a:lnTo>
                <a:lnTo>
                  <a:pt x="3575567" y="4263588"/>
                </a:lnTo>
                <a:cubicBezTo>
                  <a:pt x="3563792" y="4170010"/>
                  <a:pt x="3527316" y="4081090"/>
                  <a:pt x="3467355" y="3988130"/>
                </a:cubicBezTo>
                <a:cubicBezTo>
                  <a:pt x="3420192" y="3915029"/>
                  <a:pt x="3371016" y="3849934"/>
                  <a:pt x="3310753" y="3787140"/>
                </a:cubicBezTo>
                <a:cubicBezTo>
                  <a:pt x="3303466" y="3779509"/>
                  <a:pt x="3297626" y="3773227"/>
                  <a:pt x="3291335" y="3767420"/>
                </a:cubicBezTo>
                <a:cubicBezTo>
                  <a:pt x="3324815" y="3824296"/>
                  <a:pt x="3358740" y="3880691"/>
                  <a:pt x="3390805" y="3937163"/>
                </a:cubicBezTo>
                <a:cubicBezTo>
                  <a:pt x="3450145" y="4040978"/>
                  <a:pt x="3506325" y="4144397"/>
                  <a:pt x="3545740" y="4251102"/>
                </a:cubicBezTo>
                <a:lnTo>
                  <a:pt x="3550709" y="4267200"/>
                </a:lnTo>
                <a:lnTo>
                  <a:pt x="3513586" y="4267200"/>
                </a:lnTo>
                <a:lnTo>
                  <a:pt x="3470728" y="4152456"/>
                </a:lnTo>
                <a:cubicBezTo>
                  <a:pt x="3439124" y="4085665"/>
                  <a:pt x="3402484" y="4019598"/>
                  <a:pt x="3364433" y="3953121"/>
                </a:cubicBezTo>
                <a:lnTo>
                  <a:pt x="3316479" y="3872136"/>
                </a:lnTo>
                <a:lnTo>
                  <a:pt x="3504482" y="4267200"/>
                </a:lnTo>
                <a:lnTo>
                  <a:pt x="3467547" y="4267200"/>
                </a:lnTo>
                <a:lnTo>
                  <a:pt x="3177952" y="3657386"/>
                </a:lnTo>
                <a:cubicBezTo>
                  <a:pt x="3172991" y="3646754"/>
                  <a:pt x="3166185" y="3622836"/>
                  <a:pt x="3174829" y="3620110"/>
                </a:cubicBezTo>
                <a:close/>
                <a:moveTo>
                  <a:pt x="11279315" y="3618448"/>
                </a:moveTo>
                <a:cubicBezTo>
                  <a:pt x="11299830" y="3614620"/>
                  <a:pt x="11318737" y="3618623"/>
                  <a:pt x="11317765" y="3638405"/>
                </a:cubicBezTo>
                <a:cubicBezTo>
                  <a:pt x="11309587" y="3820966"/>
                  <a:pt x="11315203" y="4012597"/>
                  <a:pt x="11304886" y="4200582"/>
                </a:cubicBezTo>
                <a:lnTo>
                  <a:pt x="11298904" y="4267200"/>
                </a:lnTo>
                <a:lnTo>
                  <a:pt x="11213088" y="4267200"/>
                </a:lnTo>
                <a:lnTo>
                  <a:pt x="11219157" y="4210725"/>
                </a:lnTo>
                <a:cubicBezTo>
                  <a:pt x="11223807" y="4119600"/>
                  <a:pt x="11224640" y="4027718"/>
                  <a:pt x="11225213" y="3936722"/>
                </a:cubicBezTo>
                <a:cubicBezTo>
                  <a:pt x="11207028" y="4022695"/>
                  <a:pt x="11194593" y="4110355"/>
                  <a:pt x="11182914" y="4196771"/>
                </a:cubicBezTo>
                <a:lnTo>
                  <a:pt x="11172266" y="4267200"/>
                </a:lnTo>
                <a:lnTo>
                  <a:pt x="11140975" y="4267200"/>
                </a:lnTo>
                <a:lnTo>
                  <a:pt x="11152239" y="4192628"/>
                </a:lnTo>
                <a:cubicBezTo>
                  <a:pt x="11165272" y="4096160"/>
                  <a:pt x="11178361" y="3997344"/>
                  <a:pt x="11201005" y="3900089"/>
                </a:cubicBezTo>
                <a:cubicBezTo>
                  <a:pt x="11166930" y="3979173"/>
                  <a:pt x="11134730" y="4058831"/>
                  <a:pt x="11105754" y="4139192"/>
                </a:cubicBezTo>
                <a:lnTo>
                  <a:pt x="11065821" y="4267200"/>
                </a:lnTo>
                <a:lnTo>
                  <a:pt x="10978133" y="4267200"/>
                </a:lnTo>
                <a:lnTo>
                  <a:pt x="11088889" y="3963916"/>
                </a:lnTo>
                <a:cubicBezTo>
                  <a:pt x="11133459" y="3856779"/>
                  <a:pt x="11181967" y="3750740"/>
                  <a:pt x="11231212" y="3645474"/>
                </a:cubicBezTo>
                <a:cubicBezTo>
                  <a:pt x="11236675" y="3633934"/>
                  <a:pt x="11258799" y="3622276"/>
                  <a:pt x="11279315" y="3618448"/>
                </a:cubicBezTo>
                <a:close/>
                <a:moveTo>
                  <a:pt x="10296877" y="3526602"/>
                </a:moveTo>
                <a:cubicBezTo>
                  <a:pt x="10305089" y="3527517"/>
                  <a:pt x="10311503" y="3531079"/>
                  <a:pt x="10314210" y="3538353"/>
                </a:cubicBezTo>
                <a:cubicBezTo>
                  <a:pt x="10361472" y="3659113"/>
                  <a:pt x="10407318" y="3780392"/>
                  <a:pt x="10450858" y="3902477"/>
                </a:cubicBezTo>
                <a:lnTo>
                  <a:pt x="10572255" y="4267200"/>
                </a:lnTo>
                <a:lnTo>
                  <a:pt x="10477642" y="4267200"/>
                </a:lnTo>
                <a:lnTo>
                  <a:pt x="10436479" y="4144570"/>
                </a:lnTo>
                <a:cubicBezTo>
                  <a:pt x="10386976" y="3995354"/>
                  <a:pt x="10333255" y="3848072"/>
                  <a:pt x="10277529" y="3701307"/>
                </a:cubicBezTo>
                <a:cubicBezTo>
                  <a:pt x="10277467" y="3703640"/>
                  <a:pt x="10276853" y="3706334"/>
                  <a:pt x="10276797" y="3708672"/>
                </a:cubicBezTo>
                <a:cubicBezTo>
                  <a:pt x="10284209" y="3854149"/>
                  <a:pt x="10331835" y="3999199"/>
                  <a:pt x="10385906" y="4147031"/>
                </a:cubicBezTo>
                <a:lnTo>
                  <a:pt x="10431445" y="4267200"/>
                </a:lnTo>
                <a:lnTo>
                  <a:pt x="10398237" y="4267200"/>
                </a:lnTo>
                <a:lnTo>
                  <a:pt x="10356661" y="4157302"/>
                </a:lnTo>
                <a:cubicBezTo>
                  <a:pt x="10321871" y="4061517"/>
                  <a:pt x="10289232" y="3966669"/>
                  <a:pt x="10268559" y="3871054"/>
                </a:cubicBezTo>
                <a:cubicBezTo>
                  <a:pt x="10272790" y="3985997"/>
                  <a:pt x="10299544" y="4094770"/>
                  <a:pt x="10340065" y="4201637"/>
                </a:cubicBezTo>
                <a:lnTo>
                  <a:pt x="10368861" y="4267200"/>
                </a:lnTo>
                <a:lnTo>
                  <a:pt x="10267862" y="4267200"/>
                </a:lnTo>
                <a:lnTo>
                  <a:pt x="10236210" y="4185635"/>
                </a:lnTo>
                <a:cubicBezTo>
                  <a:pt x="10169925" y="3991261"/>
                  <a:pt x="10150284" y="3789583"/>
                  <a:pt x="10225980" y="3561061"/>
                </a:cubicBezTo>
                <a:cubicBezTo>
                  <a:pt x="10231424" y="3544935"/>
                  <a:pt x="10272241" y="3523857"/>
                  <a:pt x="10296877" y="3526602"/>
                </a:cubicBezTo>
                <a:close/>
                <a:moveTo>
                  <a:pt x="3429186" y="3458784"/>
                </a:moveTo>
                <a:cubicBezTo>
                  <a:pt x="3434043" y="3458424"/>
                  <a:pt x="3439865" y="3459167"/>
                  <a:pt x="3446761" y="3461278"/>
                </a:cubicBezTo>
                <a:cubicBezTo>
                  <a:pt x="3801752" y="3568638"/>
                  <a:pt x="4119982" y="3746863"/>
                  <a:pt x="4419733" y="3963555"/>
                </a:cubicBezTo>
                <a:cubicBezTo>
                  <a:pt x="4508451" y="4027538"/>
                  <a:pt x="4593765" y="4093753"/>
                  <a:pt x="4659448" y="4172746"/>
                </a:cubicBezTo>
                <a:lnTo>
                  <a:pt x="4719140" y="4267200"/>
                </a:lnTo>
                <a:lnTo>
                  <a:pt x="4641222" y="4267200"/>
                </a:lnTo>
                <a:lnTo>
                  <a:pt x="4599968" y="4207074"/>
                </a:lnTo>
                <a:cubicBezTo>
                  <a:pt x="4478590" y="4057581"/>
                  <a:pt x="4278987" y="3946713"/>
                  <a:pt x="4136093" y="3858466"/>
                </a:cubicBezTo>
                <a:cubicBezTo>
                  <a:pt x="3985171" y="3764831"/>
                  <a:pt x="3831168" y="3687155"/>
                  <a:pt x="3670252" y="3622798"/>
                </a:cubicBezTo>
                <a:lnTo>
                  <a:pt x="3817258" y="3723577"/>
                </a:lnTo>
                <a:cubicBezTo>
                  <a:pt x="3878082" y="3765387"/>
                  <a:pt x="3941278" y="3808498"/>
                  <a:pt x="4000461" y="3855966"/>
                </a:cubicBezTo>
                <a:cubicBezTo>
                  <a:pt x="4030299" y="3879926"/>
                  <a:pt x="4059233" y="3904849"/>
                  <a:pt x="4088180" y="3929774"/>
                </a:cubicBezTo>
                <a:cubicBezTo>
                  <a:pt x="4119532" y="3956928"/>
                  <a:pt x="4151864" y="3984979"/>
                  <a:pt x="4184555" y="4010683"/>
                </a:cubicBezTo>
                <a:cubicBezTo>
                  <a:pt x="4252374" y="4064322"/>
                  <a:pt x="4327401" y="4112085"/>
                  <a:pt x="4399563" y="4158106"/>
                </a:cubicBezTo>
                <a:cubicBezTo>
                  <a:pt x="4448555" y="4189447"/>
                  <a:pt x="4498141" y="4221114"/>
                  <a:pt x="4546299" y="4254934"/>
                </a:cubicBezTo>
                <a:lnTo>
                  <a:pt x="4561743" y="4267200"/>
                </a:lnTo>
                <a:lnTo>
                  <a:pt x="4509274" y="4267200"/>
                </a:lnTo>
                <a:lnTo>
                  <a:pt x="4383389" y="4184369"/>
                </a:lnTo>
                <a:cubicBezTo>
                  <a:pt x="4310251" y="4137460"/>
                  <a:pt x="4234739" y="4089250"/>
                  <a:pt x="4165508" y="4035196"/>
                </a:cubicBezTo>
                <a:cubicBezTo>
                  <a:pt x="4131846" y="4008598"/>
                  <a:pt x="4099524" y="3980549"/>
                  <a:pt x="4068162" y="3953394"/>
                </a:cubicBezTo>
                <a:cubicBezTo>
                  <a:pt x="4039704" y="3928919"/>
                  <a:pt x="4010763" y="3903992"/>
                  <a:pt x="3981416" y="3880482"/>
                </a:cubicBezTo>
                <a:cubicBezTo>
                  <a:pt x="3923199" y="3833909"/>
                  <a:pt x="3860482" y="3791236"/>
                  <a:pt x="3800147" y="3749872"/>
                </a:cubicBezTo>
                <a:lnTo>
                  <a:pt x="3655073" y="3650884"/>
                </a:lnTo>
                <a:cubicBezTo>
                  <a:pt x="3768399" y="3765347"/>
                  <a:pt x="3873410" y="3884450"/>
                  <a:pt x="3989938" y="3991685"/>
                </a:cubicBezTo>
                <a:cubicBezTo>
                  <a:pt x="4106468" y="4098916"/>
                  <a:pt x="4234512" y="4194281"/>
                  <a:pt x="4393907" y="4261258"/>
                </a:cubicBezTo>
                <a:lnTo>
                  <a:pt x="4408201" y="4267200"/>
                </a:lnTo>
                <a:lnTo>
                  <a:pt x="4250346" y="4267200"/>
                </a:lnTo>
                <a:lnTo>
                  <a:pt x="4245269" y="4265040"/>
                </a:lnTo>
                <a:cubicBezTo>
                  <a:pt x="4167858" y="4230709"/>
                  <a:pt x="4095232" y="4193560"/>
                  <a:pt x="4036318" y="4147013"/>
                </a:cubicBezTo>
                <a:cubicBezTo>
                  <a:pt x="3810777" y="3969273"/>
                  <a:pt x="3654591" y="3720297"/>
                  <a:pt x="3432098" y="3537312"/>
                </a:cubicBezTo>
                <a:cubicBezTo>
                  <a:pt x="3408505" y="3517876"/>
                  <a:pt x="3395188" y="3461306"/>
                  <a:pt x="3429186" y="3458784"/>
                </a:cubicBezTo>
                <a:close/>
                <a:moveTo>
                  <a:pt x="9334796" y="3456584"/>
                </a:moveTo>
                <a:cubicBezTo>
                  <a:pt x="9406875" y="3608228"/>
                  <a:pt x="9503788" y="3758542"/>
                  <a:pt x="9651570" y="3826505"/>
                </a:cubicBezTo>
                <a:cubicBezTo>
                  <a:pt x="9559808" y="3686686"/>
                  <a:pt x="9456900" y="3564734"/>
                  <a:pt x="9334796" y="3456584"/>
                </a:cubicBezTo>
                <a:close/>
                <a:moveTo>
                  <a:pt x="4440129" y="3448571"/>
                </a:moveTo>
                <a:cubicBezTo>
                  <a:pt x="4500684" y="3600308"/>
                  <a:pt x="4765312" y="3823987"/>
                  <a:pt x="4856525" y="3915351"/>
                </a:cubicBezTo>
                <a:cubicBezTo>
                  <a:pt x="4921046" y="3979838"/>
                  <a:pt x="4987678" y="4047617"/>
                  <a:pt x="5059055" y="4108918"/>
                </a:cubicBezTo>
                <a:cubicBezTo>
                  <a:pt x="5130436" y="4170218"/>
                  <a:pt x="5206561" y="4225043"/>
                  <a:pt x="5290070" y="4263619"/>
                </a:cubicBezTo>
                <a:cubicBezTo>
                  <a:pt x="5126032" y="4132785"/>
                  <a:pt x="4978794" y="3979858"/>
                  <a:pt x="4834991" y="3830985"/>
                </a:cubicBezTo>
                <a:cubicBezTo>
                  <a:pt x="4709629" y="3700933"/>
                  <a:pt x="4579958" y="3567796"/>
                  <a:pt x="4440129" y="3448571"/>
                </a:cubicBezTo>
                <a:close/>
                <a:moveTo>
                  <a:pt x="5425834" y="3162785"/>
                </a:moveTo>
                <a:cubicBezTo>
                  <a:pt x="5393133" y="3300089"/>
                  <a:pt x="5401723" y="3491623"/>
                  <a:pt x="5401644" y="3617847"/>
                </a:cubicBezTo>
                <a:cubicBezTo>
                  <a:pt x="5401790" y="3807859"/>
                  <a:pt x="5425483" y="3992734"/>
                  <a:pt x="5467256" y="4175494"/>
                </a:cubicBezTo>
                <a:cubicBezTo>
                  <a:pt x="5469824" y="3971868"/>
                  <a:pt x="5459296" y="3766904"/>
                  <a:pt x="5448069" y="3567554"/>
                </a:cubicBezTo>
                <a:close/>
                <a:moveTo>
                  <a:pt x="1318687" y="3113840"/>
                </a:moveTo>
                <a:cubicBezTo>
                  <a:pt x="1233126" y="3142037"/>
                  <a:pt x="1148133" y="3174161"/>
                  <a:pt x="1066793" y="3212171"/>
                </a:cubicBezTo>
                <a:cubicBezTo>
                  <a:pt x="1042399" y="3223712"/>
                  <a:pt x="1017440" y="3235542"/>
                  <a:pt x="993319" y="3247648"/>
                </a:cubicBezTo>
                <a:cubicBezTo>
                  <a:pt x="947600" y="3269890"/>
                  <a:pt x="900765" y="3292688"/>
                  <a:pt x="853081" y="3312410"/>
                </a:cubicBezTo>
                <a:cubicBezTo>
                  <a:pt x="837376" y="3318884"/>
                  <a:pt x="821948" y="3324526"/>
                  <a:pt x="805957" y="3330443"/>
                </a:cubicBezTo>
                <a:cubicBezTo>
                  <a:pt x="973723" y="3284161"/>
                  <a:pt x="1193682" y="3229943"/>
                  <a:pt x="1318687" y="3113840"/>
                </a:cubicBezTo>
                <a:close/>
                <a:moveTo>
                  <a:pt x="5453702" y="3090882"/>
                </a:moveTo>
                <a:lnTo>
                  <a:pt x="5480135" y="3565802"/>
                </a:lnTo>
                <a:cubicBezTo>
                  <a:pt x="5490809" y="3762845"/>
                  <a:pt x="5501220" y="3965024"/>
                  <a:pt x="5499023" y="4166310"/>
                </a:cubicBezTo>
                <a:cubicBezTo>
                  <a:pt x="5546233" y="3984186"/>
                  <a:pt x="5562118" y="3799116"/>
                  <a:pt x="5547022" y="3607838"/>
                </a:cubicBezTo>
                <a:cubicBezTo>
                  <a:pt x="5541143" y="3530760"/>
                  <a:pt x="5529684" y="3453908"/>
                  <a:pt x="5515964" y="3378541"/>
                </a:cubicBezTo>
                <a:cubicBezTo>
                  <a:pt x="5505773" y="3321668"/>
                  <a:pt x="5475310" y="3095607"/>
                  <a:pt x="5453702" y="3090882"/>
                </a:cubicBezTo>
                <a:close/>
                <a:moveTo>
                  <a:pt x="9790480" y="3078533"/>
                </a:moveTo>
                <a:cubicBezTo>
                  <a:pt x="9782502" y="3134217"/>
                  <a:pt x="9773626" y="3189710"/>
                  <a:pt x="9763295" y="3245370"/>
                </a:cubicBezTo>
                <a:cubicBezTo>
                  <a:pt x="9730259" y="3421320"/>
                  <a:pt x="9693170" y="3586065"/>
                  <a:pt x="9736458" y="3758413"/>
                </a:cubicBezTo>
                <a:cubicBezTo>
                  <a:pt x="9741385" y="3680922"/>
                  <a:pt x="9752472" y="3603320"/>
                  <a:pt x="9763499" y="3528057"/>
                </a:cubicBezTo>
                <a:cubicBezTo>
                  <a:pt x="9778184" y="3430521"/>
                  <a:pt x="9793478" y="3330298"/>
                  <a:pt x="9793906" y="3231157"/>
                </a:cubicBezTo>
                <a:cubicBezTo>
                  <a:pt x="9793949" y="3202011"/>
                  <a:pt x="9792735" y="3172131"/>
                  <a:pt x="9791874" y="3142788"/>
                </a:cubicBezTo>
                <a:cubicBezTo>
                  <a:pt x="9791175" y="3121009"/>
                  <a:pt x="9790832" y="3099770"/>
                  <a:pt x="9790480" y="3078533"/>
                </a:cubicBezTo>
                <a:close/>
                <a:moveTo>
                  <a:pt x="1238695" y="3076820"/>
                </a:moveTo>
                <a:cubicBezTo>
                  <a:pt x="1051055" y="3082190"/>
                  <a:pt x="886407" y="3192548"/>
                  <a:pt x="716371" y="3293249"/>
                </a:cubicBezTo>
                <a:cubicBezTo>
                  <a:pt x="670943" y="3320259"/>
                  <a:pt x="625512" y="3345868"/>
                  <a:pt x="579522" y="3371759"/>
                </a:cubicBezTo>
                <a:cubicBezTo>
                  <a:pt x="586257" y="3369787"/>
                  <a:pt x="592991" y="3367806"/>
                  <a:pt x="600288" y="3365555"/>
                </a:cubicBezTo>
                <a:cubicBezTo>
                  <a:pt x="680240" y="3341573"/>
                  <a:pt x="762713" y="3317034"/>
                  <a:pt x="840692" y="3284921"/>
                </a:cubicBezTo>
                <a:cubicBezTo>
                  <a:pt x="887813" y="3265484"/>
                  <a:pt x="934087" y="3242968"/>
                  <a:pt x="979248" y="3221003"/>
                </a:cubicBezTo>
                <a:cubicBezTo>
                  <a:pt x="1004208" y="3209175"/>
                  <a:pt x="1028322" y="3197074"/>
                  <a:pt x="1053282" y="3185247"/>
                </a:cubicBezTo>
                <a:cubicBezTo>
                  <a:pt x="1139666" y="3144704"/>
                  <a:pt x="1229994" y="3110602"/>
                  <a:pt x="1320603" y="3081281"/>
                </a:cubicBezTo>
                <a:cubicBezTo>
                  <a:pt x="1292776" y="3077429"/>
                  <a:pt x="1265502" y="3076054"/>
                  <a:pt x="1238695" y="3076820"/>
                </a:cubicBezTo>
                <a:close/>
                <a:moveTo>
                  <a:pt x="5425627" y="2954192"/>
                </a:moveTo>
                <a:cubicBezTo>
                  <a:pt x="5441934" y="2956815"/>
                  <a:pt x="5467954" y="2996115"/>
                  <a:pt x="5470770" y="3005435"/>
                </a:cubicBezTo>
                <a:cubicBezTo>
                  <a:pt x="5591522" y="3395900"/>
                  <a:pt x="5656650" y="3795361"/>
                  <a:pt x="5567647" y="4190286"/>
                </a:cubicBezTo>
                <a:lnTo>
                  <a:pt x="5545854" y="4267200"/>
                </a:lnTo>
                <a:lnTo>
                  <a:pt x="5391871" y="4267200"/>
                </a:lnTo>
                <a:lnTo>
                  <a:pt x="5318171" y="4175818"/>
                </a:lnTo>
                <a:cubicBezTo>
                  <a:pt x="5204859" y="4048423"/>
                  <a:pt x="5075331" y="3936412"/>
                  <a:pt x="4943646" y="3822916"/>
                </a:cubicBezTo>
                <a:cubicBezTo>
                  <a:pt x="4828850" y="3724110"/>
                  <a:pt x="4714058" y="3625311"/>
                  <a:pt x="4594837" y="3532274"/>
                </a:cubicBezTo>
                <a:cubicBezTo>
                  <a:pt x="4562450" y="3507077"/>
                  <a:pt x="4474786" y="3410282"/>
                  <a:pt x="4441737" y="3399734"/>
                </a:cubicBezTo>
                <a:cubicBezTo>
                  <a:pt x="4437014" y="3398227"/>
                  <a:pt x="4433408" y="3398482"/>
                  <a:pt x="4431236" y="3400954"/>
                </a:cubicBezTo>
                <a:cubicBezTo>
                  <a:pt x="4474088" y="3436036"/>
                  <a:pt x="4516531" y="3472527"/>
                  <a:pt x="4557150" y="3510023"/>
                </a:cubicBezTo>
                <a:cubicBezTo>
                  <a:pt x="4661606" y="3606446"/>
                  <a:pt x="4760255" y="3709152"/>
                  <a:pt x="4856936" y="3809146"/>
                </a:cubicBezTo>
                <a:cubicBezTo>
                  <a:pt x="4939779" y="3895025"/>
                  <a:pt x="5024071" y="3982240"/>
                  <a:pt x="5111996" y="4065759"/>
                </a:cubicBezTo>
                <a:cubicBezTo>
                  <a:pt x="5155961" y="4107518"/>
                  <a:pt x="5200834" y="4148352"/>
                  <a:pt x="5246890" y="4187633"/>
                </a:cubicBezTo>
                <a:lnTo>
                  <a:pt x="5347266" y="4267200"/>
                </a:lnTo>
                <a:lnTo>
                  <a:pt x="5164092" y="4267200"/>
                </a:lnTo>
                <a:lnTo>
                  <a:pt x="5108945" y="4232176"/>
                </a:lnTo>
                <a:cubicBezTo>
                  <a:pt x="4772838" y="3999708"/>
                  <a:pt x="4490756" y="3581960"/>
                  <a:pt x="4294126" y="3303048"/>
                </a:cubicBezTo>
                <a:cubicBezTo>
                  <a:pt x="4284225" y="3288537"/>
                  <a:pt x="4271318" y="3233630"/>
                  <a:pt x="4305321" y="3256953"/>
                </a:cubicBezTo>
                <a:cubicBezTo>
                  <a:pt x="4530520" y="3414680"/>
                  <a:pt x="4740956" y="3587440"/>
                  <a:pt x="4949299" y="3766336"/>
                </a:cubicBezTo>
                <a:cubicBezTo>
                  <a:pt x="5065543" y="3866477"/>
                  <a:pt x="5184542" y="3965579"/>
                  <a:pt x="5291452" y="4076801"/>
                </a:cubicBezTo>
                <a:cubicBezTo>
                  <a:pt x="5309900" y="4095629"/>
                  <a:pt x="5393714" y="4211504"/>
                  <a:pt x="5434998" y="4254100"/>
                </a:cubicBezTo>
                <a:cubicBezTo>
                  <a:pt x="5369347" y="4172892"/>
                  <a:pt x="5356822" y="3836202"/>
                  <a:pt x="5351015" y="3760989"/>
                </a:cubicBezTo>
                <a:cubicBezTo>
                  <a:pt x="5330486" y="3492147"/>
                  <a:pt x="5355823" y="3228927"/>
                  <a:pt x="5413780" y="2966265"/>
                </a:cubicBezTo>
                <a:cubicBezTo>
                  <a:pt x="5415835" y="2956520"/>
                  <a:pt x="5420191" y="2953318"/>
                  <a:pt x="5425627" y="2954192"/>
                </a:cubicBezTo>
                <a:close/>
                <a:moveTo>
                  <a:pt x="8380397" y="2896659"/>
                </a:moveTo>
                <a:cubicBezTo>
                  <a:pt x="8455275" y="3038078"/>
                  <a:pt x="8545153" y="3173735"/>
                  <a:pt x="8634801" y="3304169"/>
                </a:cubicBezTo>
                <a:cubicBezTo>
                  <a:pt x="8726195" y="3437326"/>
                  <a:pt x="8821496" y="3600936"/>
                  <a:pt x="8971448" y="3675946"/>
                </a:cubicBezTo>
                <a:cubicBezTo>
                  <a:pt x="8910775" y="3621244"/>
                  <a:pt x="8864937" y="3553231"/>
                  <a:pt x="8820691" y="3486482"/>
                </a:cubicBezTo>
                <a:cubicBezTo>
                  <a:pt x="8816331" y="3480073"/>
                  <a:pt x="8811972" y="3473665"/>
                  <a:pt x="8807612" y="3467256"/>
                </a:cubicBezTo>
                <a:cubicBezTo>
                  <a:pt x="8727274" y="3347730"/>
                  <a:pt x="8640362" y="3230102"/>
                  <a:pt x="8556796" y="3116474"/>
                </a:cubicBezTo>
                <a:cubicBezTo>
                  <a:pt x="8515702" y="3060746"/>
                  <a:pt x="8472667" y="3003195"/>
                  <a:pt x="8427018" y="2948853"/>
                </a:cubicBezTo>
                <a:cubicBezTo>
                  <a:pt x="8411728" y="2931040"/>
                  <a:pt x="8396239" y="2914119"/>
                  <a:pt x="8380397" y="2896659"/>
                </a:cubicBezTo>
                <a:close/>
                <a:moveTo>
                  <a:pt x="9831020" y="2871730"/>
                </a:moveTo>
                <a:lnTo>
                  <a:pt x="9827707" y="2915231"/>
                </a:lnTo>
                <a:cubicBezTo>
                  <a:pt x="9824540" y="2960178"/>
                  <a:pt x="9821168" y="3006017"/>
                  <a:pt x="9820699" y="3051540"/>
                </a:cubicBezTo>
                <a:cubicBezTo>
                  <a:pt x="9820458" y="3081589"/>
                  <a:pt x="9821664" y="3111470"/>
                  <a:pt x="9822525" y="3140814"/>
                </a:cubicBezTo>
                <a:cubicBezTo>
                  <a:pt x="9823738" y="3170696"/>
                  <a:pt x="9824947" y="3200579"/>
                  <a:pt x="9824704" y="3230628"/>
                </a:cubicBezTo>
                <a:cubicBezTo>
                  <a:pt x="9823869" y="3331557"/>
                  <a:pt x="9808712" y="3433224"/>
                  <a:pt x="9793821" y="3531652"/>
                </a:cubicBezTo>
                <a:cubicBezTo>
                  <a:pt x="9783066" y="3603683"/>
                  <a:pt x="9772446" y="3677150"/>
                  <a:pt x="9767436" y="3750864"/>
                </a:cubicBezTo>
                <a:cubicBezTo>
                  <a:pt x="9782786" y="3724954"/>
                  <a:pt x="9799440" y="3697443"/>
                  <a:pt x="9814477" y="3662531"/>
                </a:cubicBezTo>
                <a:cubicBezTo>
                  <a:pt x="9926754" y="3406015"/>
                  <a:pt x="9892054" y="3133900"/>
                  <a:pt x="9831020" y="2871730"/>
                </a:cubicBezTo>
                <a:close/>
                <a:moveTo>
                  <a:pt x="8380521" y="2850596"/>
                </a:moveTo>
                <a:cubicBezTo>
                  <a:pt x="8404481" y="2875897"/>
                  <a:pt x="8428794" y="2901731"/>
                  <a:pt x="8451446" y="2928627"/>
                </a:cubicBezTo>
                <a:cubicBezTo>
                  <a:pt x="8497446" y="2983517"/>
                  <a:pt x="8540828" y="3041610"/>
                  <a:pt x="8582269" y="3097880"/>
                </a:cubicBezTo>
                <a:cubicBezTo>
                  <a:pt x="8666744" y="3211700"/>
                  <a:pt x="8753998" y="3329876"/>
                  <a:pt x="8833783" y="3449753"/>
                </a:cubicBezTo>
                <a:cubicBezTo>
                  <a:pt x="8838143" y="3456162"/>
                  <a:pt x="8842503" y="3462572"/>
                  <a:pt x="8846863" y="3468981"/>
                </a:cubicBezTo>
                <a:cubicBezTo>
                  <a:pt x="8881714" y="3521040"/>
                  <a:pt x="8917610" y="3574725"/>
                  <a:pt x="8960046" y="3620389"/>
                </a:cubicBezTo>
                <a:cubicBezTo>
                  <a:pt x="8847240" y="3316219"/>
                  <a:pt x="8665033" y="3014288"/>
                  <a:pt x="8380521" y="2850596"/>
                </a:cubicBezTo>
                <a:close/>
                <a:moveTo>
                  <a:pt x="9854151" y="2642862"/>
                </a:moveTo>
                <a:cubicBezTo>
                  <a:pt x="9862376" y="2644690"/>
                  <a:pt x="9868748" y="2649859"/>
                  <a:pt x="9871341" y="2659697"/>
                </a:cubicBezTo>
                <a:cubicBezTo>
                  <a:pt x="9936549" y="2907705"/>
                  <a:pt x="10004418" y="3164740"/>
                  <a:pt x="9966678" y="3423399"/>
                </a:cubicBezTo>
                <a:cubicBezTo>
                  <a:pt x="9951724" y="3524170"/>
                  <a:pt x="9914841" y="3605244"/>
                  <a:pt x="9880832" y="3700562"/>
                </a:cubicBezTo>
                <a:cubicBezTo>
                  <a:pt x="9817639" y="3880472"/>
                  <a:pt x="9825316" y="4002022"/>
                  <a:pt x="9896024" y="4178295"/>
                </a:cubicBezTo>
                <a:lnTo>
                  <a:pt x="10028060" y="4267200"/>
                </a:lnTo>
                <a:lnTo>
                  <a:pt x="9651813" y="4267200"/>
                </a:lnTo>
                <a:lnTo>
                  <a:pt x="9814527" y="4248048"/>
                </a:lnTo>
                <a:cubicBezTo>
                  <a:pt x="9748431" y="4225943"/>
                  <a:pt x="9681848" y="4217991"/>
                  <a:pt x="9615182" y="4220499"/>
                </a:cubicBezTo>
                <a:cubicBezTo>
                  <a:pt x="9565183" y="4222381"/>
                  <a:pt x="9515136" y="4230147"/>
                  <a:pt x="9465210" y="4242240"/>
                </a:cubicBezTo>
                <a:lnTo>
                  <a:pt x="9387108" y="4267200"/>
                </a:lnTo>
                <a:lnTo>
                  <a:pt x="9268441" y="4267200"/>
                </a:lnTo>
                <a:lnTo>
                  <a:pt x="9307676" y="4251276"/>
                </a:lnTo>
                <a:cubicBezTo>
                  <a:pt x="9459842" y="4196603"/>
                  <a:pt x="9613869" y="4164948"/>
                  <a:pt x="9761570" y="4182283"/>
                </a:cubicBezTo>
                <a:cubicBezTo>
                  <a:pt x="9633677" y="4101602"/>
                  <a:pt x="9502269" y="4023929"/>
                  <a:pt x="9368237" y="3949470"/>
                </a:cubicBezTo>
                <a:cubicBezTo>
                  <a:pt x="9363677" y="3950852"/>
                  <a:pt x="9358768" y="3951697"/>
                  <a:pt x="9354614" y="3951288"/>
                </a:cubicBezTo>
                <a:cubicBezTo>
                  <a:pt x="9045666" y="4112095"/>
                  <a:pt x="8711508" y="4184792"/>
                  <a:pt x="8364351" y="4159267"/>
                </a:cubicBezTo>
                <a:cubicBezTo>
                  <a:pt x="8322605" y="4156073"/>
                  <a:pt x="8373028" y="4125362"/>
                  <a:pt x="8386567" y="4119760"/>
                </a:cubicBezTo>
                <a:cubicBezTo>
                  <a:pt x="8661942" y="4017222"/>
                  <a:pt x="8938634" y="3857115"/>
                  <a:pt x="9231713" y="3873539"/>
                </a:cubicBezTo>
                <a:cubicBezTo>
                  <a:pt x="9162796" y="3836374"/>
                  <a:pt x="9093324" y="3799562"/>
                  <a:pt x="9023301" y="3763109"/>
                </a:cubicBezTo>
                <a:cubicBezTo>
                  <a:pt x="9018245" y="3762512"/>
                  <a:pt x="9014299" y="3761207"/>
                  <a:pt x="9010556" y="3758998"/>
                </a:cubicBezTo>
                <a:cubicBezTo>
                  <a:pt x="8818026" y="3719652"/>
                  <a:pt x="8714888" y="3571783"/>
                  <a:pt x="8604324" y="3417171"/>
                </a:cubicBezTo>
                <a:cubicBezTo>
                  <a:pt x="8460937" y="3216099"/>
                  <a:pt x="8313620" y="2999153"/>
                  <a:pt x="8218577" y="2770227"/>
                </a:cubicBezTo>
                <a:cubicBezTo>
                  <a:pt x="8215211" y="2762227"/>
                  <a:pt x="8217371" y="2755481"/>
                  <a:pt x="8222774" y="2749954"/>
                </a:cubicBezTo>
                <a:cubicBezTo>
                  <a:pt x="8238990" y="2733370"/>
                  <a:pt x="8284424" y="2727735"/>
                  <a:pt x="8297623" y="2731935"/>
                </a:cubicBezTo>
                <a:cubicBezTo>
                  <a:pt x="8726387" y="2883841"/>
                  <a:pt x="8964880" y="3311498"/>
                  <a:pt x="9090618" y="3716225"/>
                </a:cubicBezTo>
                <a:cubicBezTo>
                  <a:pt x="9321070" y="3835548"/>
                  <a:pt x="9546131" y="3959850"/>
                  <a:pt x="9762441" y="4093587"/>
                </a:cubicBezTo>
                <a:cubicBezTo>
                  <a:pt x="9739891" y="4035197"/>
                  <a:pt x="9720655" y="3974696"/>
                  <a:pt x="9717826" y="3916719"/>
                </a:cubicBezTo>
                <a:cubicBezTo>
                  <a:pt x="9716379" y="3916883"/>
                  <a:pt x="9714371" y="3917401"/>
                  <a:pt x="9713123" y="3916663"/>
                </a:cubicBezTo>
                <a:cubicBezTo>
                  <a:pt x="9419408" y="3876118"/>
                  <a:pt x="9276568" y="3571232"/>
                  <a:pt x="9175594" y="3326950"/>
                </a:cubicBezTo>
                <a:cubicBezTo>
                  <a:pt x="9162477" y="3295477"/>
                  <a:pt x="9234580" y="3273123"/>
                  <a:pt x="9253941" y="3287566"/>
                </a:cubicBezTo>
                <a:cubicBezTo>
                  <a:pt x="9396995" y="3390749"/>
                  <a:pt x="9519263" y="3506453"/>
                  <a:pt x="9625671" y="3639960"/>
                </a:cubicBezTo>
                <a:cubicBezTo>
                  <a:pt x="9622492" y="3540061"/>
                  <a:pt x="9637797" y="3439839"/>
                  <a:pt x="9656881" y="3333361"/>
                </a:cubicBezTo>
                <a:cubicBezTo>
                  <a:pt x="9696972" y="3116116"/>
                  <a:pt x="9713720" y="2891570"/>
                  <a:pt x="9782066" y="2680771"/>
                </a:cubicBezTo>
                <a:cubicBezTo>
                  <a:pt x="9788129" y="2661952"/>
                  <a:pt x="9829478" y="2637374"/>
                  <a:pt x="9854151" y="2642862"/>
                </a:cubicBezTo>
                <a:close/>
                <a:moveTo>
                  <a:pt x="11114299" y="2390555"/>
                </a:moveTo>
                <a:lnTo>
                  <a:pt x="11113373" y="2392739"/>
                </a:lnTo>
                <a:lnTo>
                  <a:pt x="11117197" y="2394358"/>
                </a:lnTo>
                <a:cubicBezTo>
                  <a:pt x="11116333" y="2393349"/>
                  <a:pt x="11115474" y="2392343"/>
                  <a:pt x="11114299" y="2390555"/>
                </a:cubicBezTo>
                <a:close/>
                <a:moveTo>
                  <a:pt x="10506276" y="2118977"/>
                </a:moveTo>
                <a:cubicBezTo>
                  <a:pt x="10510550" y="2257918"/>
                  <a:pt x="10470507" y="2393544"/>
                  <a:pt x="10431542" y="2525128"/>
                </a:cubicBezTo>
                <a:cubicBezTo>
                  <a:pt x="10417502" y="2571972"/>
                  <a:pt x="10403548" y="2620144"/>
                  <a:pt x="10391375" y="2667145"/>
                </a:cubicBezTo>
                <a:cubicBezTo>
                  <a:pt x="10377290" y="2721696"/>
                  <a:pt x="10366481" y="2777642"/>
                  <a:pt x="10355047" y="2832031"/>
                </a:cubicBezTo>
                <a:lnTo>
                  <a:pt x="10336080" y="2927011"/>
                </a:lnTo>
                <a:cubicBezTo>
                  <a:pt x="10349636" y="2893472"/>
                  <a:pt x="10367643" y="2846374"/>
                  <a:pt x="10389394" y="2782834"/>
                </a:cubicBezTo>
                <a:cubicBezTo>
                  <a:pt x="10448427" y="2611467"/>
                  <a:pt x="10546967" y="2325483"/>
                  <a:pt x="10506276" y="2118977"/>
                </a:cubicBezTo>
                <a:close/>
                <a:moveTo>
                  <a:pt x="11538179" y="2090376"/>
                </a:moveTo>
                <a:cubicBezTo>
                  <a:pt x="11552237" y="2136248"/>
                  <a:pt x="11565750" y="2181883"/>
                  <a:pt x="11577479" y="2228695"/>
                </a:cubicBezTo>
                <a:lnTo>
                  <a:pt x="11586754" y="2266098"/>
                </a:lnTo>
                <a:cubicBezTo>
                  <a:pt x="11593656" y="2295423"/>
                  <a:pt x="11600787" y="2324193"/>
                  <a:pt x="11609011" y="2353427"/>
                </a:cubicBezTo>
                <a:cubicBezTo>
                  <a:pt x="11644349" y="2475257"/>
                  <a:pt x="11704023" y="2591295"/>
                  <a:pt x="11761579" y="2703223"/>
                </a:cubicBezTo>
                <a:cubicBezTo>
                  <a:pt x="11802170" y="2782214"/>
                  <a:pt x="11843944" y="2862994"/>
                  <a:pt x="11877711" y="2947465"/>
                </a:cubicBezTo>
                <a:cubicBezTo>
                  <a:pt x="11815017" y="2640863"/>
                  <a:pt x="11724956" y="2342636"/>
                  <a:pt x="11538179" y="2090376"/>
                </a:cubicBezTo>
                <a:close/>
                <a:moveTo>
                  <a:pt x="6604735" y="2041381"/>
                </a:moveTo>
                <a:cubicBezTo>
                  <a:pt x="6726311" y="2327927"/>
                  <a:pt x="6916754" y="2606522"/>
                  <a:pt x="7204487" y="2742112"/>
                </a:cubicBezTo>
                <a:cubicBezTo>
                  <a:pt x="7179895" y="2719491"/>
                  <a:pt x="7154936" y="2696378"/>
                  <a:pt x="7131592" y="2672096"/>
                </a:cubicBezTo>
                <a:cubicBezTo>
                  <a:pt x="7084181" y="2622518"/>
                  <a:pt x="7039271" y="2569608"/>
                  <a:pt x="6996344" y="2518310"/>
                </a:cubicBezTo>
                <a:cubicBezTo>
                  <a:pt x="6908871" y="2414600"/>
                  <a:pt x="6818501" y="2306884"/>
                  <a:pt x="6735495" y="2196890"/>
                </a:cubicBezTo>
                <a:lnTo>
                  <a:pt x="6721901" y="2179274"/>
                </a:lnTo>
                <a:cubicBezTo>
                  <a:pt x="6685654" y="2131523"/>
                  <a:pt x="6648317" y="2082278"/>
                  <a:pt x="6604735" y="2041381"/>
                </a:cubicBezTo>
                <a:close/>
                <a:moveTo>
                  <a:pt x="11488421" y="2034549"/>
                </a:moveTo>
                <a:cubicBezTo>
                  <a:pt x="11459234" y="2371132"/>
                  <a:pt x="11651925" y="2658088"/>
                  <a:pt x="11840356" y="2932293"/>
                </a:cubicBezTo>
                <a:cubicBezTo>
                  <a:pt x="11809128" y="2858555"/>
                  <a:pt x="11772688" y="2786473"/>
                  <a:pt x="11736331" y="2715710"/>
                </a:cubicBezTo>
                <a:cubicBezTo>
                  <a:pt x="11678147" y="2602235"/>
                  <a:pt x="11617611" y="2485181"/>
                  <a:pt x="11581560" y="2360474"/>
                </a:cubicBezTo>
                <a:cubicBezTo>
                  <a:pt x="11573334" y="2331239"/>
                  <a:pt x="11565889" y="2301693"/>
                  <a:pt x="11558442" y="2272139"/>
                </a:cubicBezTo>
                <a:lnTo>
                  <a:pt x="11549169" y="2234734"/>
                </a:lnTo>
                <a:cubicBezTo>
                  <a:pt x="11532130" y="2167007"/>
                  <a:pt x="11511443" y="2100302"/>
                  <a:pt x="11488421" y="2034549"/>
                </a:cubicBezTo>
                <a:close/>
                <a:moveTo>
                  <a:pt x="10468916" y="2032338"/>
                </a:moveTo>
                <a:cubicBezTo>
                  <a:pt x="10450533" y="2081859"/>
                  <a:pt x="10434093" y="2132840"/>
                  <a:pt x="10421480" y="2185446"/>
                </a:cubicBezTo>
                <a:cubicBezTo>
                  <a:pt x="10388668" y="2317695"/>
                  <a:pt x="10374105" y="2457032"/>
                  <a:pt x="10351264" y="2591574"/>
                </a:cubicBezTo>
                <a:cubicBezTo>
                  <a:pt x="10332355" y="2700098"/>
                  <a:pt x="10281261" y="2959166"/>
                  <a:pt x="10294485" y="2991809"/>
                </a:cubicBezTo>
                <a:lnTo>
                  <a:pt x="10327850" y="2826310"/>
                </a:lnTo>
                <a:cubicBezTo>
                  <a:pt x="10338741" y="2771690"/>
                  <a:pt x="10350331" y="2715434"/>
                  <a:pt x="10364099" y="2660098"/>
                </a:cubicBezTo>
                <a:cubicBezTo>
                  <a:pt x="10376185" y="2611783"/>
                  <a:pt x="10390682" y="2563843"/>
                  <a:pt x="10404725" y="2516991"/>
                </a:cubicBezTo>
                <a:cubicBezTo>
                  <a:pt x="10443463" y="2385961"/>
                  <a:pt x="10483500" y="2250332"/>
                  <a:pt x="10478071" y="2114122"/>
                </a:cubicBezTo>
                <a:cubicBezTo>
                  <a:pt x="10476867" y="2086568"/>
                  <a:pt x="10473555" y="2059413"/>
                  <a:pt x="10468916" y="2032338"/>
                </a:cubicBezTo>
                <a:close/>
                <a:moveTo>
                  <a:pt x="10573132" y="1991479"/>
                </a:moveTo>
                <a:cubicBezTo>
                  <a:pt x="10722027" y="2144650"/>
                  <a:pt x="10877543" y="2280670"/>
                  <a:pt x="11066880" y="2371770"/>
                </a:cubicBezTo>
                <a:cubicBezTo>
                  <a:pt x="10930664" y="2234271"/>
                  <a:pt x="10767866" y="2088089"/>
                  <a:pt x="10573132" y="1991479"/>
                </a:cubicBezTo>
                <a:close/>
                <a:moveTo>
                  <a:pt x="6591670" y="1988277"/>
                </a:moveTo>
                <a:cubicBezTo>
                  <a:pt x="6653650" y="2036451"/>
                  <a:pt x="6701310" y="2098809"/>
                  <a:pt x="6747349" y="2160069"/>
                </a:cubicBezTo>
                <a:lnTo>
                  <a:pt x="6760943" y="2177686"/>
                </a:lnTo>
                <a:cubicBezTo>
                  <a:pt x="6844486" y="2287290"/>
                  <a:pt x="6934499" y="2394502"/>
                  <a:pt x="7021065" y="2498102"/>
                </a:cubicBezTo>
                <a:cubicBezTo>
                  <a:pt x="7063629" y="2548900"/>
                  <a:pt x="7108178" y="2601313"/>
                  <a:pt x="7155223" y="2650386"/>
                </a:cubicBezTo>
                <a:cubicBezTo>
                  <a:pt x="7170968" y="2666443"/>
                  <a:pt x="7186885" y="2681619"/>
                  <a:pt x="7203167" y="2697288"/>
                </a:cubicBezTo>
                <a:cubicBezTo>
                  <a:pt x="7124362" y="2565928"/>
                  <a:pt x="7030837" y="2441422"/>
                  <a:pt x="6937703" y="2321981"/>
                </a:cubicBezTo>
                <a:cubicBezTo>
                  <a:pt x="6842752" y="2200032"/>
                  <a:pt x="6742965" y="2048781"/>
                  <a:pt x="6591670" y="1988277"/>
                </a:cubicBezTo>
                <a:close/>
                <a:moveTo>
                  <a:pt x="5798671" y="1981601"/>
                </a:moveTo>
                <a:cubicBezTo>
                  <a:pt x="5784234" y="2008086"/>
                  <a:pt x="5768551" y="2036236"/>
                  <a:pt x="5754709" y="2071454"/>
                </a:cubicBezTo>
                <a:cubicBezTo>
                  <a:pt x="5651219" y="2330361"/>
                  <a:pt x="5694208" y="2592217"/>
                  <a:pt x="5763044" y="2842206"/>
                </a:cubicBezTo>
                <a:lnTo>
                  <a:pt x="5764974" y="2799609"/>
                </a:lnTo>
                <a:cubicBezTo>
                  <a:pt x="5766710" y="2755616"/>
                  <a:pt x="5768626" y="2710738"/>
                  <a:pt x="5767665" y="2666409"/>
                </a:cubicBezTo>
                <a:cubicBezTo>
                  <a:pt x="5766964" y="2637156"/>
                  <a:pt x="5764828" y="2608182"/>
                  <a:pt x="5763055" y="2579705"/>
                </a:cubicBezTo>
                <a:cubicBezTo>
                  <a:pt x="5760913" y="2550734"/>
                  <a:pt x="5758780" y="2521760"/>
                  <a:pt x="5758079" y="2492508"/>
                </a:cubicBezTo>
                <a:cubicBezTo>
                  <a:pt x="5755745" y="2394242"/>
                  <a:pt x="5767619" y="2294070"/>
                  <a:pt x="5779325" y="2197069"/>
                </a:cubicBezTo>
                <a:cubicBezTo>
                  <a:pt x="5787753" y="2126095"/>
                  <a:pt x="5796001" y="2053736"/>
                  <a:pt x="5798671" y="1981601"/>
                </a:cubicBezTo>
                <a:close/>
                <a:moveTo>
                  <a:pt x="5829202" y="1971679"/>
                </a:moveTo>
                <a:cubicBezTo>
                  <a:pt x="5826736" y="2047481"/>
                  <a:pt x="5818154" y="2123904"/>
                  <a:pt x="5809558" y="2198043"/>
                </a:cubicBezTo>
                <a:cubicBezTo>
                  <a:pt x="5798026" y="2294159"/>
                  <a:pt x="5785973" y="2392938"/>
                  <a:pt x="5788653" y="2489430"/>
                </a:cubicBezTo>
                <a:cubicBezTo>
                  <a:pt x="5789524" y="2517790"/>
                  <a:pt x="5791665" y="2546759"/>
                  <a:pt x="5793439" y="2575235"/>
                </a:cubicBezTo>
                <a:cubicBezTo>
                  <a:pt x="5794815" y="2596366"/>
                  <a:pt x="5795822" y="2617001"/>
                  <a:pt x="5796837" y="2637633"/>
                </a:cubicBezTo>
                <a:cubicBezTo>
                  <a:pt x="5803017" y="2582794"/>
                  <a:pt x="5810098" y="2528066"/>
                  <a:pt x="5818614" y="2473055"/>
                </a:cubicBezTo>
                <a:cubicBezTo>
                  <a:pt x="5845917" y="2299125"/>
                  <a:pt x="5877599" y="2135758"/>
                  <a:pt x="5829202" y="1971679"/>
                </a:cubicBezTo>
                <a:close/>
                <a:moveTo>
                  <a:pt x="10578769" y="1962963"/>
                </a:moveTo>
                <a:cubicBezTo>
                  <a:pt x="10773649" y="2057701"/>
                  <a:pt x="10936285" y="2201237"/>
                  <a:pt x="11073823" y="2338658"/>
                </a:cubicBezTo>
                <a:cubicBezTo>
                  <a:pt x="10938241" y="2169232"/>
                  <a:pt x="10752627" y="1968969"/>
                  <a:pt x="10578769" y="1962963"/>
                </a:cubicBezTo>
                <a:close/>
                <a:moveTo>
                  <a:pt x="5911389" y="1898371"/>
                </a:moveTo>
                <a:cubicBezTo>
                  <a:pt x="6006914" y="2026768"/>
                  <a:pt x="6112955" y="2136857"/>
                  <a:pt x="6237627" y="2231921"/>
                </a:cubicBezTo>
                <a:cubicBezTo>
                  <a:pt x="6161282" y="2090381"/>
                  <a:pt x="6060308" y="1952200"/>
                  <a:pt x="5911389" y="1898371"/>
                </a:cubicBezTo>
                <a:close/>
                <a:moveTo>
                  <a:pt x="6944437" y="1575402"/>
                </a:moveTo>
                <a:cubicBezTo>
                  <a:pt x="6732842" y="1643305"/>
                  <a:pt x="6518352" y="1707201"/>
                  <a:pt x="6304730" y="1766654"/>
                </a:cubicBezTo>
                <a:cubicBezTo>
                  <a:pt x="6527947" y="1784949"/>
                  <a:pt x="6737901" y="1680839"/>
                  <a:pt x="6944437" y="1575402"/>
                </a:cubicBezTo>
                <a:close/>
                <a:moveTo>
                  <a:pt x="7019523" y="1519450"/>
                </a:moveTo>
                <a:cubicBezTo>
                  <a:pt x="6766096" y="1537552"/>
                  <a:pt x="6524653" y="1609537"/>
                  <a:pt x="6298091" y="1737122"/>
                </a:cubicBezTo>
                <a:cubicBezTo>
                  <a:pt x="6539381" y="1670594"/>
                  <a:pt x="6780997" y="1597715"/>
                  <a:pt x="7019523" y="1519450"/>
                </a:cubicBezTo>
                <a:close/>
                <a:moveTo>
                  <a:pt x="2399523" y="1428234"/>
                </a:moveTo>
                <a:cubicBezTo>
                  <a:pt x="2324192" y="1539775"/>
                  <a:pt x="2267478" y="1713586"/>
                  <a:pt x="2224982" y="1826201"/>
                </a:cubicBezTo>
                <a:cubicBezTo>
                  <a:pt x="2161246" y="1995817"/>
                  <a:pt x="2120250" y="2168765"/>
                  <a:pt x="2096099" y="2345900"/>
                </a:cubicBezTo>
                <a:cubicBezTo>
                  <a:pt x="2166834" y="2165047"/>
                  <a:pt x="2226331" y="1978598"/>
                  <a:pt x="2283317" y="1796925"/>
                </a:cubicBezTo>
                <a:close/>
                <a:moveTo>
                  <a:pt x="2448558" y="1373435"/>
                </a:moveTo>
                <a:lnTo>
                  <a:pt x="2312521" y="1806140"/>
                </a:lnTo>
                <a:cubicBezTo>
                  <a:pt x="2255817" y="1985569"/>
                  <a:pt x="2197150" y="2169492"/>
                  <a:pt x="2127533" y="2348380"/>
                </a:cubicBezTo>
                <a:cubicBezTo>
                  <a:pt x="2230881" y="2201722"/>
                  <a:pt x="2307261" y="2041905"/>
                  <a:pt x="2358080" y="1866134"/>
                </a:cubicBezTo>
                <a:cubicBezTo>
                  <a:pt x="2378743" y="1795373"/>
                  <a:pt x="2394349" y="1722940"/>
                  <a:pt x="2407436" y="1651070"/>
                </a:cubicBezTo>
                <a:cubicBezTo>
                  <a:pt x="2417458" y="1596892"/>
                  <a:pt x="2466254" y="1384915"/>
                  <a:pt x="2448558" y="1373435"/>
                </a:cubicBezTo>
                <a:close/>
                <a:moveTo>
                  <a:pt x="278707" y="1352270"/>
                </a:moveTo>
                <a:lnTo>
                  <a:pt x="321570" y="1861610"/>
                </a:lnTo>
                <a:cubicBezTo>
                  <a:pt x="336248" y="1725752"/>
                  <a:pt x="317508" y="1584885"/>
                  <a:pt x="294281" y="1440658"/>
                </a:cubicBezTo>
                <a:close/>
                <a:moveTo>
                  <a:pt x="1423821" y="1351958"/>
                </a:moveTo>
                <a:cubicBezTo>
                  <a:pt x="1426859" y="1507722"/>
                  <a:pt x="1587831" y="1796280"/>
                  <a:pt x="1638521" y="1908470"/>
                </a:cubicBezTo>
                <a:cubicBezTo>
                  <a:pt x="1674424" y="1987707"/>
                  <a:pt x="1711105" y="2070587"/>
                  <a:pt x="1754199" y="2149284"/>
                </a:cubicBezTo>
                <a:cubicBezTo>
                  <a:pt x="1797295" y="2227981"/>
                  <a:pt x="1846801" y="2302493"/>
                  <a:pt x="1908359" y="2364988"/>
                </a:cubicBezTo>
                <a:cubicBezTo>
                  <a:pt x="1805946" y="2193096"/>
                  <a:pt x="1725953" y="2007134"/>
                  <a:pt x="1647661" y="1825945"/>
                </a:cubicBezTo>
                <a:cubicBezTo>
                  <a:pt x="1579500" y="1667751"/>
                  <a:pt x="1508533" y="1505355"/>
                  <a:pt x="1423821" y="1351958"/>
                </a:cubicBezTo>
                <a:close/>
                <a:moveTo>
                  <a:pt x="9518298" y="1338235"/>
                </a:moveTo>
                <a:cubicBezTo>
                  <a:pt x="9531977" y="1651120"/>
                  <a:pt x="9677527" y="1999242"/>
                  <a:pt x="9838009" y="2272553"/>
                </a:cubicBezTo>
                <a:cubicBezTo>
                  <a:pt x="9825312" y="2235634"/>
                  <a:pt x="9815180" y="2197225"/>
                  <a:pt x="9805906" y="2159819"/>
                </a:cubicBezTo>
                <a:lnTo>
                  <a:pt x="9801623" y="2142555"/>
                </a:lnTo>
                <a:cubicBezTo>
                  <a:pt x="9756626" y="1964482"/>
                  <a:pt x="9698390" y="1787247"/>
                  <a:pt x="9628671" y="1617375"/>
                </a:cubicBezTo>
                <a:cubicBezTo>
                  <a:pt x="9618364" y="1593060"/>
                  <a:pt x="9608603" y="1568967"/>
                  <a:pt x="9598299" y="1544643"/>
                </a:cubicBezTo>
                <a:cubicBezTo>
                  <a:pt x="9570133" y="1477354"/>
                  <a:pt x="9541339" y="1408510"/>
                  <a:pt x="9518298" y="1338235"/>
                </a:cubicBezTo>
                <a:close/>
                <a:moveTo>
                  <a:pt x="1431890" y="1306475"/>
                </a:moveTo>
                <a:cubicBezTo>
                  <a:pt x="1458339" y="1352187"/>
                  <a:pt x="1483952" y="1399016"/>
                  <a:pt x="1507597" y="1446132"/>
                </a:cubicBezTo>
                <a:cubicBezTo>
                  <a:pt x="1568403" y="1567288"/>
                  <a:pt x="1621917" y="1692101"/>
                  <a:pt x="1674586" y="1813832"/>
                </a:cubicBezTo>
                <a:cubicBezTo>
                  <a:pt x="1719648" y="1918315"/>
                  <a:pt x="1765554" y="2024477"/>
                  <a:pt x="1815950" y="2128564"/>
                </a:cubicBezTo>
                <a:cubicBezTo>
                  <a:pt x="1866346" y="2232648"/>
                  <a:pt x="1921228" y="2334658"/>
                  <a:pt x="1984242" y="2430829"/>
                </a:cubicBezTo>
                <a:cubicBezTo>
                  <a:pt x="1994073" y="2437830"/>
                  <a:pt x="2003908" y="2444836"/>
                  <a:pt x="2014023" y="2450995"/>
                </a:cubicBezTo>
                <a:cubicBezTo>
                  <a:pt x="1956448" y="2239741"/>
                  <a:pt x="1853160" y="2049325"/>
                  <a:pt x="1747337" y="1855264"/>
                </a:cubicBezTo>
                <a:cubicBezTo>
                  <a:pt x="1678102" y="1728504"/>
                  <a:pt x="1608870" y="1601753"/>
                  <a:pt x="1533749" y="1478656"/>
                </a:cubicBezTo>
                <a:cubicBezTo>
                  <a:pt x="1510398" y="1440515"/>
                  <a:pt x="1454048" y="1294657"/>
                  <a:pt x="1431890" y="1306475"/>
                </a:cubicBezTo>
                <a:close/>
                <a:moveTo>
                  <a:pt x="5052692" y="1292994"/>
                </a:moveTo>
                <a:cubicBezTo>
                  <a:pt x="5103155" y="1406739"/>
                  <a:pt x="5153078" y="1520878"/>
                  <a:pt x="5200661" y="1635186"/>
                </a:cubicBezTo>
                <a:cubicBezTo>
                  <a:pt x="5238218" y="1725483"/>
                  <a:pt x="5273610" y="1815047"/>
                  <a:pt x="5297138" y="1906351"/>
                </a:cubicBezTo>
                <a:cubicBezTo>
                  <a:pt x="5281533" y="1683399"/>
                  <a:pt x="5177210" y="1491946"/>
                  <a:pt x="5052692" y="1292994"/>
                </a:cubicBezTo>
                <a:close/>
                <a:moveTo>
                  <a:pt x="9528078" y="1278636"/>
                </a:moveTo>
                <a:cubicBezTo>
                  <a:pt x="9552982" y="1365794"/>
                  <a:pt x="9588937" y="1451189"/>
                  <a:pt x="9623946" y="1534260"/>
                </a:cubicBezTo>
                <a:lnTo>
                  <a:pt x="9654858" y="1607218"/>
                </a:lnTo>
                <a:cubicBezTo>
                  <a:pt x="9724183" y="1774989"/>
                  <a:pt x="9781702" y="1949347"/>
                  <a:pt x="9826304" y="2125320"/>
                </a:cubicBezTo>
                <a:cubicBezTo>
                  <a:pt x="9794296" y="1963695"/>
                  <a:pt x="9753660" y="1804203"/>
                  <a:pt x="9701198" y="1646797"/>
                </a:cubicBezTo>
                <a:cubicBezTo>
                  <a:pt x="9655682" y="1511000"/>
                  <a:pt x="9586050" y="1397178"/>
                  <a:pt x="9528078" y="1278636"/>
                </a:cubicBezTo>
                <a:close/>
                <a:moveTo>
                  <a:pt x="5009948" y="1273619"/>
                </a:moveTo>
                <a:cubicBezTo>
                  <a:pt x="5013363" y="1406203"/>
                  <a:pt x="5078144" y="1538571"/>
                  <a:pt x="5121777" y="1654213"/>
                </a:cubicBezTo>
                <a:cubicBezTo>
                  <a:pt x="5175625" y="1795269"/>
                  <a:pt x="5233597" y="1934093"/>
                  <a:pt x="5293545" y="2072247"/>
                </a:cubicBezTo>
                <a:cubicBezTo>
                  <a:pt x="5293533" y="2069971"/>
                  <a:pt x="5294060" y="2067298"/>
                  <a:pt x="5294042" y="2065019"/>
                </a:cubicBezTo>
                <a:cubicBezTo>
                  <a:pt x="5282123" y="1924099"/>
                  <a:pt x="5230273" y="1786942"/>
                  <a:pt x="5171936" y="1647613"/>
                </a:cubicBezTo>
                <a:cubicBezTo>
                  <a:pt x="5119977" y="1522743"/>
                  <a:pt x="5065315" y="1397539"/>
                  <a:pt x="5009948" y="1273619"/>
                </a:cubicBezTo>
                <a:close/>
                <a:moveTo>
                  <a:pt x="655236" y="1268632"/>
                </a:moveTo>
                <a:cubicBezTo>
                  <a:pt x="717895" y="1408869"/>
                  <a:pt x="771574" y="1550454"/>
                  <a:pt x="839521" y="1685315"/>
                </a:cubicBezTo>
                <a:cubicBezTo>
                  <a:pt x="907470" y="1820177"/>
                  <a:pt x="989683" y="1948318"/>
                  <a:pt x="1109416" y="2061663"/>
                </a:cubicBezTo>
                <a:cubicBezTo>
                  <a:pt x="1177718" y="2126399"/>
                  <a:pt x="1244319" y="2184954"/>
                  <a:pt x="1298300" y="2247742"/>
                </a:cubicBezTo>
                <a:cubicBezTo>
                  <a:pt x="1250168" y="2156040"/>
                  <a:pt x="1187457" y="2071655"/>
                  <a:pt x="1125871" y="1989513"/>
                </a:cubicBezTo>
                <a:cubicBezTo>
                  <a:pt x="1076370" y="1923070"/>
                  <a:pt x="1025189" y="1854667"/>
                  <a:pt x="981574" y="1783157"/>
                </a:cubicBezTo>
                <a:cubicBezTo>
                  <a:pt x="960475" y="1748106"/>
                  <a:pt x="941058" y="1712211"/>
                  <a:pt x="922198" y="1677437"/>
                </a:cubicBezTo>
                <a:cubicBezTo>
                  <a:pt x="905028" y="1646031"/>
                  <a:pt x="887579" y="1614059"/>
                  <a:pt x="869293" y="1583214"/>
                </a:cubicBezTo>
                <a:cubicBezTo>
                  <a:pt x="832994" y="1522086"/>
                  <a:pt x="791368" y="1462924"/>
                  <a:pt x="751431" y="1405731"/>
                </a:cubicBezTo>
                <a:close/>
                <a:moveTo>
                  <a:pt x="6516292" y="1263064"/>
                </a:moveTo>
                <a:cubicBezTo>
                  <a:pt x="6288018" y="1373581"/>
                  <a:pt x="6031500" y="1451909"/>
                  <a:pt x="5736320" y="1501803"/>
                </a:cubicBezTo>
                <a:cubicBezTo>
                  <a:pt x="6001708" y="1565837"/>
                  <a:pt x="6267694" y="1408906"/>
                  <a:pt x="6516292" y="1263064"/>
                </a:cubicBezTo>
                <a:close/>
                <a:moveTo>
                  <a:pt x="291466" y="1250369"/>
                </a:moveTo>
                <a:cubicBezTo>
                  <a:pt x="302228" y="1312380"/>
                  <a:pt x="313548" y="1374109"/>
                  <a:pt x="323180" y="1435283"/>
                </a:cubicBezTo>
                <a:cubicBezTo>
                  <a:pt x="347262" y="1585402"/>
                  <a:pt x="366566" y="1733005"/>
                  <a:pt x="349381" y="1875041"/>
                </a:cubicBezTo>
                <a:cubicBezTo>
                  <a:pt x="398887" y="1761016"/>
                  <a:pt x="404047" y="1643975"/>
                  <a:pt x="374363" y="1506494"/>
                </a:cubicBezTo>
                <a:cubicBezTo>
                  <a:pt x="356845" y="1425406"/>
                  <a:pt x="334841" y="1350786"/>
                  <a:pt x="302168" y="1274495"/>
                </a:cubicBezTo>
                <a:cubicBezTo>
                  <a:pt x="298229" y="1265236"/>
                  <a:pt x="295129" y="1257666"/>
                  <a:pt x="291466" y="1250369"/>
                </a:cubicBezTo>
                <a:close/>
                <a:moveTo>
                  <a:pt x="678222" y="1248670"/>
                </a:moveTo>
                <a:lnTo>
                  <a:pt x="775536" y="1388015"/>
                </a:lnTo>
                <a:cubicBezTo>
                  <a:pt x="815764" y="1445771"/>
                  <a:pt x="857669" y="1505484"/>
                  <a:pt x="894529" y="1567739"/>
                </a:cubicBezTo>
                <a:cubicBezTo>
                  <a:pt x="913103" y="1599148"/>
                  <a:pt x="930546" y="1631115"/>
                  <a:pt x="948000" y="1663088"/>
                </a:cubicBezTo>
                <a:cubicBezTo>
                  <a:pt x="966853" y="1697859"/>
                  <a:pt x="986277" y="1733757"/>
                  <a:pt x="1006812" y="1767683"/>
                </a:cubicBezTo>
                <a:cubicBezTo>
                  <a:pt x="1049303" y="1838347"/>
                  <a:pt x="1100205" y="1906189"/>
                  <a:pt x="1149133" y="1971513"/>
                </a:cubicBezTo>
                <a:cubicBezTo>
                  <a:pt x="1215506" y="2060384"/>
                  <a:pt x="1283561" y="2151216"/>
                  <a:pt x="1333952" y="2251620"/>
                </a:cubicBezTo>
                <a:lnTo>
                  <a:pt x="1337329" y="2258350"/>
                </a:lnTo>
                <a:cubicBezTo>
                  <a:pt x="1352131" y="2023413"/>
                  <a:pt x="1145204" y="1784597"/>
                  <a:pt x="1014726" y="1615556"/>
                </a:cubicBezTo>
                <a:cubicBezTo>
                  <a:pt x="911517" y="1481269"/>
                  <a:pt x="800192" y="1360189"/>
                  <a:pt x="678222" y="1248670"/>
                </a:cubicBezTo>
                <a:close/>
                <a:moveTo>
                  <a:pt x="9441752" y="1245311"/>
                </a:moveTo>
                <a:cubicBezTo>
                  <a:pt x="9367449" y="1271794"/>
                  <a:pt x="9313207" y="1329954"/>
                  <a:pt x="9278979" y="1406236"/>
                </a:cubicBezTo>
                <a:cubicBezTo>
                  <a:pt x="9261017" y="1445630"/>
                  <a:pt x="9242585" y="1502850"/>
                  <a:pt x="9235540" y="1546869"/>
                </a:cubicBezTo>
                <a:cubicBezTo>
                  <a:pt x="9223867" y="1618535"/>
                  <a:pt x="9230001" y="1614698"/>
                  <a:pt x="9264074" y="1557016"/>
                </a:cubicBezTo>
                <a:cubicBezTo>
                  <a:pt x="9325587" y="1454296"/>
                  <a:pt x="9384605" y="1349880"/>
                  <a:pt x="9441752" y="1245311"/>
                </a:cubicBezTo>
                <a:close/>
                <a:moveTo>
                  <a:pt x="6691602" y="1140573"/>
                </a:moveTo>
                <a:cubicBezTo>
                  <a:pt x="6646175" y="1158238"/>
                  <a:pt x="6598950" y="1175684"/>
                  <a:pt x="6571100" y="1183662"/>
                </a:cubicBezTo>
                <a:cubicBezTo>
                  <a:pt x="6462406" y="1213607"/>
                  <a:pt x="6352215" y="1234713"/>
                  <a:pt x="6241687" y="1257600"/>
                </a:cubicBezTo>
                <a:cubicBezTo>
                  <a:pt x="6040746" y="1299467"/>
                  <a:pt x="5893317" y="1420819"/>
                  <a:pt x="5693009" y="1478256"/>
                </a:cubicBezTo>
                <a:cubicBezTo>
                  <a:pt x="6021285" y="1426507"/>
                  <a:pt x="6301876" y="1340642"/>
                  <a:pt x="6548420" y="1214599"/>
                </a:cubicBezTo>
                <a:cubicBezTo>
                  <a:pt x="6567440" y="1204628"/>
                  <a:pt x="6586456" y="1194658"/>
                  <a:pt x="6605473" y="1184686"/>
                </a:cubicBezTo>
                <a:cubicBezTo>
                  <a:pt x="6633823" y="1169483"/>
                  <a:pt x="6662531" y="1154778"/>
                  <a:pt x="6691602" y="1140573"/>
                </a:cubicBezTo>
                <a:close/>
                <a:moveTo>
                  <a:pt x="4002475" y="1037802"/>
                </a:moveTo>
                <a:cubicBezTo>
                  <a:pt x="4001933" y="1038196"/>
                  <a:pt x="4000861" y="1038973"/>
                  <a:pt x="4000324" y="1039362"/>
                </a:cubicBezTo>
                <a:cubicBezTo>
                  <a:pt x="4001046" y="1040360"/>
                  <a:pt x="4002134" y="1041861"/>
                  <a:pt x="4002862" y="1042866"/>
                </a:cubicBezTo>
                <a:cubicBezTo>
                  <a:pt x="4002672" y="1041472"/>
                  <a:pt x="4002487" y="1040086"/>
                  <a:pt x="4002475" y="1037802"/>
                </a:cubicBezTo>
                <a:close/>
                <a:moveTo>
                  <a:pt x="506322" y="1020997"/>
                </a:moveTo>
                <a:cubicBezTo>
                  <a:pt x="513282" y="1018930"/>
                  <a:pt x="522180" y="1021005"/>
                  <a:pt x="533068" y="1029409"/>
                </a:cubicBezTo>
                <a:cubicBezTo>
                  <a:pt x="813777" y="1244537"/>
                  <a:pt x="1037861" y="1510547"/>
                  <a:pt x="1232525" y="1804675"/>
                </a:cubicBezTo>
                <a:cubicBezTo>
                  <a:pt x="1347857" y="1978510"/>
                  <a:pt x="1448039" y="2155739"/>
                  <a:pt x="1388858" y="2368011"/>
                </a:cubicBezTo>
                <a:cubicBezTo>
                  <a:pt x="1387462" y="2372226"/>
                  <a:pt x="1385496" y="2375314"/>
                  <a:pt x="1384098" y="2378125"/>
                </a:cubicBezTo>
                <a:cubicBezTo>
                  <a:pt x="1412260" y="2438425"/>
                  <a:pt x="1428077" y="2506324"/>
                  <a:pt x="1425393" y="2589124"/>
                </a:cubicBezTo>
                <a:cubicBezTo>
                  <a:pt x="1425681" y="2592488"/>
                  <a:pt x="1424559" y="2594453"/>
                  <a:pt x="1424001" y="2597541"/>
                </a:cubicBezTo>
                <a:cubicBezTo>
                  <a:pt x="1672217" y="2669579"/>
                  <a:pt x="1915127" y="2759032"/>
                  <a:pt x="2152729" y="2864487"/>
                </a:cubicBezTo>
                <a:cubicBezTo>
                  <a:pt x="2132903" y="2746636"/>
                  <a:pt x="2106350" y="2629357"/>
                  <a:pt x="2020609" y="2539671"/>
                </a:cubicBezTo>
                <a:cubicBezTo>
                  <a:pt x="2019486" y="2538832"/>
                  <a:pt x="2019482" y="2537426"/>
                  <a:pt x="2018920" y="2536309"/>
                </a:cubicBezTo>
                <a:cubicBezTo>
                  <a:pt x="1612986" y="2284320"/>
                  <a:pt x="1451410" y="1593008"/>
                  <a:pt x="1342441" y="1173017"/>
                </a:cubicBezTo>
                <a:cubicBezTo>
                  <a:pt x="1338482" y="1156742"/>
                  <a:pt x="1345418" y="1103405"/>
                  <a:pt x="1367925" y="1135648"/>
                </a:cubicBezTo>
                <a:cubicBezTo>
                  <a:pt x="1515878" y="1352095"/>
                  <a:pt x="1645605" y="1576999"/>
                  <a:pt x="1771401" y="1806673"/>
                </a:cubicBezTo>
                <a:cubicBezTo>
                  <a:pt x="1841477" y="1935111"/>
                  <a:pt x="1914363" y="2063547"/>
                  <a:pt x="1972385" y="2198735"/>
                </a:cubicBezTo>
                <a:cubicBezTo>
                  <a:pt x="1982518" y="2221738"/>
                  <a:pt x="2018367" y="2353316"/>
                  <a:pt x="2040892" y="2405205"/>
                </a:cubicBezTo>
                <a:cubicBezTo>
                  <a:pt x="2009600" y="2310668"/>
                  <a:pt x="2111587" y="2005996"/>
                  <a:pt x="2131689" y="1936926"/>
                </a:cubicBezTo>
                <a:cubicBezTo>
                  <a:pt x="2203731" y="1690111"/>
                  <a:pt x="2314813" y="1463729"/>
                  <a:pt x="2454820" y="1248808"/>
                </a:cubicBezTo>
                <a:cubicBezTo>
                  <a:pt x="2475264" y="1216788"/>
                  <a:pt x="2493340" y="1290570"/>
                  <a:pt x="2492512" y="1302920"/>
                </a:cubicBezTo>
                <a:cubicBezTo>
                  <a:pt x="2465675" y="1747535"/>
                  <a:pt x="2370053" y="2178216"/>
                  <a:pt x="2081216" y="2527513"/>
                </a:cubicBezTo>
                <a:cubicBezTo>
                  <a:pt x="2081497" y="2528073"/>
                  <a:pt x="2081211" y="2528916"/>
                  <a:pt x="2081211" y="2528916"/>
                </a:cubicBezTo>
                <a:cubicBezTo>
                  <a:pt x="2150699" y="2633778"/>
                  <a:pt x="2178105" y="2756954"/>
                  <a:pt x="2199067" y="2884061"/>
                </a:cubicBezTo>
                <a:cubicBezTo>
                  <a:pt x="2641128" y="3084915"/>
                  <a:pt x="3028660" y="3311628"/>
                  <a:pt x="3192586" y="3411496"/>
                </a:cubicBezTo>
                <a:cubicBezTo>
                  <a:pt x="3356510" y="3511368"/>
                  <a:pt x="3237401" y="3517312"/>
                  <a:pt x="3182620" y="3483279"/>
                </a:cubicBezTo>
                <a:cubicBezTo>
                  <a:pt x="3055506" y="3404310"/>
                  <a:pt x="2789863" y="3259545"/>
                  <a:pt x="2435119" y="3080173"/>
                </a:cubicBezTo>
                <a:lnTo>
                  <a:pt x="2410152" y="3063751"/>
                </a:lnTo>
                <a:lnTo>
                  <a:pt x="2408099" y="3064403"/>
                </a:lnTo>
                <a:lnTo>
                  <a:pt x="2407218" y="3070324"/>
                </a:lnTo>
                <a:cubicBezTo>
                  <a:pt x="2402612" y="3079171"/>
                  <a:pt x="2394080" y="3088906"/>
                  <a:pt x="2380138" y="3099341"/>
                </a:cubicBezTo>
                <a:cubicBezTo>
                  <a:pt x="2194333" y="3283170"/>
                  <a:pt x="1992503" y="3449064"/>
                  <a:pt x="1765923" y="3581043"/>
                </a:cubicBezTo>
                <a:cubicBezTo>
                  <a:pt x="1744896" y="3593696"/>
                  <a:pt x="1723857" y="3603555"/>
                  <a:pt x="1702258" y="3612286"/>
                </a:cubicBezTo>
                <a:cubicBezTo>
                  <a:pt x="1664333" y="3650747"/>
                  <a:pt x="1731601" y="3589836"/>
                  <a:pt x="1538370" y="3811804"/>
                </a:cubicBezTo>
                <a:cubicBezTo>
                  <a:pt x="1473491" y="3921431"/>
                  <a:pt x="1402113" y="4025542"/>
                  <a:pt x="1325720" y="4125411"/>
                </a:cubicBezTo>
                <a:lnTo>
                  <a:pt x="1206279" y="4267200"/>
                </a:lnTo>
                <a:lnTo>
                  <a:pt x="1115040" y="4267200"/>
                </a:lnTo>
                <a:lnTo>
                  <a:pt x="1258195" y="4099624"/>
                </a:lnTo>
                <a:cubicBezTo>
                  <a:pt x="1315987" y="4027073"/>
                  <a:pt x="1371166" y="3952247"/>
                  <a:pt x="1423113" y="3874565"/>
                </a:cubicBezTo>
                <a:lnTo>
                  <a:pt x="1260565" y="4031982"/>
                </a:lnTo>
                <a:cubicBezTo>
                  <a:pt x="1197929" y="4092559"/>
                  <a:pt x="1134310" y="4154329"/>
                  <a:pt x="1073327" y="4218727"/>
                </a:cubicBezTo>
                <a:lnTo>
                  <a:pt x="1032294" y="4267200"/>
                </a:lnTo>
                <a:lnTo>
                  <a:pt x="993830" y="4267200"/>
                </a:lnTo>
                <a:lnTo>
                  <a:pt x="1051860" y="4198693"/>
                </a:lnTo>
                <a:cubicBezTo>
                  <a:pt x="1113440" y="4133732"/>
                  <a:pt x="1177549" y="4071540"/>
                  <a:pt x="1240607" y="4010401"/>
                </a:cubicBezTo>
                <a:lnTo>
                  <a:pt x="1310106" y="3943217"/>
                </a:lnTo>
                <a:cubicBezTo>
                  <a:pt x="1174685" y="4033303"/>
                  <a:pt x="1054913" y="4139624"/>
                  <a:pt x="952103" y="4265972"/>
                </a:cubicBezTo>
                <a:lnTo>
                  <a:pt x="951207" y="4267200"/>
                </a:lnTo>
                <a:lnTo>
                  <a:pt x="862760" y="4267200"/>
                </a:lnTo>
                <a:lnTo>
                  <a:pt x="909145" y="4199225"/>
                </a:lnTo>
                <a:cubicBezTo>
                  <a:pt x="998789" y="4086824"/>
                  <a:pt x="1101084" y="3991246"/>
                  <a:pt x="1214067" y="3908561"/>
                </a:cubicBezTo>
                <a:cubicBezTo>
                  <a:pt x="1023317" y="3973399"/>
                  <a:pt x="824392" y="4020568"/>
                  <a:pt x="640967" y="4105601"/>
                </a:cubicBezTo>
                <a:cubicBezTo>
                  <a:pt x="549674" y="4147907"/>
                  <a:pt x="460581" y="4194508"/>
                  <a:pt x="372807" y="4243651"/>
                </a:cubicBezTo>
                <a:lnTo>
                  <a:pt x="332830" y="4267200"/>
                </a:lnTo>
                <a:lnTo>
                  <a:pt x="168301" y="4267200"/>
                </a:lnTo>
                <a:lnTo>
                  <a:pt x="278002" y="4201399"/>
                </a:lnTo>
                <a:cubicBezTo>
                  <a:pt x="359885" y="4153808"/>
                  <a:pt x="442683" y="4107866"/>
                  <a:pt x="527241" y="4065078"/>
                </a:cubicBezTo>
                <a:cubicBezTo>
                  <a:pt x="838255" y="3908281"/>
                  <a:pt x="1212318" y="3863093"/>
                  <a:pt x="1510397" y="3684705"/>
                </a:cubicBezTo>
                <a:cubicBezTo>
                  <a:pt x="1390337" y="3729510"/>
                  <a:pt x="1267181" y="3766747"/>
                  <a:pt x="1146550" y="3802012"/>
                </a:cubicBezTo>
                <a:cubicBezTo>
                  <a:pt x="997862" y="3845736"/>
                  <a:pt x="843568" y="3890871"/>
                  <a:pt x="698834" y="3952272"/>
                </a:cubicBezTo>
                <a:cubicBezTo>
                  <a:pt x="519814" y="4027898"/>
                  <a:pt x="352828" y="4127506"/>
                  <a:pt x="192528" y="4236299"/>
                </a:cubicBezTo>
                <a:lnTo>
                  <a:pt x="148586" y="4267200"/>
                </a:lnTo>
                <a:lnTo>
                  <a:pt x="98116" y="4267200"/>
                </a:lnTo>
                <a:lnTo>
                  <a:pt x="169669" y="4216852"/>
                </a:lnTo>
                <a:cubicBezTo>
                  <a:pt x="333361" y="4105506"/>
                  <a:pt x="504130" y="4002947"/>
                  <a:pt x="687572" y="3925629"/>
                </a:cubicBezTo>
                <a:cubicBezTo>
                  <a:pt x="833705" y="3864223"/>
                  <a:pt x="989118" y="3818520"/>
                  <a:pt x="1138365" y="3774515"/>
                </a:cubicBezTo>
                <a:cubicBezTo>
                  <a:pt x="1260121" y="3738686"/>
                  <a:pt x="1384681" y="3701451"/>
                  <a:pt x="1505579" y="3655526"/>
                </a:cubicBezTo>
                <a:cubicBezTo>
                  <a:pt x="1442294" y="3658846"/>
                  <a:pt x="1378650" y="3655854"/>
                  <a:pt x="1313114" y="3655216"/>
                </a:cubicBezTo>
                <a:cubicBezTo>
                  <a:pt x="1247578" y="3654578"/>
                  <a:pt x="1180153" y="3656293"/>
                  <a:pt x="1109304" y="3669030"/>
                </a:cubicBezTo>
                <a:cubicBezTo>
                  <a:pt x="794692" y="3725281"/>
                  <a:pt x="516258" y="3901624"/>
                  <a:pt x="258951" y="4111994"/>
                </a:cubicBezTo>
                <a:lnTo>
                  <a:pt x="80807" y="4267200"/>
                </a:lnTo>
                <a:lnTo>
                  <a:pt x="0" y="4267200"/>
                </a:lnTo>
                <a:lnTo>
                  <a:pt x="0" y="4233763"/>
                </a:lnTo>
                <a:lnTo>
                  <a:pt x="36881" y="4200118"/>
                </a:lnTo>
                <a:cubicBezTo>
                  <a:pt x="302143" y="3962792"/>
                  <a:pt x="585478" y="3740226"/>
                  <a:pt x="910534" y="3629753"/>
                </a:cubicBezTo>
                <a:cubicBezTo>
                  <a:pt x="1140280" y="3551663"/>
                  <a:pt x="1356783" y="3624873"/>
                  <a:pt x="1578717" y="3575982"/>
                </a:cubicBezTo>
                <a:cubicBezTo>
                  <a:pt x="1857881" y="3513822"/>
                  <a:pt x="2134207" y="3238918"/>
                  <a:pt x="2338780" y="3033725"/>
                </a:cubicBezTo>
                <a:cubicBezTo>
                  <a:pt x="2165203" y="2949506"/>
                  <a:pt x="1987990" y="2873430"/>
                  <a:pt x="1807991" y="2807184"/>
                </a:cubicBezTo>
                <a:cubicBezTo>
                  <a:pt x="1696192" y="2934214"/>
                  <a:pt x="1567238" y="3035444"/>
                  <a:pt x="1416358" y="3112571"/>
                </a:cubicBezTo>
                <a:cubicBezTo>
                  <a:pt x="1318658" y="3280278"/>
                  <a:pt x="1112986" y="3321000"/>
                  <a:pt x="939066" y="3378798"/>
                </a:cubicBezTo>
                <a:cubicBezTo>
                  <a:pt x="668357" y="3469020"/>
                  <a:pt x="393418" y="3543804"/>
                  <a:pt x="115099" y="3607650"/>
                </a:cubicBezTo>
                <a:cubicBezTo>
                  <a:pt x="80589" y="3615844"/>
                  <a:pt x="67554" y="3533906"/>
                  <a:pt x="97284" y="3520393"/>
                </a:cubicBezTo>
                <a:cubicBezTo>
                  <a:pt x="382521" y="3387774"/>
                  <a:pt x="642160" y="3215335"/>
                  <a:pt x="922050" y="3074867"/>
                </a:cubicBezTo>
                <a:cubicBezTo>
                  <a:pt x="1080787" y="2995199"/>
                  <a:pt x="1233979" y="2960447"/>
                  <a:pt x="1405265" y="3016319"/>
                </a:cubicBezTo>
                <a:cubicBezTo>
                  <a:pt x="1406106" y="3016600"/>
                  <a:pt x="1406671" y="3017724"/>
                  <a:pt x="1407512" y="3018001"/>
                </a:cubicBezTo>
                <a:cubicBezTo>
                  <a:pt x="1526420" y="2954115"/>
                  <a:pt x="1632390" y="2874245"/>
                  <a:pt x="1726266" y="2777274"/>
                </a:cubicBezTo>
                <a:cubicBezTo>
                  <a:pt x="1369635" y="2651515"/>
                  <a:pt x="1000990" y="2561972"/>
                  <a:pt x="625390" y="2514541"/>
                </a:cubicBezTo>
                <a:cubicBezTo>
                  <a:pt x="624559" y="2519877"/>
                  <a:pt x="622878" y="2524928"/>
                  <a:pt x="619799" y="2527180"/>
                </a:cubicBezTo>
                <a:cubicBezTo>
                  <a:pt x="509037" y="2598914"/>
                  <a:pt x="403069" y="2677377"/>
                  <a:pt x="310030" y="2771818"/>
                </a:cubicBezTo>
                <a:cubicBezTo>
                  <a:pt x="266034" y="2817076"/>
                  <a:pt x="224887" y="2891795"/>
                  <a:pt x="173877" y="2937056"/>
                </a:cubicBezTo>
                <a:cubicBezTo>
                  <a:pt x="145840" y="3003792"/>
                  <a:pt x="113686" y="3071134"/>
                  <a:pt x="77889" y="3138440"/>
                </a:cubicBezTo>
                <a:lnTo>
                  <a:pt x="0" y="3271395"/>
                </a:lnTo>
                <a:lnTo>
                  <a:pt x="0" y="3153002"/>
                </a:lnTo>
                <a:lnTo>
                  <a:pt x="2386" y="3149203"/>
                </a:lnTo>
                <a:cubicBezTo>
                  <a:pt x="33821" y="3095439"/>
                  <a:pt x="63030" y="3041490"/>
                  <a:pt x="89753" y="2987702"/>
                </a:cubicBezTo>
                <a:cubicBezTo>
                  <a:pt x="85546" y="2993322"/>
                  <a:pt x="81066" y="2999788"/>
                  <a:pt x="76869" y="3005404"/>
                </a:cubicBezTo>
                <a:cubicBezTo>
                  <a:pt x="63139" y="3024231"/>
                  <a:pt x="48575" y="3042776"/>
                  <a:pt x="32049" y="3065814"/>
                </a:cubicBezTo>
                <a:lnTo>
                  <a:pt x="0" y="3108744"/>
                </a:lnTo>
                <a:lnTo>
                  <a:pt x="0" y="3058059"/>
                </a:lnTo>
                <a:lnTo>
                  <a:pt x="7610" y="3047889"/>
                </a:lnTo>
                <a:cubicBezTo>
                  <a:pt x="24410" y="3025415"/>
                  <a:pt x="38695" y="3006301"/>
                  <a:pt x="52419" y="2987479"/>
                </a:cubicBezTo>
                <a:cubicBezTo>
                  <a:pt x="54382" y="2984385"/>
                  <a:pt x="57184" y="2981579"/>
                  <a:pt x="59142" y="2978488"/>
                </a:cubicBezTo>
                <a:lnTo>
                  <a:pt x="0" y="3015334"/>
                </a:lnTo>
                <a:lnTo>
                  <a:pt x="0" y="2914286"/>
                </a:lnTo>
                <a:lnTo>
                  <a:pt x="36383" y="2901128"/>
                </a:lnTo>
                <a:cubicBezTo>
                  <a:pt x="76283" y="2885228"/>
                  <a:pt x="116303" y="2866415"/>
                  <a:pt x="156329" y="2840533"/>
                </a:cubicBezTo>
                <a:cubicBezTo>
                  <a:pt x="229785" y="2792431"/>
                  <a:pt x="289125" y="2682604"/>
                  <a:pt x="358355" y="2620471"/>
                </a:cubicBezTo>
                <a:cubicBezTo>
                  <a:pt x="406846" y="2577174"/>
                  <a:pt x="457591" y="2538372"/>
                  <a:pt x="510577" y="2501244"/>
                </a:cubicBezTo>
                <a:cubicBezTo>
                  <a:pt x="411488" y="2490937"/>
                  <a:pt x="311929" y="2483543"/>
                  <a:pt x="211967" y="2479171"/>
                </a:cubicBezTo>
                <a:lnTo>
                  <a:pt x="0" y="2476398"/>
                </a:lnTo>
                <a:lnTo>
                  <a:pt x="0" y="2389189"/>
                </a:lnTo>
                <a:lnTo>
                  <a:pt x="103062" y="2389518"/>
                </a:lnTo>
                <a:cubicBezTo>
                  <a:pt x="239716" y="2392822"/>
                  <a:pt x="375712" y="2401808"/>
                  <a:pt x="510734" y="2416201"/>
                </a:cubicBezTo>
                <a:cubicBezTo>
                  <a:pt x="453295" y="2294758"/>
                  <a:pt x="388809" y="2156489"/>
                  <a:pt x="279257" y="2092102"/>
                </a:cubicBezTo>
                <a:cubicBezTo>
                  <a:pt x="214509" y="2054029"/>
                  <a:pt x="140169" y="2030776"/>
                  <a:pt x="65265" y="2006049"/>
                </a:cubicBezTo>
                <a:lnTo>
                  <a:pt x="0" y="1982532"/>
                </a:lnTo>
                <a:lnTo>
                  <a:pt x="0" y="1912789"/>
                </a:lnTo>
                <a:lnTo>
                  <a:pt x="97460" y="1953725"/>
                </a:lnTo>
                <a:cubicBezTo>
                  <a:pt x="140146" y="1968817"/>
                  <a:pt x="181972" y="1973804"/>
                  <a:pt x="221272" y="1980766"/>
                </a:cubicBezTo>
                <a:cubicBezTo>
                  <a:pt x="184478" y="1960612"/>
                  <a:pt x="148800" y="1938494"/>
                  <a:pt x="116765" y="1911033"/>
                </a:cubicBezTo>
                <a:cubicBezTo>
                  <a:pt x="78825" y="1878815"/>
                  <a:pt x="47051" y="1840696"/>
                  <a:pt x="16405" y="1803412"/>
                </a:cubicBezTo>
                <a:lnTo>
                  <a:pt x="0" y="1784777"/>
                </a:lnTo>
                <a:lnTo>
                  <a:pt x="0" y="1740082"/>
                </a:lnTo>
                <a:lnTo>
                  <a:pt x="39394" y="1784856"/>
                </a:lnTo>
                <a:cubicBezTo>
                  <a:pt x="69479" y="1821014"/>
                  <a:pt x="100126" y="1858299"/>
                  <a:pt x="135813" y="1888838"/>
                </a:cubicBezTo>
                <a:cubicBezTo>
                  <a:pt x="168411" y="1916009"/>
                  <a:pt x="204933" y="1938411"/>
                  <a:pt x="242575" y="1958841"/>
                </a:cubicBezTo>
                <a:cubicBezTo>
                  <a:pt x="195379" y="1882642"/>
                  <a:pt x="141547" y="1815083"/>
                  <a:pt x="82197" y="1754826"/>
                </a:cubicBezTo>
                <a:lnTo>
                  <a:pt x="0" y="1679650"/>
                </a:lnTo>
                <a:lnTo>
                  <a:pt x="0" y="1602463"/>
                </a:lnTo>
                <a:lnTo>
                  <a:pt x="84689" y="1677442"/>
                </a:lnTo>
                <a:cubicBezTo>
                  <a:pt x="165950" y="1759826"/>
                  <a:pt x="237786" y="1855565"/>
                  <a:pt x="298437" y="1968019"/>
                </a:cubicBezTo>
                <a:lnTo>
                  <a:pt x="227269" y="1114064"/>
                </a:lnTo>
                <a:cubicBezTo>
                  <a:pt x="226129" y="1099191"/>
                  <a:pt x="230003" y="1062136"/>
                  <a:pt x="248003" y="1089613"/>
                </a:cubicBezTo>
                <a:cubicBezTo>
                  <a:pt x="349844" y="1249160"/>
                  <a:pt x="397556" y="1433768"/>
                  <a:pt x="427020" y="1619803"/>
                </a:cubicBezTo>
                <a:cubicBezTo>
                  <a:pt x="453086" y="1782272"/>
                  <a:pt x="422387" y="1897385"/>
                  <a:pt x="340345" y="2027739"/>
                </a:cubicBezTo>
                <a:cubicBezTo>
                  <a:pt x="347373" y="2033339"/>
                  <a:pt x="354114" y="2038383"/>
                  <a:pt x="360865" y="2044827"/>
                </a:cubicBezTo>
                <a:cubicBezTo>
                  <a:pt x="443500" y="2128340"/>
                  <a:pt x="506078" y="2306190"/>
                  <a:pt x="560414" y="2421457"/>
                </a:cubicBezTo>
                <a:cubicBezTo>
                  <a:pt x="831022" y="2452769"/>
                  <a:pt x="1098019" y="2506255"/>
                  <a:pt x="1359703" y="2578554"/>
                </a:cubicBezTo>
                <a:lnTo>
                  <a:pt x="1359422" y="2577994"/>
                </a:lnTo>
                <a:cubicBezTo>
                  <a:pt x="1370467" y="2269807"/>
                  <a:pt x="976420" y="2084880"/>
                  <a:pt x="828701" y="1839520"/>
                </a:cubicBezTo>
                <a:cubicBezTo>
                  <a:pt x="687172" y="1605098"/>
                  <a:pt x="631475" y="1330413"/>
                  <a:pt x="494427" y="1092333"/>
                </a:cubicBezTo>
                <a:cubicBezTo>
                  <a:pt x="481980" y="1070671"/>
                  <a:pt x="485440" y="1027197"/>
                  <a:pt x="506322" y="1020997"/>
                </a:cubicBezTo>
                <a:close/>
                <a:moveTo>
                  <a:pt x="4570198" y="978081"/>
                </a:moveTo>
                <a:cubicBezTo>
                  <a:pt x="4555714" y="1028259"/>
                  <a:pt x="4540870" y="1077934"/>
                  <a:pt x="4523691" y="1127776"/>
                </a:cubicBezTo>
                <a:lnTo>
                  <a:pt x="4509875" y="1167552"/>
                </a:lnTo>
                <a:cubicBezTo>
                  <a:pt x="4498703" y="1198545"/>
                  <a:pt x="4488074" y="1229138"/>
                  <a:pt x="4478168" y="1260735"/>
                </a:cubicBezTo>
                <a:cubicBezTo>
                  <a:pt x="4437866" y="1392962"/>
                  <a:pt x="4423333" y="1532451"/>
                  <a:pt x="4409309" y="1666996"/>
                </a:cubicBezTo>
                <a:cubicBezTo>
                  <a:pt x="4399387" y="1761934"/>
                  <a:pt x="4389478" y="1859162"/>
                  <a:pt x="4370031" y="1955666"/>
                </a:cubicBezTo>
                <a:cubicBezTo>
                  <a:pt x="4495511" y="1636562"/>
                  <a:pt x="4590903" y="1311031"/>
                  <a:pt x="4570198" y="978081"/>
                </a:cubicBezTo>
                <a:close/>
                <a:moveTo>
                  <a:pt x="12149131" y="959050"/>
                </a:moveTo>
                <a:cubicBezTo>
                  <a:pt x="12135265" y="975072"/>
                  <a:pt x="12121401" y="991089"/>
                  <a:pt x="12105664" y="1006960"/>
                </a:cubicBezTo>
                <a:cubicBezTo>
                  <a:pt x="12040174" y="1071943"/>
                  <a:pt x="11966532" y="1125748"/>
                  <a:pt x="11883102" y="1184424"/>
                </a:cubicBezTo>
                <a:cubicBezTo>
                  <a:pt x="11822339" y="1227583"/>
                  <a:pt x="11746281" y="1281016"/>
                  <a:pt x="11665174" y="1317493"/>
                </a:cubicBezTo>
                <a:cubicBezTo>
                  <a:pt x="11640620" y="1328342"/>
                  <a:pt x="11615753" y="1338416"/>
                  <a:pt x="11590337" y="1348256"/>
                </a:cubicBezTo>
                <a:cubicBezTo>
                  <a:pt x="11556383" y="1361567"/>
                  <a:pt x="11523739" y="1374791"/>
                  <a:pt x="11492588" y="1390573"/>
                </a:cubicBezTo>
                <a:cubicBezTo>
                  <a:pt x="11632969" y="1358579"/>
                  <a:pt x="11770492" y="1298342"/>
                  <a:pt x="11888865" y="1220988"/>
                </a:cubicBezTo>
                <a:cubicBezTo>
                  <a:pt x="11984266" y="1158366"/>
                  <a:pt x="12085135" y="1064584"/>
                  <a:pt x="12149131" y="959050"/>
                </a:cubicBezTo>
                <a:close/>
                <a:moveTo>
                  <a:pt x="4557898" y="900011"/>
                </a:moveTo>
                <a:cubicBezTo>
                  <a:pt x="4330292" y="1199280"/>
                  <a:pt x="4335713" y="1567725"/>
                  <a:pt x="4344840" y="1922038"/>
                </a:cubicBezTo>
                <a:cubicBezTo>
                  <a:pt x="4360210" y="1836882"/>
                  <a:pt x="4369815" y="1750562"/>
                  <a:pt x="4378710" y="1665516"/>
                </a:cubicBezTo>
                <a:cubicBezTo>
                  <a:pt x="4393083" y="1529197"/>
                  <a:pt x="4407432" y="1388309"/>
                  <a:pt x="4448798" y="1253024"/>
                </a:cubicBezTo>
                <a:cubicBezTo>
                  <a:pt x="4458700" y="1221425"/>
                  <a:pt x="4469507" y="1189944"/>
                  <a:pt x="4480315" y="1158454"/>
                </a:cubicBezTo>
                <a:lnTo>
                  <a:pt x="4494133" y="1118676"/>
                </a:lnTo>
                <a:cubicBezTo>
                  <a:pt x="4518925" y="1046526"/>
                  <a:pt x="4539765" y="973431"/>
                  <a:pt x="4557898" y="900011"/>
                </a:cubicBezTo>
                <a:close/>
                <a:moveTo>
                  <a:pt x="5870151" y="898890"/>
                </a:moveTo>
                <a:cubicBezTo>
                  <a:pt x="5866911" y="898948"/>
                  <a:pt x="5864574" y="899121"/>
                  <a:pt x="5861335" y="899177"/>
                </a:cubicBezTo>
                <a:lnTo>
                  <a:pt x="5843702" y="899748"/>
                </a:lnTo>
                <a:cubicBezTo>
                  <a:pt x="5780018" y="902412"/>
                  <a:pt x="5714210" y="911192"/>
                  <a:pt x="5651107" y="920306"/>
                </a:cubicBezTo>
                <a:cubicBezTo>
                  <a:pt x="5588537" y="929031"/>
                  <a:pt x="5523624" y="937920"/>
                  <a:pt x="5459407" y="940975"/>
                </a:cubicBezTo>
                <a:cubicBezTo>
                  <a:pt x="5431523" y="942110"/>
                  <a:pt x="5402918" y="942237"/>
                  <a:pt x="5374846" y="941988"/>
                </a:cubicBezTo>
                <a:cubicBezTo>
                  <a:pt x="5336157" y="941792"/>
                  <a:pt x="5295497" y="942268"/>
                  <a:pt x="5256105" y="945632"/>
                </a:cubicBezTo>
                <a:cubicBezTo>
                  <a:pt x="5206829" y="950064"/>
                  <a:pt x="5155964" y="960232"/>
                  <a:pt x="5107071" y="969720"/>
                </a:cubicBezTo>
                <a:cubicBezTo>
                  <a:pt x="5071129" y="976700"/>
                  <a:pt x="5035177" y="983681"/>
                  <a:pt x="4998681" y="988771"/>
                </a:cubicBezTo>
                <a:cubicBezTo>
                  <a:pt x="5256175" y="1057755"/>
                  <a:pt x="5597864" y="989418"/>
                  <a:pt x="5870151" y="898890"/>
                </a:cubicBezTo>
                <a:close/>
                <a:moveTo>
                  <a:pt x="12190084" y="854709"/>
                </a:moveTo>
                <a:cubicBezTo>
                  <a:pt x="12181324" y="863235"/>
                  <a:pt x="12172252" y="870980"/>
                  <a:pt x="12162947" y="879275"/>
                </a:cubicBezTo>
                <a:cubicBezTo>
                  <a:pt x="12028326" y="998039"/>
                  <a:pt x="11883371" y="1121443"/>
                  <a:pt x="11721478" y="1216434"/>
                </a:cubicBezTo>
                <a:lnTo>
                  <a:pt x="11680712" y="1239730"/>
                </a:lnTo>
                <a:cubicBezTo>
                  <a:pt x="11620220" y="1274640"/>
                  <a:pt x="11558177" y="1310180"/>
                  <a:pt x="11505347" y="1352837"/>
                </a:cubicBezTo>
                <a:cubicBezTo>
                  <a:pt x="11530133" y="1341442"/>
                  <a:pt x="11555544" y="1331600"/>
                  <a:pt x="11580962" y="1321759"/>
                </a:cubicBezTo>
                <a:cubicBezTo>
                  <a:pt x="11605590" y="1312227"/>
                  <a:pt x="11630227" y="1302697"/>
                  <a:pt x="11654234" y="1291618"/>
                </a:cubicBezTo>
                <a:cubicBezTo>
                  <a:pt x="11733018" y="1256083"/>
                  <a:pt x="11807521" y="1203284"/>
                  <a:pt x="11867274" y="1160983"/>
                </a:cubicBezTo>
                <a:cubicBezTo>
                  <a:pt x="11949151" y="1102940"/>
                  <a:pt x="12022324" y="1050225"/>
                  <a:pt x="12086035" y="986418"/>
                </a:cubicBezTo>
                <a:cubicBezTo>
                  <a:pt x="12128278" y="944429"/>
                  <a:pt x="12163191" y="899980"/>
                  <a:pt x="12190084" y="854709"/>
                </a:cubicBezTo>
                <a:close/>
                <a:moveTo>
                  <a:pt x="5504425" y="848067"/>
                </a:moveTo>
                <a:cubicBezTo>
                  <a:pt x="5313518" y="848319"/>
                  <a:pt x="5144450" y="894555"/>
                  <a:pt x="4968849" y="962318"/>
                </a:cubicBezTo>
                <a:cubicBezTo>
                  <a:pt x="5013986" y="957830"/>
                  <a:pt x="5059460" y="949291"/>
                  <a:pt x="5104039" y="940634"/>
                </a:cubicBezTo>
                <a:cubicBezTo>
                  <a:pt x="5153465" y="930752"/>
                  <a:pt x="5205230" y="920703"/>
                  <a:pt x="5256311" y="916490"/>
                </a:cubicBezTo>
                <a:cubicBezTo>
                  <a:pt x="5297138" y="912849"/>
                  <a:pt x="5338158" y="912871"/>
                  <a:pt x="5377381" y="912671"/>
                </a:cubicBezTo>
                <a:cubicBezTo>
                  <a:pt x="5405093" y="912428"/>
                  <a:pt x="5432627" y="913077"/>
                  <a:pt x="5460148" y="911442"/>
                </a:cubicBezTo>
                <a:cubicBezTo>
                  <a:pt x="5522934" y="908669"/>
                  <a:pt x="5586937" y="899666"/>
                  <a:pt x="5648971" y="891331"/>
                </a:cubicBezTo>
                <a:cubicBezTo>
                  <a:pt x="5712974" y="882328"/>
                  <a:pt x="5779324" y="873155"/>
                  <a:pt x="5844807" y="870718"/>
                </a:cubicBezTo>
                <a:lnTo>
                  <a:pt x="5862975" y="869756"/>
                </a:lnTo>
                <a:cubicBezTo>
                  <a:pt x="5882405" y="869405"/>
                  <a:pt x="5902011" y="868171"/>
                  <a:pt x="5920887" y="865929"/>
                </a:cubicBezTo>
                <a:cubicBezTo>
                  <a:pt x="5782825" y="855356"/>
                  <a:pt x="5643867" y="846954"/>
                  <a:pt x="5504425" y="848067"/>
                </a:cubicBezTo>
                <a:close/>
                <a:moveTo>
                  <a:pt x="8924104" y="777000"/>
                </a:moveTo>
                <a:cubicBezTo>
                  <a:pt x="8923664" y="782606"/>
                  <a:pt x="8922673" y="787979"/>
                  <a:pt x="8921999" y="794136"/>
                </a:cubicBezTo>
                <a:cubicBezTo>
                  <a:pt x="8919582" y="810498"/>
                  <a:pt x="8917940" y="826538"/>
                  <a:pt x="8916066" y="843129"/>
                </a:cubicBezTo>
                <a:cubicBezTo>
                  <a:pt x="8910698" y="896870"/>
                  <a:pt x="8909926" y="951907"/>
                  <a:pt x="8909852" y="1005313"/>
                </a:cubicBezTo>
                <a:cubicBezTo>
                  <a:pt x="8907936" y="1206014"/>
                  <a:pt x="8906433" y="1413328"/>
                  <a:pt x="8936982" y="1614896"/>
                </a:cubicBezTo>
                <a:lnTo>
                  <a:pt x="8939706" y="1632791"/>
                </a:lnTo>
                <a:lnTo>
                  <a:pt x="8946691" y="1680170"/>
                </a:lnTo>
                <a:cubicBezTo>
                  <a:pt x="8947341" y="1669501"/>
                  <a:pt x="8947217" y="1659149"/>
                  <a:pt x="8947643" y="1649028"/>
                </a:cubicBezTo>
                <a:cubicBezTo>
                  <a:pt x="8950646" y="1394060"/>
                  <a:pt x="8954155" y="1130296"/>
                  <a:pt x="8931687" y="871628"/>
                </a:cubicBezTo>
                <a:lnTo>
                  <a:pt x="8929804" y="850229"/>
                </a:lnTo>
                <a:cubicBezTo>
                  <a:pt x="8927750" y="826182"/>
                  <a:pt x="8925696" y="802134"/>
                  <a:pt x="8924104" y="777000"/>
                </a:cubicBezTo>
                <a:close/>
                <a:moveTo>
                  <a:pt x="8951219" y="764662"/>
                </a:moveTo>
                <a:cubicBezTo>
                  <a:pt x="8952434" y="792211"/>
                  <a:pt x="8955277" y="820458"/>
                  <a:pt x="8957270" y="847698"/>
                </a:cubicBezTo>
                <a:lnTo>
                  <a:pt x="8959153" y="869097"/>
                </a:lnTo>
                <a:cubicBezTo>
                  <a:pt x="8981354" y="1119277"/>
                  <a:pt x="8978808" y="1373147"/>
                  <a:pt x="8976081" y="1619865"/>
                </a:cubicBezTo>
                <a:cubicBezTo>
                  <a:pt x="9043646" y="1335574"/>
                  <a:pt x="9035127" y="1045475"/>
                  <a:pt x="8951219" y="764662"/>
                </a:cubicBezTo>
                <a:close/>
                <a:moveTo>
                  <a:pt x="8898081" y="630137"/>
                </a:moveTo>
                <a:cubicBezTo>
                  <a:pt x="8735190" y="940376"/>
                  <a:pt x="8800852" y="1302315"/>
                  <a:pt x="8910095" y="1626691"/>
                </a:cubicBezTo>
                <a:lnTo>
                  <a:pt x="8908822" y="1619067"/>
                </a:lnTo>
                <a:cubicBezTo>
                  <a:pt x="8877873" y="1415398"/>
                  <a:pt x="8879292" y="1206762"/>
                  <a:pt x="8881669" y="1004967"/>
                </a:cubicBezTo>
                <a:cubicBezTo>
                  <a:pt x="8881975" y="951016"/>
                  <a:pt x="8882434" y="895204"/>
                  <a:pt x="8888265" y="840369"/>
                </a:cubicBezTo>
                <a:cubicBezTo>
                  <a:pt x="8890137" y="823783"/>
                  <a:pt x="8892011" y="807192"/>
                  <a:pt x="8894429" y="790831"/>
                </a:cubicBezTo>
                <a:cubicBezTo>
                  <a:pt x="8901122" y="737010"/>
                  <a:pt x="8907725" y="681866"/>
                  <a:pt x="8898081" y="630137"/>
                </a:cubicBezTo>
                <a:close/>
                <a:moveTo>
                  <a:pt x="11491396" y="623931"/>
                </a:moveTo>
                <a:cubicBezTo>
                  <a:pt x="11465686" y="637515"/>
                  <a:pt x="11440209" y="650546"/>
                  <a:pt x="11413329" y="662344"/>
                </a:cubicBezTo>
                <a:cubicBezTo>
                  <a:pt x="11268660" y="727282"/>
                  <a:pt x="11113102" y="758642"/>
                  <a:pt x="10966547" y="818916"/>
                </a:cubicBezTo>
                <a:cubicBezTo>
                  <a:pt x="10793574" y="889896"/>
                  <a:pt x="10652020" y="1008307"/>
                  <a:pt x="10498883" y="1111507"/>
                </a:cubicBezTo>
                <a:cubicBezTo>
                  <a:pt x="10559155" y="1098395"/>
                  <a:pt x="10616158" y="1067158"/>
                  <a:pt x="10671292" y="1035777"/>
                </a:cubicBezTo>
                <a:lnTo>
                  <a:pt x="10685894" y="1027151"/>
                </a:lnTo>
                <a:cubicBezTo>
                  <a:pt x="10821548" y="950027"/>
                  <a:pt x="10965272" y="882756"/>
                  <a:pt x="11104337" y="817377"/>
                </a:cubicBezTo>
                <a:cubicBezTo>
                  <a:pt x="11233375" y="757414"/>
                  <a:pt x="11364889" y="694633"/>
                  <a:pt x="11491396" y="623931"/>
                </a:cubicBezTo>
                <a:close/>
                <a:moveTo>
                  <a:pt x="10779304" y="584486"/>
                </a:moveTo>
                <a:cubicBezTo>
                  <a:pt x="10740583" y="648568"/>
                  <a:pt x="10699136" y="711502"/>
                  <a:pt x="10658378" y="772788"/>
                </a:cubicBezTo>
                <a:cubicBezTo>
                  <a:pt x="10594579" y="868744"/>
                  <a:pt x="10529620" y="967431"/>
                  <a:pt x="10475581" y="1070739"/>
                </a:cubicBezTo>
                <a:cubicBezTo>
                  <a:pt x="10578194" y="966751"/>
                  <a:pt x="10672522" y="819977"/>
                  <a:pt x="10735178" y="693281"/>
                </a:cubicBezTo>
                <a:close/>
                <a:moveTo>
                  <a:pt x="10132488" y="518596"/>
                </a:moveTo>
                <a:cubicBezTo>
                  <a:pt x="10047856" y="532980"/>
                  <a:pt x="9963302" y="548687"/>
                  <a:pt x="9879465" y="567273"/>
                </a:cubicBezTo>
                <a:cubicBezTo>
                  <a:pt x="9683016" y="611580"/>
                  <a:pt x="9523495" y="697916"/>
                  <a:pt x="9364243" y="809468"/>
                </a:cubicBezTo>
                <a:cubicBezTo>
                  <a:pt x="9364793" y="809701"/>
                  <a:pt x="9365336" y="809931"/>
                  <a:pt x="9366655" y="809848"/>
                </a:cubicBezTo>
                <a:cubicBezTo>
                  <a:pt x="9558665" y="728900"/>
                  <a:pt x="9742999" y="656935"/>
                  <a:pt x="9914233" y="596159"/>
                </a:cubicBezTo>
                <a:close/>
                <a:moveTo>
                  <a:pt x="10264524" y="501747"/>
                </a:moveTo>
                <a:lnTo>
                  <a:pt x="9922837" y="622979"/>
                </a:lnTo>
                <a:cubicBezTo>
                  <a:pt x="9763806" y="679263"/>
                  <a:pt x="9594234" y="745243"/>
                  <a:pt x="9416908" y="818889"/>
                </a:cubicBezTo>
                <a:cubicBezTo>
                  <a:pt x="9417689" y="818579"/>
                  <a:pt x="9417689" y="818579"/>
                  <a:pt x="9418234" y="818810"/>
                </a:cubicBezTo>
                <a:cubicBezTo>
                  <a:pt x="9717394" y="764555"/>
                  <a:pt x="10002904" y="633058"/>
                  <a:pt x="10264524" y="501747"/>
                </a:cubicBezTo>
                <a:close/>
                <a:moveTo>
                  <a:pt x="10802699" y="488163"/>
                </a:moveTo>
                <a:lnTo>
                  <a:pt x="10618739" y="734118"/>
                </a:lnTo>
                <a:lnTo>
                  <a:pt x="10604580" y="753877"/>
                </a:lnTo>
                <a:cubicBezTo>
                  <a:pt x="10575714" y="793161"/>
                  <a:pt x="10550336" y="828772"/>
                  <a:pt x="10529643" y="867004"/>
                </a:cubicBezTo>
                <a:cubicBezTo>
                  <a:pt x="10501301" y="918746"/>
                  <a:pt x="10479284" y="973805"/>
                  <a:pt x="10462194" y="1035452"/>
                </a:cubicBezTo>
                <a:cubicBezTo>
                  <a:pt x="10514547" y="939156"/>
                  <a:pt x="10575176" y="847655"/>
                  <a:pt x="10635117" y="757788"/>
                </a:cubicBezTo>
                <a:cubicBezTo>
                  <a:pt x="10692800" y="670189"/>
                  <a:pt x="10751735" y="581180"/>
                  <a:pt x="10802699" y="488163"/>
                </a:cubicBezTo>
                <a:close/>
                <a:moveTo>
                  <a:pt x="10359107" y="485136"/>
                </a:moveTo>
                <a:cubicBezTo>
                  <a:pt x="10100692" y="616512"/>
                  <a:pt x="9815681" y="755947"/>
                  <a:pt x="9515108" y="825701"/>
                </a:cubicBezTo>
                <a:cubicBezTo>
                  <a:pt x="9825509" y="831572"/>
                  <a:pt x="10104184" y="667562"/>
                  <a:pt x="10359107" y="485136"/>
                </a:cubicBezTo>
                <a:close/>
                <a:moveTo>
                  <a:pt x="11886089" y="483936"/>
                </a:moveTo>
                <a:cubicBezTo>
                  <a:pt x="11800033" y="547295"/>
                  <a:pt x="11710455" y="605296"/>
                  <a:pt x="11622890" y="661575"/>
                </a:cubicBezTo>
                <a:cubicBezTo>
                  <a:pt x="11437051" y="781189"/>
                  <a:pt x="11244843" y="905190"/>
                  <a:pt x="11038640" y="996875"/>
                </a:cubicBezTo>
                <a:cubicBezTo>
                  <a:pt x="10885656" y="1064725"/>
                  <a:pt x="10725662" y="1114166"/>
                  <a:pt x="10561310" y="1145020"/>
                </a:cubicBezTo>
                <a:cubicBezTo>
                  <a:pt x="10596460" y="1154752"/>
                  <a:pt x="10632933" y="1164394"/>
                  <a:pt x="10675127" y="1163586"/>
                </a:cubicBezTo>
                <a:cubicBezTo>
                  <a:pt x="10827145" y="1160350"/>
                  <a:pt x="10989398" y="1058435"/>
                  <a:pt x="11120351" y="990907"/>
                </a:cubicBezTo>
                <a:cubicBezTo>
                  <a:pt x="11302032" y="897860"/>
                  <a:pt x="11481110" y="797268"/>
                  <a:pt x="11648506" y="680145"/>
                </a:cubicBezTo>
                <a:cubicBezTo>
                  <a:pt x="11691733" y="649515"/>
                  <a:pt x="11821224" y="550475"/>
                  <a:pt x="11886089" y="483936"/>
                </a:cubicBezTo>
                <a:close/>
                <a:moveTo>
                  <a:pt x="3607114" y="467441"/>
                </a:moveTo>
                <a:cubicBezTo>
                  <a:pt x="3528124" y="599478"/>
                  <a:pt x="3410482" y="705343"/>
                  <a:pt x="3296242" y="807991"/>
                </a:cubicBezTo>
                <a:cubicBezTo>
                  <a:pt x="3255418" y="844446"/>
                  <a:pt x="3213877" y="882186"/>
                  <a:pt x="3174674" y="919759"/>
                </a:cubicBezTo>
                <a:cubicBezTo>
                  <a:pt x="3129209" y="963390"/>
                  <a:pt x="3085915" y="1010032"/>
                  <a:pt x="3042978" y="1054894"/>
                </a:cubicBezTo>
                <a:lnTo>
                  <a:pt x="2968914" y="1133756"/>
                </a:lnTo>
                <a:cubicBezTo>
                  <a:pt x="3001355" y="1109480"/>
                  <a:pt x="3045966" y="1074853"/>
                  <a:pt x="3103823" y="1026814"/>
                </a:cubicBezTo>
                <a:cubicBezTo>
                  <a:pt x="3260201" y="897449"/>
                  <a:pt x="3521192" y="681569"/>
                  <a:pt x="3607114" y="467441"/>
                </a:cubicBezTo>
                <a:close/>
                <a:moveTo>
                  <a:pt x="10784544" y="465669"/>
                </a:moveTo>
                <a:cubicBezTo>
                  <a:pt x="10662409" y="521478"/>
                  <a:pt x="10422179" y="894258"/>
                  <a:pt x="10426419" y="1062158"/>
                </a:cubicBezTo>
                <a:cubicBezTo>
                  <a:pt x="10438657" y="1011968"/>
                  <a:pt x="10453241" y="965354"/>
                  <a:pt x="10471732" y="921679"/>
                </a:cubicBezTo>
                <a:cubicBezTo>
                  <a:pt x="10481672" y="898200"/>
                  <a:pt x="10492705" y="875187"/>
                  <a:pt x="10504824" y="852631"/>
                </a:cubicBezTo>
                <a:cubicBezTo>
                  <a:pt x="10526215" y="812759"/>
                  <a:pt x="10552604" y="776291"/>
                  <a:pt x="10582237" y="736692"/>
                </a:cubicBezTo>
                <a:lnTo>
                  <a:pt x="10596401" y="716935"/>
                </a:lnTo>
                <a:cubicBezTo>
                  <a:pt x="10661482" y="628604"/>
                  <a:pt x="10720448" y="548625"/>
                  <a:pt x="10784544" y="465669"/>
                </a:cubicBezTo>
                <a:close/>
                <a:moveTo>
                  <a:pt x="11916494" y="422768"/>
                </a:moveTo>
                <a:cubicBezTo>
                  <a:pt x="11840345" y="436884"/>
                  <a:pt x="11770712" y="482734"/>
                  <a:pt x="11703185" y="528178"/>
                </a:cubicBezTo>
                <a:lnTo>
                  <a:pt x="11680755" y="543149"/>
                </a:lnTo>
                <a:cubicBezTo>
                  <a:pt x="11503085" y="661715"/>
                  <a:pt x="11307002" y="753816"/>
                  <a:pt x="11116818" y="842623"/>
                </a:cubicBezTo>
                <a:cubicBezTo>
                  <a:pt x="10977992" y="907459"/>
                  <a:pt x="10835051" y="974411"/>
                  <a:pt x="10700164" y="1051220"/>
                </a:cubicBezTo>
                <a:lnTo>
                  <a:pt x="10685570" y="1059849"/>
                </a:lnTo>
                <a:cubicBezTo>
                  <a:pt x="10652486" y="1078679"/>
                  <a:pt x="10619176" y="1098052"/>
                  <a:pt x="10584288" y="1113543"/>
                </a:cubicBezTo>
                <a:cubicBezTo>
                  <a:pt x="10736655" y="1082118"/>
                  <a:pt x="10884823" y="1034762"/>
                  <a:pt x="11026698" y="971858"/>
                </a:cubicBezTo>
                <a:cubicBezTo>
                  <a:pt x="11231114" y="881353"/>
                  <a:pt x="11422542" y="757667"/>
                  <a:pt x="11607604" y="638368"/>
                </a:cubicBezTo>
                <a:cubicBezTo>
                  <a:pt x="11712249" y="570645"/>
                  <a:pt x="11819449" y="501435"/>
                  <a:pt x="11919452" y="423380"/>
                </a:cubicBezTo>
                <a:cubicBezTo>
                  <a:pt x="11918363" y="422918"/>
                  <a:pt x="11917811" y="422686"/>
                  <a:pt x="11916494" y="422768"/>
                </a:cubicBezTo>
                <a:close/>
                <a:moveTo>
                  <a:pt x="8148168" y="416949"/>
                </a:moveTo>
                <a:cubicBezTo>
                  <a:pt x="8041447" y="489578"/>
                  <a:pt x="7951585" y="589312"/>
                  <a:pt x="7862052" y="694330"/>
                </a:cubicBezTo>
                <a:lnTo>
                  <a:pt x="7808002" y="759654"/>
                </a:lnTo>
                <a:close/>
                <a:moveTo>
                  <a:pt x="8295299" y="416143"/>
                </a:moveTo>
                <a:cubicBezTo>
                  <a:pt x="8303328" y="454953"/>
                  <a:pt x="8309263" y="494162"/>
                  <a:pt x="8309124" y="534021"/>
                </a:cubicBezTo>
                <a:cubicBezTo>
                  <a:pt x="8309177" y="581042"/>
                  <a:pt x="8301211" y="627240"/>
                  <a:pt x="8293154" y="672115"/>
                </a:cubicBezTo>
                <a:cubicBezTo>
                  <a:pt x="8287455" y="703824"/>
                  <a:pt x="8281839" y="736857"/>
                  <a:pt x="8279099" y="769176"/>
                </a:cubicBezTo>
                <a:cubicBezTo>
                  <a:pt x="8271208" y="866910"/>
                  <a:pt x="8290164" y="965070"/>
                  <a:pt x="8309186" y="1060039"/>
                </a:cubicBezTo>
                <a:cubicBezTo>
                  <a:pt x="8338258" y="1208834"/>
                  <a:pt x="8368983" y="1362838"/>
                  <a:pt x="8410512" y="1511108"/>
                </a:cubicBezTo>
                <a:cubicBezTo>
                  <a:pt x="8445511" y="1186645"/>
                  <a:pt x="8463496" y="815698"/>
                  <a:pt x="8351657" y="521768"/>
                </a:cubicBezTo>
                <a:cubicBezTo>
                  <a:pt x="8336376" y="481820"/>
                  <a:pt x="8314355" y="448679"/>
                  <a:pt x="8295299" y="416143"/>
                </a:cubicBezTo>
                <a:close/>
                <a:moveTo>
                  <a:pt x="8266483" y="414244"/>
                </a:moveTo>
                <a:cubicBezTo>
                  <a:pt x="8162811" y="736679"/>
                  <a:pt x="8223592" y="1050836"/>
                  <a:pt x="8343425" y="1357811"/>
                </a:cubicBezTo>
                <a:cubicBezTo>
                  <a:pt x="8320496" y="1259904"/>
                  <a:pt x="8300994" y="1161513"/>
                  <a:pt x="8282114" y="1064671"/>
                </a:cubicBezTo>
                <a:cubicBezTo>
                  <a:pt x="8263238" y="967838"/>
                  <a:pt x="8243336" y="867346"/>
                  <a:pt x="8251298" y="766414"/>
                </a:cubicBezTo>
                <a:cubicBezTo>
                  <a:pt x="8253954" y="732777"/>
                  <a:pt x="8259797" y="699198"/>
                  <a:pt x="8265729" y="666939"/>
                </a:cubicBezTo>
                <a:cubicBezTo>
                  <a:pt x="8273319" y="623158"/>
                  <a:pt x="8281376" y="578281"/>
                  <a:pt x="8281494" y="533909"/>
                </a:cubicBezTo>
                <a:cubicBezTo>
                  <a:pt x="8281080" y="493822"/>
                  <a:pt x="8274834" y="453832"/>
                  <a:pt x="8266483" y="414244"/>
                </a:cubicBezTo>
                <a:close/>
                <a:moveTo>
                  <a:pt x="8140802" y="388720"/>
                </a:moveTo>
                <a:cubicBezTo>
                  <a:pt x="8028462" y="422924"/>
                  <a:pt x="7941106" y="490876"/>
                  <a:pt x="7860379" y="596411"/>
                </a:cubicBezTo>
                <a:cubicBezTo>
                  <a:pt x="7812773" y="658663"/>
                  <a:pt x="7772566" y="720182"/>
                  <a:pt x="7737688" y="790400"/>
                </a:cubicBezTo>
                <a:cubicBezTo>
                  <a:pt x="7733439" y="798902"/>
                  <a:pt x="7729892" y="805767"/>
                  <a:pt x="7726885" y="812869"/>
                </a:cubicBezTo>
                <a:cubicBezTo>
                  <a:pt x="7764906" y="767160"/>
                  <a:pt x="7802380" y="721219"/>
                  <a:pt x="7840490" y="676832"/>
                </a:cubicBezTo>
                <a:cubicBezTo>
                  <a:pt x="7933738" y="567590"/>
                  <a:pt x="8028101" y="463327"/>
                  <a:pt x="8140802" y="388720"/>
                </a:cubicBezTo>
                <a:close/>
                <a:moveTo>
                  <a:pt x="3744487" y="383136"/>
                </a:moveTo>
                <a:cubicBezTo>
                  <a:pt x="3789590" y="603780"/>
                  <a:pt x="3850997" y="811848"/>
                  <a:pt x="3970213" y="995559"/>
                </a:cubicBezTo>
                <a:cubicBezTo>
                  <a:pt x="3927384" y="796159"/>
                  <a:pt x="3865366" y="574806"/>
                  <a:pt x="3744487" y="383136"/>
                </a:cubicBezTo>
                <a:close/>
                <a:moveTo>
                  <a:pt x="3624562" y="367041"/>
                </a:moveTo>
                <a:cubicBezTo>
                  <a:pt x="3578160" y="403736"/>
                  <a:pt x="3532667" y="442805"/>
                  <a:pt x="3489712" y="485386"/>
                </a:cubicBezTo>
                <a:cubicBezTo>
                  <a:pt x="3380716" y="591858"/>
                  <a:pt x="3284219" y="714458"/>
                  <a:pt x="3182994" y="828265"/>
                </a:cubicBezTo>
                <a:cubicBezTo>
                  <a:pt x="3100902" y="919812"/>
                  <a:pt x="2899469" y="1135252"/>
                  <a:pt x="2892114" y="1172635"/>
                </a:cubicBezTo>
                <a:lnTo>
                  <a:pt x="3021459" y="1035385"/>
                </a:lnTo>
                <a:cubicBezTo>
                  <a:pt x="3064036" y="990026"/>
                  <a:pt x="3108229" y="943501"/>
                  <a:pt x="3153873" y="898971"/>
                </a:cubicBezTo>
                <a:cubicBezTo>
                  <a:pt x="3193783" y="860125"/>
                  <a:pt x="3235680" y="822883"/>
                  <a:pt x="3276511" y="786423"/>
                </a:cubicBezTo>
                <a:cubicBezTo>
                  <a:pt x="3390214" y="684175"/>
                  <a:pt x="3507852" y="578306"/>
                  <a:pt x="3584154" y="448218"/>
                </a:cubicBezTo>
                <a:cubicBezTo>
                  <a:pt x="3599491" y="421848"/>
                  <a:pt x="3612660" y="394752"/>
                  <a:pt x="3624562" y="367041"/>
                </a:cubicBezTo>
                <a:close/>
                <a:moveTo>
                  <a:pt x="3766672" y="359429"/>
                </a:moveTo>
                <a:cubicBezTo>
                  <a:pt x="3888797" y="549425"/>
                  <a:pt x="3952247" y="768223"/>
                  <a:pt x="3996338" y="968237"/>
                </a:cubicBezTo>
                <a:cubicBezTo>
                  <a:pt x="3973140" y="739339"/>
                  <a:pt x="3922473" y="455576"/>
                  <a:pt x="3766672" y="359429"/>
                </a:cubicBezTo>
                <a:close/>
                <a:moveTo>
                  <a:pt x="5805386" y="239240"/>
                </a:moveTo>
                <a:cubicBezTo>
                  <a:pt x="5783116" y="246988"/>
                  <a:pt x="5760847" y="254734"/>
                  <a:pt x="5736947" y="261367"/>
                </a:cubicBezTo>
                <a:cubicBezTo>
                  <a:pt x="5638133" y="287976"/>
                  <a:pt x="5538513" y="299897"/>
                  <a:pt x="5427012" y="311272"/>
                </a:cubicBezTo>
                <a:cubicBezTo>
                  <a:pt x="5345554" y="319953"/>
                  <a:pt x="5243942" y="330268"/>
                  <a:pt x="5147818" y="322112"/>
                </a:cubicBezTo>
                <a:cubicBezTo>
                  <a:pt x="5118835" y="319462"/>
                  <a:pt x="5090027" y="315925"/>
                  <a:pt x="5060854" y="311882"/>
                </a:cubicBezTo>
                <a:cubicBezTo>
                  <a:pt x="5021780" y="306636"/>
                  <a:pt x="4983964" y="301993"/>
                  <a:pt x="4945989" y="300516"/>
                </a:cubicBezTo>
                <a:cubicBezTo>
                  <a:pt x="5093776" y="343728"/>
                  <a:pt x="5255799" y="359063"/>
                  <a:pt x="5410479" y="348434"/>
                </a:cubicBezTo>
                <a:cubicBezTo>
                  <a:pt x="5535307" y="339607"/>
                  <a:pt x="5683741" y="304513"/>
                  <a:pt x="5805386" y="239240"/>
                </a:cubicBezTo>
                <a:close/>
                <a:moveTo>
                  <a:pt x="5905192" y="163079"/>
                </a:moveTo>
                <a:cubicBezTo>
                  <a:pt x="5892074" y="166484"/>
                  <a:pt x="5879136" y="168997"/>
                  <a:pt x="5865655" y="171901"/>
                </a:cubicBezTo>
                <a:cubicBezTo>
                  <a:pt x="5671371" y="212758"/>
                  <a:pt x="5464843" y="252569"/>
                  <a:pt x="5259740" y="257013"/>
                </a:cubicBezTo>
                <a:cubicBezTo>
                  <a:pt x="5242649" y="257191"/>
                  <a:pt x="5225558" y="257369"/>
                  <a:pt x="5208466" y="257550"/>
                </a:cubicBezTo>
                <a:cubicBezTo>
                  <a:pt x="5132177" y="258666"/>
                  <a:pt x="5054091" y="259560"/>
                  <a:pt x="4980204" y="271903"/>
                </a:cubicBezTo>
                <a:cubicBezTo>
                  <a:pt x="5009725" y="274165"/>
                  <a:pt x="5038894" y="278201"/>
                  <a:pt x="5068068" y="282244"/>
                </a:cubicBezTo>
                <a:cubicBezTo>
                  <a:pt x="5096338" y="286164"/>
                  <a:pt x="5124608" y="290090"/>
                  <a:pt x="5153231" y="292240"/>
                </a:cubicBezTo>
                <a:cubicBezTo>
                  <a:pt x="5246661" y="300067"/>
                  <a:pt x="5346469" y="289533"/>
                  <a:pt x="5426491" y="281128"/>
                </a:cubicBezTo>
                <a:cubicBezTo>
                  <a:pt x="5536189" y="269536"/>
                  <a:pt x="5634727" y="258390"/>
                  <a:pt x="5731212" y="231951"/>
                </a:cubicBezTo>
                <a:cubicBezTo>
                  <a:pt x="5794995" y="214721"/>
                  <a:pt x="5853525" y="191373"/>
                  <a:pt x="5905192" y="163079"/>
                </a:cubicBezTo>
                <a:close/>
                <a:moveTo>
                  <a:pt x="5944437" y="113829"/>
                </a:moveTo>
                <a:cubicBezTo>
                  <a:pt x="5917256" y="119186"/>
                  <a:pt x="5863594" y="140199"/>
                  <a:pt x="5825032" y="146405"/>
                </a:cubicBezTo>
                <a:cubicBezTo>
                  <a:pt x="5539893" y="189777"/>
                  <a:pt x="5237140" y="170377"/>
                  <a:pt x="4955599" y="247008"/>
                </a:cubicBezTo>
                <a:cubicBezTo>
                  <a:pt x="5038637" y="230314"/>
                  <a:pt x="5125543" y="229138"/>
                  <a:pt x="5210104" y="228123"/>
                </a:cubicBezTo>
                <a:cubicBezTo>
                  <a:pt x="5227195" y="227945"/>
                  <a:pt x="5244285" y="227765"/>
                  <a:pt x="5261015" y="227087"/>
                </a:cubicBezTo>
                <a:cubicBezTo>
                  <a:pt x="5463242" y="223204"/>
                  <a:pt x="5667966" y="183171"/>
                  <a:pt x="5861181" y="143093"/>
                </a:cubicBezTo>
                <a:cubicBezTo>
                  <a:pt x="5895331" y="135893"/>
                  <a:pt x="5928215" y="128080"/>
                  <a:pt x="5961252" y="114820"/>
                </a:cubicBezTo>
                <a:cubicBezTo>
                  <a:pt x="5959615" y="111998"/>
                  <a:pt x="5953497" y="112044"/>
                  <a:pt x="5944437" y="113829"/>
                </a:cubicBezTo>
                <a:close/>
                <a:moveTo>
                  <a:pt x="9095810" y="0"/>
                </a:moveTo>
                <a:lnTo>
                  <a:pt x="9215999" y="0"/>
                </a:lnTo>
                <a:lnTo>
                  <a:pt x="9250991" y="17650"/>
                </a:lnTo>
                <a:cubicBezTo>
                  <a:pt x="9345825" y="54329"/>
                  <a:pt x="9448424" y="64330"/>
                  <a:pt x="9551793" y="69947"/>
                </a:cubicBezTo>
                <a:cubicBezTo>
                  <a:pt x="9773323" y="81971"/>
                  <a:pt x="9993517" y="56091"/>
                  <a:pt x="10211701" y="15192"/>
                </a:cubicBezTo>
                <a:cubicBezTo>
                  <a:pt x="10030564" y="37013"/>
                  <a:pt x="9847820" y="45912"/>
                  <a:pt x="9665014" y="41266"/>
                </a:cubicBezTo>
                <a:cubicBezTo>
                  <a:pt x="9560295" y="38460"/>
                  <a:pt x="9467175" y="31066"/>
                  <a:pt x="9382567" y="18583"/>
                </a:cubicBezTo>
                <a:lnTo>
                  <a:pt x="9283159" y="0"/>
                </a:lnTo>
                <a:lnTo>
                  <a:pt x="9469266" y="0"/>
                </a:lnTo>
                <a:lnTo>
                  <a:pt x="9504117" y="4274"/>
                </a:lnTo>
                <a:cubicBezTo>
                  <a:pt x="9555272" y="8689"/>
                  <a:pt x="9609472" y="11637"/>
                  <a:pt x="9667223" y="13232"/>
                </a:cubicBezTo>
                <a:cubicBezTo>
                  <a:pt x="9740740" y="15225"/>
                  <a:pt x="9814266" y="15008"/>
                  <a:pt x="9887703" y="12601"/>
                </a:cubicBezTo>
                <a:lnTo>
                  <a:pt x="10088930" y="0"/>
                </a:lnTo>
                <a:lnTo>
                  <a:pt x="10544171" y="0"/>
                </a:lnTo>
                <a:lnTo>
                  <a:pt x="10392396" y="36772"/>
                </a:lnTo>
                <a:cubicBezTo>
                  <a:pt x="10070832" y="110795"/>
                  <a:pt x="9739873" y="167441"/>
                  <a:pt x="9413803" y="131277"/>
                </a:cubicBezTo>
                <a:cubicBezTo>
                  <a:pt x="9315472" y="120226"/>
                  <a:pt x="9243539" y="84460"/>
                  <a:pt x="9174626" y="44983"/>
                </a:cubicBezTo>
                <a:close/>
                <a:moveTo>
                  <a:pt x="8474998" y="0"/>
                </a:moveTo>
                <a:lnTo>
                  <a:pt x="8573502" y="0"/>
                </a:lnTo>
                <a:lnTo>
                  <a:pt x="8659539" y="117664"/>
                </a:lnTo>
                <a:cubicBezTo>
                  <a:pt x="8833725" y="341427"/>
                  <a:pt x="9029703" y="551148"/>
                  <a:pt x="9248507" y="743734"/>
                </a:cubicBezTo>
                <a:cubicBezTo>
                  <a:pt x="9268744" y="761313"/>
                  <a:pt x="9289217" y="778348"/>
                  <a:pt x="9309457" y="795932"/>
                </a:cubicBezTo>
                <a:cubicBezTo>
                  <a:pt x="9458210" y="686371"/>
                  <a:pt x="9607233" y="585288"/>
                  <a:pt x="9785496" y="530713"/>
                </a:cubicBezTo>
                <a:cubicBezTo>
                  <a:pt x="10009630" y="462073"/>
                  <a:pt x="10250992" y="434854"/>
                  <a:pt x="10482828" y="399738"/>
                </a:cubicBezTo>
                <a:cubicBezTo>
                  <a:pt x="10519933" y="394202"/>
                  <a:pt x="10478550" y="453937"/>
                  <a:pt x="10468382" y="461219"/>
                </a:cubicBezTo>
                <a:cubicBezTo>
                  <a:pt x="10161572" y="688641"/>
                  <a:pt x="9818370" y="924476"/>
                  <a:pt x="9430790" y="895589"/>
                </a:cubicBezTo>
                <a:cubicBezTo>
                  <a:pt x="9617112" y="1044003"/>
                  <a:pt x="9813963" y="1178199"/>
                  <a:pt x="10019780" y="1298815"/>
                </a:cubicBezTo>
                <a:cubicBezTo>
                  <a:pt x="10142151" y="1263712"/>
                  <a:pt x="10256792" y="1186061"/>
                  <a:pt x="10372218" y="1146081"/>
                </a:cubicBezTo>
                <a:cubicBezTo>
                  <a:pt x="10279439" y="901425"/>
                  <a:pt x="10751513" y="443317"/>
                  <a:pt x="10896429" y="310883"/>
                </a:cubicBezTo>
                <a:cubicBezTo>
                  <a:pt x="10907980" y="300321"/>
                  <a:pt x="10927341" y="295643"/>
                  <a:pt x="10919735" y="318176"/>
                </a:cubicBezTo>
                <a:cubicBezTo>
                  <a:pt x="10845552" y="531416"/>
                  <a:pt x="10769057" y="750112"/>
                  <a:pt x="10637064" y="935661"/>
                </a:cubicBezTo>
                <a:cubicBezTo>
                  <a:pt x="10618262" y="961821"/>
                  <a:pt x="10471373" y="1105010"/>
                  <a:pt x="10516995" y="1070245"/>
                </a:cubicBezTo>
                <a:cubicBezTo>
                  <a:pt x="10630585" y="984423"/>
                  <a:pt x="10740230" y="886628"/>
                  <a:pt x="10868835" y="815534"/>
                </a:cubicBezTo>
                <a:cubicBezTo>
                  <a:pt x="11133493" y="669415"/>
                  <a:pt x="11435682" y="612577"/>
                  <a:pt x="11704547" y="465665"/>
                </a:cubicBezTo>
                <a:cubicBezTo>
                  <a:pt x="11748194" y="441649"/>
                  <a:pt x="11962368" y="287033"/>
                  <a:pt x="12033562" y="350012"/>
                </a:cubicBezTo>
                <a:cubicBezTo>
                  <a:pt x="12042008" y="357446"/>
                  <a:pt x="12029170" y="377121"/>
                  <a:pt x="12025537" y="382666"/>
                </a:cubicBezTo>
                <a:cubicBezTo>
                  <a:pt x="11835636" y="694348"/>
                  <a:pt x="11402055" y="895784"/>
                  <a:pt x="11088649" y="1056676"/>
                </a:cubicBezTo>
                <a:cubicBezTo>
                  <a:pt x="10916755" y="1144851"/>
                  <a:pt x="10757473" y="1230645"/>
                  <a:pt x="10561600" y="1229477"/>
                </a:cubicBezTo>
                <a:cubicBezTo>
                  <a:pt x="10456897" y="1228927"/>
                  <a:pt x="10388434" y="1221837"/>
                  <a:pt x="10280797" y="1263181"/>
                </a:cubicBezTo>
                <a:cubicBezTo>
                  <a:pt x="10214114" y="1288380"/>
                  <a:pt x="10149765" y="1312641"/>
                  <a:pt x="10083376" y="1334114"/>
                </a:cubicBezTo>
                <a:cubicBezTo>
                  <a:pt x="10323674" y="1470609"/>
                  <a:pt x="10574467" y="1588379"/>
                  <a:pt x="10832582" y="1687356"/>
                </a:cubicBezTo>
                <a:cubicBezTo>
                  <a:pt x="10835145" y="1685866"/>
                  <a:pt x="10837160" y="1684144"/>
                  <a:pt x="10839263" y="1683743"/>
                </a:cubicBezTo>
                <a:cubicBezTo>
                  <a:pt x="11026680" y="1639479"/>
                  <a:pt x="11198523" y="1559010"/>
                  <a:pt x="11350910" y="1443899"/>
                </a:cubicBezTo>
                <a:cubicBezTo>
                  <a:pt x="11353302" y="1439761"/>
                  <a:pt x="11356166" y="1434532"/>
                  <a:pt x="11360346" y="1429225"/>
                </a:cubicBezTo>
                <a:cubicBezTo>
                  <a:pt x="11568454" y="1154547"/>
                  <a:pt x="11893126" y="995756"/>
                  <a:pt x="12167580" y="789523"/>
                </a:cubicBezTo>
                <a:lnTo>
                  <a:pt x="12192000" y="769876"/>
                </a:lnTo>
                <a:lnTo>
                  <a:pt x="12192000" y="802845"/>
                </a:lnTo>
                <a:lnTo>
                  <a:pt x="12173558" y="821317"/>
                </a:lnTo>
                <a:cubicBezTo>
                  <a:pt x="12156328" y="839775"/>
                  <a:pt x="12135859" y="862655"/>
                  <a:pt x="12117398" y="877374"/>
                </a:cubicBezTo>
                <a:cubicBezTo>
                  <a:pt x="11911342" y="1038644"/>
                  <a:pt x="11659100" y="1158472"/>
                  <a:pt x="11472926" y="1344259"/>
                </a:cubicBezTo>
                <a:cubicBezTo>
                  <a:pt x="11530856" y="1294104"/>
                  <a:pt x="11599815" y="1254410"/>
                  <a:pt x="11666978" y="1215889"/>
                </a:cubicBezTo>
                <a:cubicBezTo>
                  <a:pt x="11680568" y="1208123"/>
                  <a:pt x="11694155" y="1200357"/>
                  <a:pt x="11707200" y="1192361"/>
                </a:cubicBezTo>
                <a:cubicBezTo>
                  <a:pt x="11867081" y="1099094"/>
                  <a:pt x="12010478" y="976320"/>
                  <a:pt x="12144637" y="858646"/>
                </a:cubicBezTo>
                <a:lnTo>
                  <a:pt x="12192000" y="810414"/>
                </a:lnTo>
                <a:lnTo>
                  <a:pt x="12192000" y="916439"/>
                </a:lnTo>
                <a:lnTo>
                  <a:pt x="12150630" y="982925"/>
                </a:lnTo>
                <a:cubicBezTo>
                  <a:pt x="11972246" y="1237618"/>
                  <a:pt x="11719654" y="1416530"/>
                  <a:pt x="11389484" y="1469889"/>
                </a:cubicBezTo>
                <a:cubicBezTo>
                  <a:pt x="11249700" y="1582602"/>
                  <a:pt x="11093517" y="1667134"/>
                  <a:pt x="10923736" y="1721439"/>
                </a:cubicBezTo>
                <a:cubicBezTo>
                  <a:pt x="10979487" y="1741826"/>
                  <a:pt x="11035469" y="1761662"/>
                  <a:pt x="11091913" y="1780406"/>
                </a:cubicBezTo>
                <a:cubicBezTo>
                  <a:pt x="11318237" y="1855623"/>
                  <a:pt x="11544464" y="1908264"/>
                  <a:pt x="11771238" y="1944400"/>
                </a:cubicBezTo>
                <a:cubicBezTo>
                  <a:pt x="11775181" y="1939634"/>
                  <a:pt x="11778904" y="1935410"/>
                  <a:pt x="11783166" y="1931422"/>
                </a:cubicBezTo>
                <a:cubicBezTo>
                  <a:pt x="11885723" y="1797152"/>
                  <a:pt x="11990570" y="1669642"/>
                  <a:pt x="12131988" y="1574357"/>
                </a:cubicBezTo>
                <a:lnTo>
                  <a:pt x="12192000" y="1537429"/>
                </a:lnTo>
                <a:lnTo>
                  <a:pt x="12192000" y="1589108"/>
                </a:lnTo>
                <a:lnTo>
                  <a:pt x="12112105" y="1640352"/>
                </a:lnTo>
                <a:cubicBezTo>
                  <a:pt x="12011319" y="1713959"/>
                  <a:pt x="11928638" y="1801479"/>
                  <a:pt x="11849203" y="1900149"/>
                </a:cubicBezTo>
                <a:cubicBezTo>
                  <a:pt x="11883038" y="1876488"/>
                  <a:pt x="11915071" y="1849494"/>
                  <a:pt x="11946326" y="1822808"/>
                </a:cubicBezTo>
                <a:cubicBezTo>
                  <a:pt x="11980834" y="1792997"/>
                  <a:pt x="12017130" y="1762011"/>
                  <a:pt x="12055863" y="1735914"/>
                </a:cubicBezTo>
                <a:cubicBezTo>
                  <a:pt x="12086678" y="1714840"/>
                  <a:pt x="12119524" y="1696556"/>
                  <a:pt x="12150816" y="1678902"/>
                </a:cubicBezTo>
                <a:lnTo>
                  <a:pt x="12192000" y="1655121"/>
                </a:lnTo>
                <a:lnTo>
                  <a:pt x="12192000" y="1686869"/>
                </a:lnTo>
                <a:lnTo>
                  <a:pt x="12163772" y="1703058"/>
                </a:lnTo>
                <a:cubicBezTo>
                  <a:pt x="12132704" y="1720165"/>
                  <a:pt x="12100405" y="1738677"/>
                  <a:pt x="12070597" y="1758893"/>
                </a:cubicBezTo>
                <a:cubicBezTo>
                  <a:pt x="12033422" y="1784357"/>
                  <a:pt x="11997904" y="1815035"/>
                  <a:pt x="11963621" y="1844299"/>
                </a:cubicBezTo>
                <a:cubicBezTo>
                  <a:pt x="11938421" y="1865816"/>
                  <a:pt x="11913214" y="1887338"/>
                  <a:pt x="11886604" y="1907617"/>
                </a:cubicBezTo>
                <a:cubicBezTo>
                  <a:pt x="11977116" y="1884856"/>
                  <a:pt x="12067233" y="1841647"/>
                  <a:pt x="12153575" y="1786372"/>
                </a:cubicBezTo>
                <a:lnTo>
                  <a:pt x="12192000" y="1759693"/>
                </a:lnTo>
                <a:lnTo>
                  <a:pt x="12192000" y="1809459"/>
                </a:lnTo>
                <a:lnTo>
                  <a:pt x="12121362" y="1857561"/>
                </a:lnTo>
                <a:cubicBezTo>
                  <a:pt x="12048187" y="1902591"/>
                  <a:pt x="11972544" y="1939172"/>
                  <a:pt x="11895949" y="1963079"/>
                </a:cubicBezTo>
                <a:lnTo>
                  <a:pt x="12192000" y="1990579"/>
                </a:lnTo>
                <a:lnTo>
                  <a:pt x="12192000" y="2065582"/>
                </a:lnTo>
                <a:lnTo>
                  <a:pt x="12153918" y="2063926"/>
                </a:lnTo>
                <a:lnTo>
                  <a:pt x="12192000" y="2085104"/>
                </a:lnTo>
                <a:lnTo>
                  <a:pt x="12192000" y="2178471"/>
                </a:lnTo>
                <a:lnTo>
                  <a:pt x="12085355" y="2122457"/>
                </a:lnTo>
                <a:lnTo>
                  <a:pt x="12192000" y="2196158"/>
                </a:lnTo>
                <a:lnTo>
                  <a:pt x="12192000" y="2230374"/>
                </a:lnTo>
                <a:lnTo>
                  <a:pt x="12041237" y="2126309"/>
                </a:lnTo>
                <a:cubicBezTo>
                  <a:pt x="12076493" y="2177612"/>
                  <a:pt x="12124001" y="2222030"/>
                  <a:pt x="12174450" y="2262541"/>
                </a:cubicBezTo>
                <a:lnTo>
                  <a:pt x="12192000" y="2275857"/>
                </a:lnTo>
                <a:lnTo>
                  <a:pt x="12192000" y="2377131"/>
                </a:lnTo>
                <a:lnTo>
                  <a:pt x="12155801" y="2349925"/>
                </a:lnTo>
                <a:cubicBezTo>
                  <a:pt x="12047062" y="2264619"/>
                  <a:pt x="11950704" y="2181979"/>
                  <a:pt x="11930164" y="2041945"/>
                </a:cubicBezTo>
                <a:cubicBezTo>
                  <a:pt x="11807338" y="2027929"/>
                  <a:pt x="11684723" y="2008847"/>
                  <a:pt x="11561767" y="1984479"/>
                </a:cubicBezTo>
                <a:cubicBezTo>
                  <a:pt x="11829168" y="2318516"/>
                  <a:pt x="11916257" y="2737804"/>
                  <a:pt x="11987997" y="3153822"/>
                </a:cubicBezTo>
                <a:cubicBezTo>
                  <a:pt x="11991834" y="3176690"/>
                  <a:pt x="11945766" y="3233800"/>
                  <a:pt x="11926558" y="3203134"/>
                </a:cubicBezTo>
                <a:cubicBezTo>
                  <a:pt x="11688637" y="2826855"/>
                  <a:pt x="11343207" y="2452063"/>
                  <a:pt x="11440430" y="1973028"/>
                </a:cubicBezTo>
                <a:cubicBezTo>
                  <a:pt x="11441503" y="1968973"/>
                  <a:pt x="11443583" y="1964061"/>
                  <a:pt x="11446754" y="1959605"/>
                </a:cubicBezTo>
                <a:cubicBezTo>
                  <a:pt x="11314670" y="1929437"/>
                  <a:pt x="11182797" y="1894208"/>
                  <a:pt x="11050651" y="1850495"/>
                </a:cubicBezTo>
                <a:cubicBezTo>
                  <a:pt x="10825423" y="1775743"/>
                  <a:pt x="10604642" y="1687421"/>
                  <a:pt x="10389960" y="1586232"/>
                </a:cubicBezTo>
                <a:cubicBezTo>
                  <a:pt x="10423849" y="1697796"/>
                  <a:pt x="10481699" y="1805979"/>
                  <a:pt x="10500699" y="1913175"/>
                </a:cubicBezTo>
                <a:cubicBezTo>
                  <a:pt x="10502971" y="1915419"/>
                  <a:pt x="10505550" y="1918445"/>
                  <a:pt x="10507814" y="1920694"/>
                </a:cubicBezTo>
                <a:cubicBezTo>
                  <a:pt x="10511536" y="1916469"/>
                  <a:pt x="10515800" y="1912482"/>
                  <a:pt x="10518908" y="1911226"/>
                </a:cubicBezTo>
                <a:cubicBezTo>
                  <a:pt x="10803133" y="1788841"/>
                  <a:pt x="11118572" y="2264893"/>
                  <a:pt x="11258935" y="2442781"/>
                </a:cubicBezTo>
                <a:cubicBezTo>
                  <a:pt x="11271929" y="2459223"/>
                  <a:pt x="11230610" y="2515770"/>
                  <a:pt x="11211663" y="2510325"/>
                </a:cubicBezTo>
                <a:cubicBezTo>
                  <a:pt x="10952813" y="2437432"/>
                  <a:pt x="10754880" y="2286035"/>
                  <a:pt x="10571295" y="2105302"/>
                </a:cubicBezTo>
                <a:cubicBezTo>
                  <a:pt x="10593939" y="2333141"/>
                  <a:pt x="10477445" y="2625036"/>
                  <a:pt x="10435737" y="2805672"/>
                </a:cubicBezTo>
                <a:cubicBezTo>
                  <a:pt x="10398299" y="2965580"/>
                  <a:pt x="10359478" y="3078554"/>
                  <a:pt x="10206831" y="3151701"/>
                </a:cubicBezTo>
                <a:cubicBezTo>
                  <a:pt x="10193935" y="3157832"/>
                  <a:pt x="10194572" y="3142650"/>
                  <a:pt x="10196482" y="3135084"/>
                </a:cubicBezTo>
                <a:cubicBezTo>
                  <a:pt x="10274073" y="2811909"/>
                  <a:pt x="10304290" y="2478979"/>
                  <a:pt x="10381882" y="2155807"/>
                </a:cubicBezTo>
                <a:cubicBezTo>
                  <a:pt x="10395105" y="2100241"/>
                  <a:pt x="10437104" y="2020803"/>
                  <a:pt x="10439260" y="1962486"/>
                </a:cubicBezTo>
                <a:cubicBezTo>
                  <a:pt x="10439491" y="1961942"/>
                  <a:pt x="10439175" y="1961166"/>
                  <a:pt x="10439409" y="1960615"/>
                </a:cubicBezTo>
                <a:cubicBezTo>
                  <a:pt x="10439475" y="1957427"/>
                  <a:pt x="10440085" y="1954468"/>
                  <a:pt x="10439915" y="1951821"/>
                </a:cubicBezTo>
                <a:cubicBezTo>
                  <a:pt x="10433959" y="1836632"/>
                  <a:pt x="10332627" y="1683636"/>
                  <a:pt x="10314241" y="1556749"/>
                </a:cubicBezTo>
                <a:cubicBezTo>
                  <a:pt x="10313847" y="1554649"/>
                  <a:pt x="10314451" y="1551688"/>
                  <a:pt x="10315061" y="1548729"/>
                </a:cubicBezTo>
                <a:cubicBezTo>
                  <a:pt x="10038413" y="1412938"/>
                  <a:pt x="9774128" y="1254043"/>
                  <a:pt x="9526158" y="1071804"/>
                </a:cubicBezTo>
                <a:cubicBezTo>
                  <a:pt x="9586547" y="1245450"/>
                  <a:pt x="9699054" y="1407035"/>
                  <a:pt x="9758689" y="1585512"/>
                </a:cubicBezTo>
                <a:cubicBezTo>
                  <a:pt x="9851296" y="1860991"/>
                  <a:pt x="9909066" y="2144264"/>
                  <a:pt x="9941392" y="2432858"/>
                </a:cubicBezTo>
                <a:cubicBezTo>
                  <a:pt x="9942776" y="2446319"/>
                  <a:pt x="9898852" y="2512059"/>
                  <a:pt x="9887724" y="2495762"/>
                </a:cubicBezTo>
                <a:cubicBezTo>
                  <a:pt x="9758830" y="2305989"/>
                  <a:pt x="9675953" y="2083557"/>
                  <a:pt x="9587446" y="1872898"/>
                </a:cubicBezTo>
                <a:cubicBezTo>
                  <a:pt x="9504836" y="1675682"/>
                  <a:pt x="9450239" y="1492905"/>
                  <a:pt x="9462810" y="1288346"/>
                </a:cubicBezTo>
                <a:cubicBezTo>
                  <a:pt x="9416080" y="1372857"/>
                  <a:pt x="9368030" y="1457457"/>
                  <a:pt x="9318575" y="1540820"/>
                </a:cubicBezTo>
                <a:cubicBezTo>
                  <a:pt x="9284037" y="1599587"/>
                  <a:pt x="9257140" y="1661598"/>
                  <a:pt x="9191090" y="1688355"/>
                </a:cubicBezTo>
                <a:cubicBezTo>
                  <a:pt x="9186426" y="1690241"/>
                  <a:pt x="9179411" y="1688563"/>
                  <a:pt x="9177757" y="1683354"/>
                </a:cubicBezTo>
                <a:cubicBezTo>
                  <a:pt x="9143528" y="1583238"/>
                  <a:pt x="9220115" y="1420588"/>
                  <a:pt x="9274865" y="1336896"/>
                </a:cubicBezTo>
                <a:cubicBezTo>
                  <a:pt x="9324504" y="1260695"/>
                  <a:pt x="9393212" y="1200294"/>
                  <a:pt x="9478649" y="1173376"/>
                </a:cubicBezTo>
                <a:cubicBezTo>
                  <a:pt x="9479343" y="1171736"/>
                  <a:pt x="9480811" y="1169782"/>
                  <a:pt x="9482281" y="1167830"/>
                </a:cubicBezTo>
                <a:cubicBezTo>
                  <a:pt x="9463542" y="1119335"/>
                  <a:pt x="9448141" y="1069035"/>
                  <a:pt x="9438637" y="1015438"/>
                </a:cubicBezTo>
                <a:cubicBezTo>
                  <a:pt x="9438473" y="1012795"/>
                  <a:pt x="9438847" y="1010377"/>
                  <a:pt x="9439458" y="1007420"/>
                </a:cubicBezTo>
                <a:cubicBezTo>
                  <a:pt x="9356819" y="944106"/>
                  <a:pt x="9275563" y="877509"/>
                  <a:pt x="9197105" y="808882"/>
                </a:cubicBezTo>
                <a:cubicBezTo>
                  <a:pt x="9119732" y="740719"/>
                  <a:pt x="9045390" y="669969"/>
                  <a:pt x="8973607" y="597733"/>
                </a:cubicBezTo>
                <a:cubicBezTo>
                  <a:pt x="9117865" y="988437"/>
                  <a:pt x="9115639" y="1402749"/>
                  <a:pt x="8967512" y="1795211"/>
                </a:cubicBezTo>
                <a:cubicBezTo>
                  <a:pt x="8964595" y="1803635"/>
                  <a:pt x="8922055" y="1866099"/>
                  <a:pt x="8912526" y="1841464"/>
                </a:cubicBezTo>
                <a:cubicBezTo>
                  <a:pt x="8756044" y="1433999"/>
                  <a:pt x="8647107" y="967467"/>
                  <a:pt x="8893391" y="572788"/>
                </a:cubicBezTo>
                <a:cubicBezTo>
                  <a:pt x="8896018" y="568101"/>
                  <a:pt x="8899507" y="564428"/>
                  <a:pt x="8902990" y="560750"/>
                </a:cubicBezTo>
                <a:cubicBezTo>
                  <a:pt x="8907633" y="554349"/>
                  <a:pt x="8913596" y="547863"/>
                  <a:pt x="8919102" y="542471"/>
                </a:cubicBezTo>
                <a:cubicBezTo>
                  <a:pt x="8828814" y="448553"/>
                  <a:pt x="8743025" y="351231"/>
                  <a:pt x="8661728" y="250903"/>
                </a:cubicBezTo>
                <a:close/>
                <a:moveTo>
                  <a:pt x="8357758" y="0"/>
                </a:moveTo>
                <a:lnTo>
                  <a:pt x="8405492" y="0"/>
                </a:lnTo>
                <a:lnTo>
                  <a:pt x="8392083" y="30495"/>
                </a:lnTo>
                <a:cubicBezTo>
                  <a:pt x="8354166" y="121698"/>
                  <a:pt x="8324318" y="217584"/>
                  <a:pt x="8339888" y="306259"/>
                </a:cubicBezTo>
                <a:cubicBezTo>
                  <a:pt x="8364400" y="446040"/>
                  <a:pt x="8455049" y="577127"/>
                  <a:pt x="8473847" y="727373"/>
                </a:cubicBezTo>
                <a:cubicBezTo>
                  <a:pt x="8510300" y="1013846"/>
                  <a:pt x="8488635" y="1326579"/>
                  <a:pt x="8454081" y="1611960"/>
                </a:cubicBezTo>
                <a:cubicBezTo>
                  <a:pt x="8452268" y="1625361"/>
                  <a:pt x="8409518" y="1692886"/>
                  <a:pt x="8396000" y="1663986"/>
                </a:cubicBezTo>
                <a:cubicBezTo>
                  <a:pt x="8190763" y="1233305"/>
                  <a:pt x="8063839" y="818387"/>
                  <a:pt x="8238881" y="368438"/>
                </a:cubicBezTo>
                <a:lnTo>
                  <a:pt x="7668140" y="942511"/>
                </a:lnTo>
                <a:cubicBezTo>
                  <a:pt x="7658137" y="952438"/>
                  <a:pt x="7629107" y="972341"/>
                  <a:pt x="7637853" y="942567"/>
                </a:cubicBezTo>
                <a:cubicBezTo>
                  <a:pt x="7690270" y="771614"/>
                  <a:pt x="7793861" y="624255"/>
                  <a:pt x="7909649" y="489150"/>
                </a:cubicBezTo>
                <a:cubicBezTo>
                  <a:pt x="8010566" y="370919"/>
                  <a:pt x="8112174" y="322520"/>
                  <a:pt x="8256182" y="301724"/>
                </a:cubicBezTo>
                <a:cubicBezTo>
                  <a:pt x="8255907" y="293239"/>
                  <a:pt x="8255408" y="285302"/>
                  <a:pt x="8255912" y="276498"/>
                </a:cubicBezTo>
                <a:cubicBezTo>
                  <a:pt x="8260651" y="221208"/>
                  <a:pt x="8285427" y="155085"/>
                  <a:pt x="8315225" y="89075"/>
                </a:cubicBezTo>
                <a:close/>
                <a:moveTo>
                  <a:pt x="7497388" y="0"/>
                </a:moveTo>
                <a:lnTo>
                  <a:pt x="7560921" y="0"/>
                </a:lnTo>
                <a:lnTo>
                  <a:pt x="7546742" y="68966"/>
                </a:lnTo>
                <a:cubicBezTo>
                  <a:pt x="7513334" y="225436"/>
                  <a:pt x="7494394" y="379659"/>
                  <a:pt x="7488853" y="535687"/>
                </a:cubicBezTo>
                <a:lnTo>
                  <a:pt x="7529509" y="380358"/>
                </a:lnTo>
                <a:cubicBezTo>
                  <a:pt x="7546426" y="316055"/>
                  <a:pt x="7563725" y="249346"/>
                  <a:pt x="7585939" y="184712"/>
                </a:cubicBezTo>
                <a:cubicBezTo>
                  <a:pt x="7597162" y="152119"/>
                  <a:pt x="7609478" y="119997"/>
                  <a:pt x="7621792" y="87864"/>
                </a:cubicBezTo>
                <a:lnTo>
                  <a:pt x="7654204" y="0"/>
                </a:lnTo>
                <a:lnTo>
                  <a:pt x="7683986" y="0"/>
                </a:lnTo>
                <a:lnTo>
                  <a:pt x="7647914" y="97640"/>
                </a:lnTo>
                <a:cubicBezTo>
                  <a:pt x="7635833" y="129221"/>
                  <a:pt x="7623516" y="161350"/>
                  <a:pt x="7612524" y="193392"/>
                </a:cubicBezTo>
                <a:cubicBezTo>
                  <a:pt x="7590775" y="256933"/>
                  <a:pt x="7573702" y="323103"/>
                  <a:pt x="7557013" y="386853"/>
                </a:cubicBezTo>
                <a:lnTo>
                  <a:pt x="7517286" y="539999"/>
                </a:lnTo>
                <a:cubicBezTo>
                  <a:pt x="7579804" y="409054"/>
                  <a:pt x="7648790" y="283748"/>
                  <a:pt x="7704204" y="152292"/>
                </a:cubicBezTo>
                <a:lnTo>
                  <a:pt x="7756975" y="0"/>
                </a:lnTo>
                <a:lnTo>
                  <a:pt x="7837329" y="0"/>
                </a:lnTo>
                <a:lnTo>
                  <a:pt x="7821760" y="65656"/>
                </a:lnTo>
                <a:cubicBezTo>
                  <a:pt x="7739780" y="311007"/>
                  <a:pt x="7576279" y="519263"/>
                  <a:pt x="7488925" y="763628"/>
                </a:cubicBezTo>
                <a:cubicBezTo>
                  <a:pt x="7478308" y="793254"/>
                  <a:pt x="7422482" y="826275"/>
                  <a:pt x="7419999" y="774360"/>
                </a:cubicBezTo>
                <a:cubicBezTo>
                  <a:pt x="7407159" y="524115"/>
                  <a:pt x="7434412" y="279259"/>
                  <a:pt x="7487820" y="37416"/>
                </a:cubicBezTo>
                <a:close/>
                <a:moveTo>
                  <a:pt x="3882765" y="0"/>
                </a:moveTo>
                <a:lnTo>
                  <a:pt x="3995099" y="0"/>
                </a:lnTo>
                <a:lnTo>
                  <a:pt x="4163818" y="234104"/>
                </a:lnTo>
                <a:cubicBezTo>
                  <a:pt x="4167056" y="234046"/>
                  <a:pt x="4169933" y="233486"/>
                  <a:pt x="4172099" y="234207"/>
                </a:cubicBezTo>
                <a:cubicBezTo>
                  <a:pt x="4370329" y="290447"/>
                  <a:pt x="4575890" y="304753"/>
                  <a:pt x="4784282" y="276561"/>
                </a:cubicBezTo>
                <a:cubicBezTo>
                  <a:pt x="4788943" y="273941"/>
                  <a:pt x="4794689" y="270546"/>
                  <a:pt x="4801687" y="267764"/>
                </a:cubicBezTo>
                <a:cubicBezTo>
                  <a:pt x="5207052" y="98325"/>
                  <a:pt x="5661672" y="149587"/>
                  <a:pt x="6082788" y="64119"/>
                </a:cubicBezTo>
                <a:cubicBezTo>
                  <a:pt x="6097705" y="60940"/>
                  <a:pt x="6122565" y="65809"/>
                  <a:pt x="6099442" y="82568"/>
                </a:cubicBezTo>
                <a:cubicBezTo>
                  <a:pt x="5702970" y="366122"/>
                  <a:pt x="5250177" y="483706"/>
                  <a:pt x="4804137" y="320931"/>
                </a:cubicBezTo>
                <a:cubicBezTo>
                  <a:pt x="4608728" y="353445"/>
                  <a:pt x="4415104" y="351091"/>
                  <a:pt x="4227047" y="313415"/>
                </a:cubicBezTo>
                <a:cubicBezTo>
                  <a:pt x="4265992" y="361495"/>
                  <a:pt x="4305481" y="409180"/>
                  <a:pt x="4346041" y="456086"/>
                </a:cubicBezTo>
                <a:cubicBezTo>
                  <a:pt x="4508645" y="644218"/>
                  <a:pt x="4684629" y="811207"/>
                  <a:pt x="4870967" y="963061"/>
                </a:cubicBezTo>
                <a:cubicBezTo>
                  <a:pt x="4877428" y="960662"/>
                  <a:pt x="4883360" y="958653"/>
                  <a:pt x="4889647" y="957147"/>
                </a:cubicBezTo>
                <a:cubicBezTo>
                  <a:pt x="5063790" y="885104"/>
                  <a:pt x="5235998" y="820573"/>
                  <a:pt x="5422504" y="805191"/>
                </a:cubicBezTo>
                <a:cubicBezTo>
                  <a:pt x="5643719" y="786779"/>
                  <a:pt x="5869113" y="808075"/>
                  <a:pt x="6087656" y="826703"/>
                </a:cubicBezTo>
                <a:cubicBezTo>
                  <a:pt x="6118977" y="829180"/>
                  <a:pt x="6064821" y="863092"/>
                  <a:pt x="6058717" y="865992"/>
                </a:cubicBezTo>
                <a:cubicBezTo>
                  <a:pt x="5757093" y="988464"/>
                  <a:pt x="5312094" y="1115658"/>
                  <a:pt x="4974153" y="1045456"/>
                </a:cubicBezTo>
                <a:cubicBezTo>
                  <a:pt x="5180499" y="1203411"/>
                  <a:pt x="5398986" y="1344171"/>
                  <a:pt x="5627835" y="1472077"/>
                </a:cubicBezTo>
                <a:cubicBezTo>
                  <a:pt x="5628372" y="1471688"/>
                  <a:pt x="5629279" y="1471800"/>
                  <a:pt x="5629817" y="1471412"/>
                </a:cubicBezTo>
                <a:cubicBezTo>
                  <a:pt x="5631249" y="1471132"/>
                  <a:pt x="5633225" y="1470462"/>
                  <a:pt x="5634124" y="1470572"/>
                </a:cubicBezTo>
                <a:cubicBezTo>
                  <a:pt x="5647257" y="1469448"/>
                  <a:pt x="5751167" y="1386498"/>
                  <a:pt x="5755832" y="1383886"/>
                </a:cubicBezTo>
                <a:cubicBezTo>
                  <a:pt x="5837996" y="1338827"/>
                  <a:pt x="5925989" y="1306339"/>
                  <a:pt x="6014186" y="1279799"/>
                </a:cubicBezTo>
                <a:cubicBezTo>
                  <a:pt x="6310230" y="1190367"/>
                  <a:pt x="6608567" y="1157268"/>
                  <a:pt x="6901619" y="1047874"/>
                </a:cubicBezTo>
                <a:cubicBezTo>
                  <a:pt x="6921553" y="1040293"/>
                  <a:pt x="6976591" y="1037028"/>
                  <a:pt x="6931566" y="1062034"/>
                </a:cubicBezTo>
                <a:cubicBezTo>
                  <a:pt x="6610108" y="1243134"/>
                  <a:pt x="6183662" y="1573592"/>
                  <a:pt x="5790982" y="1561380"/>
                </a:cubicBezTo>
                <a:cubicBezTo>
                  <a:pt x="5920545" y="1629240"/>
                  <a:pt x="6053507" y="1693876"/>
                  <a:pt x="6188971" y="1755168"/>
                </a:cubicBezTo>
                <a:cubicBezTo>
                  <a:pt x="6193458" y="1753446"/>
                  <a:pt x="6198307" y="1752214"/>
                  <a:pt x="6202446" y="1752268"/>
                </a:cubicBezTo>
                <a:cubicBezTo>
                  <a:pt x="6504288" y="1570118"/>
                  <a:pt x="6833930" y="1471594"/>
                  <a:pt x="7179560" y="1467551"/>
                </a:cubicBezTo>
                <a:cubicBezTo>
                  <a:pt x="7221126" y="1467186"/>
                  <a:pt x="7172003" y="1501258"/>
                  <a:pt x="7158730" y="1507835"/>
                </a:cubicBezTo>
                <a:cubicBezTo>
                  <a:pt x="6888412" y="1630502"/>
                  <a:pt x="6618589" y="1809287"/>
                  <a:pt x="6326959" y="1817686"/>
                </a:cubicBezTo>
                <a:cubicBezTo>
                  <a:pt x="6396578" y="1848113"/>
                  <a:pt x="6466739" y="1878148"/>
                  <a:pt x="6537433" y="1907790"/>
                </a:cubicBezTo>
                <a:cubicBezTo>
                  <a:pt x="6542473" y="1907949"/>
                  <a:pt x="6546435" y="1908891"/>
                  <a:pt x="6550221" y="1910729"/>
                </a:cubicBezTo>
                <a:cubicBezTo>
                  <a:pt x="6742694" y="1932993"/>
                  <a:pt x="6849771" y="2068278"/>
                  <a:pt x="6964438" y="2209505"/>
                </a:cubicBezTo>
                <a:cubicBezTo>
                  <a:pt x="7113162" y="2393201"/>
                  <a:pt x="7266286" y="2592015"/>
                  <a:pt x="7367862" y="2806833"/>
                </a:cubicBezTo>
                <a:cubicBezTo>
                  <a:pt x="7371456" y="2814338"/>
                  <a:pt x="7369522" y="2821080"/>
                  <a:pt x="7364329" y="2826907"/>
                </a:cubicBezTo>
                <a:cubicBezTo>
                  <a:pt x="7348741" y="2844389"/>
                  <a:pt x="7303788" y="2853651"/>
                  <a:pt x="7290545" y="2850663"/>
                </a:cubicBezTo>
                <a:cubicBezTo>
                  <a:pt x="6859896" y="2738539"/>
                  <a:pt x="6609607" y="2342306"/>
                  <a:pt x="6472036" y="1959003"/>
                </a:cubicBezTo>
                <a:cubicBezTo>
                  <a:pt x="6239391" y="1862081"/>
                  <a:pt x="6011946" y="1759868"/>
                  <a:pt x="5792897" y="1647747"/>
                </a:cubicBezTo>
                <a:cubicBezTo>
                  <a:pt x="5817125" y="1702679"/>
                  <a:pt x="5838127" y="1759942"/>
                  <a:pt x="5842751" y="1816112"/>
                </a:cubicBezTo>
                <a:cubicBezTo>
                  <a:pt x="5844184" y="1815832"/>
                  <a:pt x="5846161" y="1815162"/>
                  <a:pt x="5847424" y="1815776"/>
                </a:cubicBezTo>
                <a:cubicBezTo>
                  <a:pt x="6140442" y="1830791"/>
                  <a:pt x="6291873" y="2115536"/>
                  <a:pt x="6399821" y="2344799"/>
                </a:cubicBezTo>
                <a:cubicBezTo>
                  <a:pt x="6413837" y="2374329"/>
                  <a:pt x="6342916" y="2402075"/>
                  <a:pt x="6323232" y="2389634"/>
                </a:cubicBezTo>
                <a:cubicBezTo>
                  <a:pt x="6177906" y="2301146"/>
                  <a:pt x="6052833" y="2198747"/>
                  <a:pt x="5942958" y="2077708"/>
                </a:cubicBezTo>
                <a:cubicBezTo>
                  <a:pt x="5949243" y="2174636"/>
                  <a:pt x="5937179" y="2273417"/>
                  <a:pt x="5921559" y="2378596"/>
                </a:cubicBezTo>
                <a:cubicBezTo>
                  <a:pt x="5888539" y="2593290"/>
                  <a:pt x="5878937" y="2813146"/>
                  <a:pt x="5817651" y="3023919"/>
                </a:cubicBezTo>
                <a:cubicBezTo>
                  <a:pt x="5810408" y="3049005"/>
                  <a:pt x="5741174" y="3089270"/>
                  <a:pt x="5729634" y="3051849"/>
                </a:cubicBezTo>
                <a:cubicBezTo>
                  <a:pt x="5657096" y="2815984"/>
                  <a:pt x="5581632" y="2571559"/>
                  <a:pt x="5611018" y="2316769"/>
                </a:cubicBezTo>
                <a:cubicBezTo>
                  <a:pt x="5622715" y="2217484"/>
                  <a:pt x="5656813" y="2135538"/>
                  <a:pt x="5687608" y="2039972"/>
                </a:cubicBezTo>
                <a:cubicBezTo>
                  <a:pt x="5744741" y="1859679"/>
                  <a:pt x="5733310" y="1742061"/>
                  <a:pt x="5657554" y="1576445"/>
                </a:cubicBezTo>
                <a:cubicBezTo>
                  <a:pt x="5483232" y="1483028"/>
                  <a:pt x="5313009" y="1382833"/>
                  <a:pt x="5150475" y="1274012"/>
                </a:cubicBezTo>
                <a:cubicBezTo>
                  <a:pt x="5326569" y="1559959"/>
                  <a:pt x="5457991" y="1838600"/>
                  <a:pt x="5349142" y="2204405"/>
                </a:cubicBezTo>
                <a:cubicBezTo>
                  <a:pt x="5342604" y="2225928"/>
                  <a:pt x="5273881" y="2261245"/>
                  <a:pt x="5262214" y="2233836"/>
                </a:cubicBezTo>
                <a:cubicBezTo>
                  <a:pt x="5160759" y="2006724"/>
                  <a:pt x="5064863" y="1777114"/>
                  <a:pt x="4981539" y="1542201"/>
                </a:cubicBezTo>
                <a:cubicBezTo>
                  <a:pt x="4932755" y="1405876"/>
                  <a:pt x="4893729" y="1278486"/>
                  <a:pt x="4958461" y="1136957"/>
                </a:cubicBezTo>
                <a:cubicBezTo>
                  <a:pt x="4854219" y="1059900"/>
                  <a:pt x="4753195" y="978221"/>
                  <a:pt x="4655015" y="891426"/>
                </a:cubicBezTo>
                <a:cubicBezTo>
                  <a:pt x="4700834" y="1342763"/>
                  <a:pt x="4530476" y="1779853"/>
                  <a:pt x="4348002" y="2205895"/>
                </a:cubicBezTo>
                <a:cubicBezTo>
                  <a:pt x="4337873" y="2229260"/>
                  <a:pt x="4261560" y="2258626"/>
                  <a:pt x="4262250" y="2219972"/>
                </a:cubicBezTo>
                <a:cubicBezTo>
                  <a:pt x="4268663" y="1744520"/>
                  <a:pt x="4175629" y="1214471"/>
                  <a:pt x="4550611" y="817540"/>
                </a:cubicBezTo>
                <a:cubicBezTo>
                  <a:pt x="4554014" y="814312"/>
                  <a:pt x="4558850" y="810804"/>
                  <a:pt x="4564418" y="808293"/>
                </a:cubicBezTo>
                <a:cubicBezTo>
                  <a:pt x="4461330" y="711325"/>
                  <a:pt x="4361455" y="609738"/>
                  <a:pt x="4266388" y="500083"/>
                </a:cubicBezTo>
                <a:cubicBezTo>
                  <a:pt x="4185451" y="406519"/>
                  <a:pt x="4107556" y="310364"/>
                  <a:pt x="4032842" y="211809"/>
                </a:cubicBezTo>
                <a:close/>
                <a:moveTo>
                  <a:pt x="3721337" y="0"/>
                </a:moveTo>
                <a:lnTo>
                  <a:pt x="3797544" y="0"/>
                </a:lnTo>
                <a:lnTo>
                  <a:pt x="3775734" y="95131"/>
                </a:lnTo>
                <a:cubicBezTo>
                  <a:pt x="3762598" y="156923"/>
                  <a:pt x="3748081" y="217234"/>
                  <a:pt x="3724807" y="272257"/>
                </a:cubicBezTo>
                <a:cubicBezTo>
                  <a:pt x="3725550" y="275539"/>
                  <a:pt x="3726109" y="279707"/>
                  <a:pt x="3726844" y="282988"/>
                </a:cubicBezTo>
                <a:cubicBezTo>
                  <a:pt x="3732776" y="280979"/>
                  <a:pt x="3739065" y="279475"/>
                  <a:pt x="3742664" y="279918"/>
                </a:cubicBezTo>
                <a:cubicBezTo>
                  <a:pt x="4076263" y="313585"/>
                  <a:pt x="4081377" y="922622"/>
                  <a:pt x="4103910" y="1161917"/>
                </a:cubicBezTo>
                <a:cubicBezTo>
                  <a:pt x="4106010" y="1184045"/>
                  <a:pt x="4034389" y="1215360"/>
                  <a:pt x="4020269" y="1200406"/>
                </a:cubicBezTo>
                <a:cubicBezTo>
                  <a:pt x="3826459" y="997506"/>
                  <a:pt x="3735339" y="752983"/>
                  <a:pt x="3674882" y="488524"/>
                </a:cubicBezTo>
                <a:cubicBezTo>
                  <a:pt x="3559684" y="713184"/>
                  <a:pt x="3278706" y="925237"/>
                  <a:pt x="3132682" y="1072284"/>
                </a:cubicBezTo>
                <a:cubicBezTo>
                  <a:pt x="3002939" y="1202191"/>
                  <a:pt x="2899935" y="1287527"/>
                  <a:pt x="2716346" y="1276376"/>
                </a:cubicBezTo>
                <a:cubicBezTo>
                  <a:pt x="2700863" y="1275390"/>
                  <a:pt x="2710506" y="1261536"/>
                  <a:pt x="2716772" y="1255462"/>
                </a:cubicBezTo>
                <a:cubicBezTo>
                  <a:pt x="2980750" y="993927"/>
                  <a:pt x="3207119" y="698608"/>
                  <a:pt x="3471096" y="437072"/>
                </a:cubicBezTo>
                <a:cubicBezTo>
                  <a:pt x="3516376" y="392044"/>
                  <a:pt x="3602281" y="339698"/>
                  <a:pt x="3639057" y="286334"/>
                </a:cubicBezTo>
                <a:cubicBezTo>
                  <a:pt x="3639591" y="285947"/>
                  <a:pt x="3639767" y="285058"/>
                  <a:pt x="3640309" y="284664"/>
                </a:cubicBezTo>
                <a:cubicBezTo>
                  <a:pt x="3642272" y="281720"/>
                  <a:pt x="3644597" y="279273"/>
                  <a:pt x="3646022" y="276711"/>
                </a:cubicBezTo>
                <a:cubicBezTo>
                  <a:pt x="3677659" y="221350"/>
                  <a:pt x="3693078" y="144742"/>
                  <a:pt x="3707943" y="65958"/>
                </a:cubicBezTo>
                <a:close/>
                <a:moveTo>
                  <a:pt x="2867960" y="0"/>
                </a:moveTo>
                <a:lnTo>
                  <a:pt x="2926351" y="0"/>
                </a:lnTo>
                <a:lnTo>
                  <a:pt x="2902823" y="262929"/>
                </a:lnTo>
                <a:cubicBezTo>
                  <a:pt x="2913215" y="221824"/>
                  <a:pt x="2926844" y="180662"/>
                  <a:pt x="2940663" y="140884"/>
                </a:cubicBezTo>
                <a:lnTo>
                  <a:pt x="2947039" y="122524"/>
                </a:lnTo>
                <a:lnTo>
                  <a:pt x="2984316" y="0"/>
                </a:lnTo>
                <a:lnTo>
                  <a:pt x="3016114" y="0"/>
                </a:lnTo>
                <a:lnTo>
                  <a:pt x="2979949" y="119274"/>
                </a:lnTo>
                <a:lnTo>
                  <a:pt x="3023879" y="0"/>
                </a:lnTo>
                <a:lnTo>
                  <a:pt x="3105400" y="0"/>
                </a:lnTo>
                <a:lnTo>
                  <a:pt x="3094669" y="30308"/>
                </a:lnTo>
                <a:cubicBezTo>
                  <a:pt x="3037894" y="178003"/>
                  <a:pt x="2973232" y="323305"/>
                  <a:pt x="2901945" y="466538"/>
                </a:cubicBezTo>
                <a:cubicBezTo>
                  <a:pt x="2895180" y="479835"/>
                  <a:pt x="2815686" y="518381"/>
                  <a:pt x="2815209" y="497361"/>
                </a:cubicBezTo>
                <a:cubicBezTo>
                  <a:pt x="2812746" y="375148"/>
                  <a:pt x="2825702" y="251298"/>
                  <a:pt x="2844845" y="127638"/>
                </a:cubicBezTo>
                <a:close/>
                <a:moveTo>
                  <a:pt x="1057230" y="0"/>
                </a:moveTo>
                <a:lnTo>
                  <a:pt x="1111003" y="0"/>
                </a:lnTo>
                <a:lnTo>
                  <a:pt x="1125553" y="52588"/>
                </a:lnTo>
                <a:cubicBezTo>
                  <a:pt x="1174409" y="196547"/>
                  <a:pt x="1244674" y="336170"/>
                  <a:pt x="1304276" y="476275"/>
                </a:cubicBezTo>
                <a:cubicBezTo>
                  <a:pt x="1351896" y="589579"/>
                  <a:pt x="1459984" y="863646"/>
                  <a:pt x="1492066" y="886333"/>
                </a:cubicBezTo>
                <a:lnTo>
                  <a:pt x="1423698" y="710817"/>
                </a:lnTo>
                <a:cubicBezTo>
                  <a:pt x="1401022" y="652964"/>
                  <a:pt x="1378015" y="593152"/>
                  <a:pt x="1357609" y="532892"/>
                </a:cubicBezTo>
                <a:cubicBezTo>
                  <a:pt x="1339853" y="480241"/>
                  <a:pt x="1324587" y="426487"/>
                  <a:pt x="1309550" y="374031"/>
                </a:cubicBezTo>
                <a:cubicBezTo>
                  <a:pt x="1277632" y="264242"/>
                  <a:pt x="1244842" y="151584"/>
                  <a:pt x="1193673" y="49533"/>
                </a:cubicBezTo>
                <a:lnTo>
                  <a:pt x="1164391" y="0"/>
                </a:lnTo>
                <a:lnTo>
                  <a:pt x="1200666" y="0"/>
                </a:lnTo>
                <a:lnTo>
                  <a:pt x="1223408" y="38996"/>
                </a:lnTo>
                <a:cubicBezTo>
                  <a:pt x="1274817" y="142454"/>
                  <a:pt x="1307626" y="255236"/>
                  <a:pt x="1339635" y="365517"/>
                </a:cubicBezTo>
                <a:cubicBezTo>
                  <a:pt x="1354670" y="417965"/>
                  <a:pt x="1370587" y="471608"/>
                  <a:pt x="1387469" y="523079"/>
                </a:cubicBezTo>
                <a:cubicBezTo>
                  <a:pt x="1407105" y="582792"/>
                  <a:pt x="1430659" y="641842"/>
                  <a:pt x="1452685" y="699806"/>
                </a:cubicBezTo>
                <a:lnTo>
                  <a:pt x="1492092" y="800424"/>
                </a:lnTo>
                <a:cubicBezTo>
                  <a:pt x="1484618" y="760762"/>
                  <a:pt x="1473155" y="705686"/>
                  <a:pt x="1455302" y="632913"/>
                </a:cubicBezTo>
                <a:cubicBezTo>
                  <a:pt x="1413478" y="460985"/>
                  <a:pt x="1347194" y="188426"/>
                  <a:pt x="1222336" y="9480"/>
                </a:cubicBezTo>
                <a:lnTo>
                  <a:pt x="1214634" y="0"/>
                </a:lnTo>
                <a:lnTo>
                  <a:pt x="1289827" y="0"/>
                </a:lnTo>
                <a:lnTo>
                  <a:pt x="1321076" y="59722"/>
                </a:lnTo>
                <a:cubicBezTo>
                  <a:pt x="1409905" y="250193"/>
                  <a:pt x="1460341" y="480374"/>
                  <a:pt x="1512579" y="626441"/>
                </a:cubicBezTo>
                <a:cubicBezTo>
                  <a:pt x="1573756" y="799163"/>
                  <a:pt x="1605359" y="928641"/>
                  <a:pt x="1506076" y="1089289"/>
                </a:cubicBezTo>
                <a:cubicBezTo>
                  <a:pt x="1497659" y="1102817"/>
                  <a:pt x="1489109" y="1088176"/>
                  <a:pt x="1486346" y="1079919"/>
                </a:cubicBezTo>
                <a:cubicBezTo>
                  <a:pt x="1364522" y="729689"/>
                  <a:pt x="1192335" y="398839"/>
                  <a:pt x="1070511" y="48609"/>
                </a:cubicBezTo>
                <a:close/>
                <a:moveTo>
                  <a:pt x="43151" y="0"/>
                </a:moveTo>
                <a:lnTo>
                  <a:pt x="95283" y="0"/>
                </a:lnTo>
                <a:lnTo>
                  <a:pt x="300708" y="154571"/>
                </a:lnTo>
                <a:cubicBezTo>
                  <a:pt x="379729" y="218614"/>
                  <a:pt x="456466" y="285481"/>
                  <a:pt x="530414" y="354673"/>
                </a:cubicBezTo>
                <a:cubicBezTo>
                  <a:pt x="466701" y="288424"/>
                  <a:pt x="401285" y="223977"/>
                  <a:pt x="333785" y="161564"/>
                </a:cubicBezTo>
                <a:lnTo>
                  <a:pt x="147005" y="0"/>
                </a:lnTo>
                <a:lnTo>
                  <a:pt x="272509" y="0"/>
                </a:lnTo>
                <a:lnTo>
                  <a:pt x="326276" y="45847"/>
                </a:lnTo>
                <a:cubicBezTo>
                  <a:pt x="505803" y="208268"/>
                  <a:pt x="670600" y="385490"/>
                  <a:pt x="823759" y="574145"/>
                </a:cubicBezTo>
                <a:cubicBezTo>
                  <a:pt x="833168" y="585952"/>
                  <a:pt x="831522" y="674146"/>
                  <a:pt x="811254" y="665546"/>
                </a:cubicBezTo>
                <a:cubicBezTo>
                  <a:pt x="575890" y="564984"/>
                  <a:pt x="364063" y="406029"/>
                  <a:pt x="154042" y="261522"/>
                </a:cubicBezTo>
                <a:cubicBezTo>
                  <a:pt x="104946" y="227663"/>
                  <a:pt x="58037" y="193597"/>
                  <a:pt x="13550" y="158423"/>
                </a:cubicBezTo>
                <a:lnTo>
                  <a:pt x="0" y="146618"/>
                </a:lnTo>
                <a:lnTo>
                  <a:pt x="0" y="59161"/>
                </a:lnTo>
                <a:lnTo>
                  <a:pt x="45427" y="101078"/>
                </a:lnTo>
                <a:cubicBezTo>
                  <a:pt x="223783" y="254949"/>
                  <a:pt x="433006" y="385896"/>
                  <a:pt x="630103" y="485885"/>
                </a:cubicBezTo>
                <a:cubicBezTo>
                  <a:pt x="595938" y="458865"/>
                  <a:pt x="563284" y="428899"/>
                  <a:pt x="532040" y="399359"/>
                </a:cubicBezTo>
                <a:lnTo>
                  <a:pt x="517618" y="385726"/>
                </a:lnTo>
                <a:cubicBezTo>
                  <a:pt x="442853" y="315667"/>
                  <a:pt x="365106" y="247799"/>
                  <a:pt x="285074" y="182755"/>
                </a:cubicBezTo>
                <a:close/>
              </a:path>
            </a:pathLst>
          </a:cu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 useBgFill="1">
        <p:nvSpPr>
          <p:cNvPr id="22" name="Rectangle 21">
            <a:extLst>
              <a:ext uri="{FF2B5EF4-FFF2-40B4-BE49-F238E27FC236}">
                <a16:creationId xmlns:a16="http://schemas.microsoft.com/office/drawing/2014/main" id="{A20AF199-99C2-4569-9CAF-24514AE5E82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7200" y="457197"/>
            <a:ext cx="11277600" cy="5943606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>
            <a:outerShdw blurRad="317500" algn="ctr" rotWithShape="0">
              <a:schemeClr val="tx1">
                <a:alpha val="25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98482E2-960A-D8DF-EFB1-B8F482656E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2999" y="1676401"/>
            <a:ext cx="4495801" cy="2286002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4800" dirty="0"/>
              <a:t>Wall 2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9FCA35A-3B68-B159-E676-DCC4D158376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05599" y="917314"/>
            <a:ext cx="3746960" cy="4645285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48E4F9A2-50F0-F716-9467-CEE9496B061B}"/>
              </a:ext>
            </a:extLst>
          </p:cNvPr>
          <p:cNvSpPr txBox="1"/>
          <p:nvPr/>
        </p:nvSpPr>
        <p:spPr>
          <a:xfrm>
            <a:off x="7900416" y="652373"/>
            <a:ext cx="34817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70</a:t>
            </a:r>
            <a:endParaRPr lang="en-SG" sz="12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74647D0-804F-68B6-FA65-CD3B49280894}"/>
              </a:ext>
            </a:extLst>
          </p:cNvPr>
          <p:cNvSpPr txBox="1"/>
          <p:nvPr/>
        </p:nvSpPr>
        <p:spPr>
          <a:xfrm>
            <a:off x="10415288" y="1342015"/>
            <a:ext cx="6783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2400</a:t>
            </a:r>
            <a:endParaRPr lang="en-SG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F7D7373-D1D4-EA80-7196-4FC30E2EC6D2}"/>
              </a:ext>
            </a:extLst>
          </p:cNvPr>
          <p:cNvSpPr txBox="1"/>
          <p:nvPr/>
        </p:nvSpPr>
        <p:spPr>
          <a:xfrm>
            <a:off x="10358252" y="1820186"/>
            <a:ext cx="6783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2025</a:t>
            </a:r>
            <a:endParaRPr lang="en-SG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2479927-E909-ED69-621E-2CC16285A64A}"/>
              </a:ext>
            </a:extLst>
          </p:cNvPr>
          <p:cNvSpPr txBox="1"/>
          <p:nvPr/>
        </p:nvSpPr>
        <p:spPr>
          <a:xfrm>
            <a:off x="10403532" y="2596165"/>
            <a:ext cx="6783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1425</a:t>
            </a:r>
            <a:endParaRPr lang="en-SG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C1E5095-09DF-8159-903F-503B2A53698F}"/>
              </a:ext>
            </a:extLst>
          </p:cNvPr>
          <p:cNvSpPr txBox="1"/>
          <p:nvPr/>
        </p:nvSpPr>
        <p:spPr>
          <a:xfrm>
            <a:off x="10467121" y="3514876"/>
            <a:ext cx="5549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825</a:t>
            </a:r>
            <a:endParaRPr lang="en-SG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C5D4B50-73C5-4656-8E79-663648723682}"/>
              </a:ext>
            </a:extLst>
          </p:cNvPr>
          <p:cNvSpPr txBox="1"/>
          <p:nvPr/>
        </p:nvSpPr>
        <p:spPr>
          <a:xfrm>
            <a:off x="10481683" y="4101190"/>
            <a:ext cx="5549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225</a:t>
            </a:r>
            <a:endParaRPr lang="en-SG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EBB333F-3843-2B89-DAE8-04EA92C349D7}"/>
              </a:ext>
            </a:extLst>
          </p:cNvPr>
          <p:cNvSpPr txBox="1"/>
          <p:nvPr/>
        </p:nvSpPr>
        <p:spPr>
          <a:xfrm>
            <a:off x="8074502" y="639668"/>
            <a:ext cx="42992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170</a:t>
            </a:r>
            <a:endParaRPr lang="en-SG" sz="12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57AED3A-C2B6-2C19-FCDB-79D43E6B440D}"/>
              </a:ext>
            </a:extLst>
          </p:cNvPr>
          <p:cNvSpPr txBox="1"/>
          <p:nvPr/>
        </p:nvSpPr>
        <p:spPr>
          <a:xfrm>
            <a:off x="8746665" y="607903"/>
            <a:ext cx="42992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770</a:t>
            </a:r>
            <a:endParaRPr lang="en-SG" sz="12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7EB721D-9FA7-A482-AD3F-0D453A844D44}"/>
              </a:ext>
            </a:extLst>
          </p:cNvPr>
          <p:cNvSpPr txBox="1"/>
          <p:nvPr/>
        </p:nvSpPr>
        <p:spPr>
          <a:xfrm>
            <a:off x="9418828" y="639667"/>
            <a:ext cx="51167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1270</a:t>
            </a:r>
            <a:endParaRPr lang="en-SG" sz="1200" dirty="0"/>
          </a:p>
        </p:txBody>
      </p:sp>
      <p:pic>
        <p:nvPicPr>
          <p:cNvPr id="24" name="Picture 23">
            <a:extLst>
              <a:ext uri="{FF2B5EF4-FFF2-40B4-BE49-F238E27FC236}">
                <a16:creationId xmlns:a16="http://schemas.microsoft.com/office/drawing/2014/main" id="{891C1624-E8B6-64A5-80A5-A0B0A78B613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28011" y="3753479"/>
            <a:ext cx="5277587" cy="695422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15" name="Ink 14">
                <a:extLst>
                  <a:ext uri="{FF2B5EF4-FFF2-40B4-BE49-F238E27FC236}">
                    <a16:creationId xmlns:a16="http://schemas.microsoft.com/office/drawing/2014/main" id="{01267B89-BF62-F21B-0FD4-FACC5727FBA7}"/>
                  </a:ext>
                </a:extLst>
              </p14:cNvPr>
              <p14:cNvContentPartPr/>
              <p14:nvPr/>
            </p14:nvContentPartPr>
            <p14:xfrm>
              <a:off x="5440464" y="3644136"/>
              <a:ext cx="241920" cy="183600"/>
            </p14:xfrm>
          </p:contentPart>
        </mc:Choice>
        <mc:Fallback xmlns="">
          <p:pic>
            <p:nvPicPr>
              <p:cNvPr id="15" name="Ink 14">
                <a:extLst>
                  <a:ext uri="{FF2B5EF4-FFF2-40B4-BE49-F238E27FC236}">
                    <a16:creationId xmlns:a16="http://schemas.microsoft.com/office/drawing/2014/main" id="{01267B89-BF62-F21B-0FD4-FACC5727FBA7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5434344" y="3638016"/>
                <a:ext cx="254160" cy="195840"/>
              </a:xfrm>
              <a:prstGeom prst="rect">
                <a:avLst/>
              </a:prstGeom>
            </p:spPr>
          </p:pic>
        </mc:Fallback>
      </mc:AlternateContent>
      <p:grpSp>
        <p:nvGrpSpPr>
          <p:cNvPr id="29" name="Group 28">
            <a:extLst>
              <a:ext uri="{FF2B5EF4-FFF2-40B4-BE49-F238E27FC236}">
                <a16:creationId xmlns:a16="http://schemas.microsoft.com/office/drawing/2014/main" id="{9DD26727-8CF2-F2CF-D098-B975B165462A}"/>
              </a:ext>
            </a:extLst>
          </p:cNvPr>
          <p:cNvGrpSpPr/>
          <p:nvPr/>
        </p:nvGrpSpPr>
        <p:grpSpPr>
          <a:xfrm>
            <a:off x="4836744" y="3644856"/>
            <a:ext cx="322560" cy="817200"/>
            <a:chOff x="4836744" y="3644856"/>
            <a:chExt cx="322560" cy="8172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4" name="Ink 3">
                  <a:extLst>
                    <a:ext uri="{FF2B5EF4-FFF2-40B4-BE49-F238E27FC236}">
                      <a16:creationId xmlns:a16="http://schemas.microsoft.com/office/drawing/2014/main" id="{4D6755A2-1C56-EB7D-33A2-3D5F31410337}"/>
                    </a:ext>
                  </a:extLst>
                </p14:cNvPr>
                <p14:cNvContentPartPr/>
                <p14:nvPr/>
              </p14:nvContentPartPr>
              <p14:xfrm>
                <a:off x="4836744" y="3644856"/>
                <a:ext cx="224640" cy="210240"/>
              </p14:xfrm>
            </p:contentPart>
          </mc:Choice>
          <mc:Fallback xmlns="">
            <p:pic>
              <p:nvPicPr>
                <p:cNvPr id="4" name="Ink 3">
                  <a:extLst>
                    <a:ext uri="{FF2B5EF4-FFF2-40B4-BE49-F238E27FC236}">
                      <a16:creationId xmlns:a16="http://schemas.microsoft.com/office/drawing/2014/main" id="{4D6755A2-1C56-EB7D-33A2-3D5F31410337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4830624" y="3638736"/>
                  <a:ext cx="236880" cy="22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4DB1B4D9-57D2-4464-27AA-25D62DFCEF42}"/>
                    </a:ext>
                  </a:extLst>
                </p14:cNvPr>
                <p14:cNvContentPartPr/>
                <p14:nvPr/>
              </p14:nvContentPartPr>
              <p14:xfrm>
                <a:off x="4846104" y="3843576"/>
                <a:ext cx="304560" cy="21312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4DB1B4D9-57D2-4464-27AA-25D62DFCEF42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4839984" y="3837456"/>
                  <a:ext cx="316800" cy="22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31F56619-DFBF-149F-D625-F374B8719286}"/>
                    </a:ext>
                  </a:extLst>
                </p14:cNvPr>
                <p14:cNvContentPartPr/>
                <p14:nvPr/>
              </p14:nvContentPartPr>
              <p14:xfrm>
                <a:off x="4855104" y="4054176"/>
                <a:ext cx="304200" cy="18144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31F56619-DFBF-149F-D625-F374B8719286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4848984" y="4048056"/>
                  <a:ext cx="316440" cy="19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A15E2988-3E2F-9C4A-0322-AE900AC02DD1}"/>
                    </a:ext>
                  </a:extLst>
                </p14:cNvPr>
                <p14:cNvContentPartPr/>
                <p14:nvPr/>
              </p14:nvContentPartPr>
              <p14:xfrm>
                <a:off x="4846104" y="4306176"/>
                <a:ext cx="273600" cy="15588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A15E2988-3E2F-9C4A-0322-AE900AC02DD1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4839984" y="4300056"/>
                  <a:ext cx="285840" cy="1681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C39B5EFE-25A0-8995-EA67-79DD8ECED80B}"/>
              </a:ext>
            </a:extLst>
          </p:cNvPr>
          <p:cNvGrpSpPr/>
          <p:nvPr/>
        </p:nvGrpSpPr>
        <p:grpSpPr>
          <a:xfrm>
            <a:off x="5467824" y="3861936"/>
            <a:ext cx="268560" cy="545400"/>
            <a:chOff x="5467824" y="3861936"/>
            <a:chExt cx="268560" cy="5454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A3F5FBFD-6938-4931-2E5C-19FC2CBFA18D}"/>
                    </a:ext>
                  </a:extLst>
                </p14:cNvPr>
                <p14:cNvContentPartPr/>
                <p14:nvPr/>
              </p14:nvContentPartPr>
              <p14:xfrm>
                <a:off x="5477184" y="3861936"/>
                <a:ext cx="259200" cy="19620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A3F5FBFD-6938-4931-2E5C-19FC2CBFA18D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5471064" y="3855816"/>
                  <a:ext cx="271440" cy="20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D876B416-11B9-C45D-2800-056290C8FD95}"/>
                    </a:ext>
                  </a:extLst>
                </p14:cNvPr>
                <p14:cNvContentPartPr/>
                <p14:nvPr/>
              </p14:nvContentPartPr>
              <p14:xfrm>
                <a:off x="5467824" y="4130496"/>
                <a:ext cx="245880" cy="13104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D876B416-11B9-C45D-2800-056290C8FD95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5461704" y="4124376"/>
                  <a:ext cx="258120" cy="143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CD0DA851-4B6A-1828-0E90-CB862945AA3E}"/>
                    </a:ext>
                  </a:extLst>
                </p14:cNvPr>
                <p14:cNvContentPartPr/>
                <p14:nvPr/>
              </p14:nvContentPartPr>
              <p14:xfrm>
                <a:off x="5467824" y="4274856"/>
                <a:ext cx="222120" cy="13248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CD0DA851-4B6A-1828-0E90-CB862945AA3E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5461704" y="4268736"/>
                  <a:ext cx="234360" cy="14472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12040598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alpha val="96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Rectangle 26">
            <a:extLst>
              <a:ext uri="{FF2B5EF4-FFF2-40B4-BE49-F238E27FC236}">
                <a16:creationId xmlns:a16="http://schemas.microsoft.com/office/drawing/2014/main" id="{27427488-068E-4B55-AC8D-CD070B8CD46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6CEC401A-BC46-41FC-AD55-F7810C3CFA9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1" y="-1"/>
            <a:ext cx="12191999" cy="4267200"/>
            <a:chOff x="7467600" y="0"/>
            <a:chExt cx="4724400" cy="6858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A287F808-5648-477A-80D6-A0F3BF6DF3C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7467600" y="0"/>
              <a:ext cx="4724400" cy="6858000"/>
            </a:xfrm>
            <a:prstGeom prst="rect">
              <a:avLst/>
            </a:prstGeom>
            <a:solidFill>
              <a:schemeClr val="accent5">
                <a:alpha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0A116CF9-DCF6-4F08-B01A-D5F353F83B1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7467600" y="0"/>
              <a:ext cx="4724400" cy="6858000"/>
            </a:xfrm>
            <a:prstGeom prst="rect">
              <a:avLst/>
            </a:prstGeom>
            <a:solidFill>
              <a:schemeClr val="accent6">
                <a:lumMod val="20000"/>
                <a:lumOff val="80000"/>
                <a:alpha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44D26783-C1CA-4BE1-9D40-3EA516AE3E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4267200"/>
          </a:xfrm>
          <a:custGeom>
            <a:avLst/>
            <a:gdLst>
              <a:gd name="connsiteX0" fmla="*/ 2537169 w 12192000"/>
              <a:gd name="connsiteY0" fmla="*/ 4125568 h 4267200"/>
              <a:gd name="connsiteX1" fmla="*/ 3246267 w 12192000"/>
              <a:gd name="connsiteY1" fmla="*/ 4262961 h 4267200"/>
              <a:gd name="connsiteX2" fmla="*/ 3253970 w 12192000"/>
              <a:gd name="connsiteY2" fmla="*/ 4267200 h 4267200"/>
              <a:gd name="connsiteX3" fmla="*/ 3071791 w 12192000"/>
              <a:gd name="connsiteY3" fmla="*/ 4267200 h 4267200"/>
              <a:gd name="connsiteX4" fmla="*/ 2975095 w 12192000"/>
              <a:gd name="connsiteY4" fmla="*/ 4243356 h 4267200"/>
              <a:gd name="connsiteX5" fmla="*/ 2626982 w 12192000"/>
              <a:gd name="connsiteY5" fmla="*/ 4206450 h 4267200"/>
              <a:gd name="connsiteX6" fmla="*/ 2490617 w 12192000"/>
              <a:gd name="connsiteY6" fmla="*/ 4206951 h 4267200"/>
              <a:gd name="connsiteX7" fmla="*/ 2819869 w 12192000"/>
              <a:gd name="connsiteY7" fmla="*/ 4252936 h 4267200"/>
              <a:gd name="connsiteX8" fmla="*/ 2900997 w 12192000"/>
              <a:gd name="connsiteY8" fmla="*/ 4267200 h 4267200"/>
              <a:gd name="connsiteX9" fmla="*/ 2705858 w 12192000"/>
              <a:gd name="connsiteY9" fmla="*/ 4267200 h 4267200"/>
              <a:gd name="connsiteX10" fmla="*/ 2561467 w 12192000"/>
              <a:gd name="connsiteY10" fmla="*/ 4246270 h 4267200"/>
              <a:gd name="connsiteX11" fmla="*/ 2305292 w 12192000"/>
              <a:gd name="connsiteY11" fmla="*/ 4219492 h 4267200"/>
              <a:gd name="connsiteX12" fmla="*/ 2409349 w 12192000"/>
              <a:gd name="connsiteY12" fmla="*/ 4267200 h 4267200"/>
              <a:gd name="connsiteX13" fmla="*/ 2266705 w 12192000"/>
              <a:gd name="connsiteY13" fmla="*/ 4267200 h 4267200"/>
              <a:gd name="connsiteX14" fmla="*/ 2183576 w 12192000"/>
              <a:gd name="connsiteY14" fmla="*/ 4227150 h 4267200"/>
              <a:gd name="connsiteX15" fmla="*/ 2151029 w 12192000"/>
              <a:gd name="connsiteY15" fmla="*/ 4146947 h 4267200"/>
              <a:gd name="connsiteX16" fmla="*/ 2537169 w 12192000"/>
              <a:gd name="connsiteY16" fmla="*/ 4125568 h 4267200"/>
              <a:gd name="connsiteX17" fmla="*/ 9258094 w 12192000"/>
              <a:gd name="connsiteY17" fmla="*/ 3958602 h 4267200"/>
              <a:gd name="connsiteX18" fmla="*/ 8526712 w 12192000"/>
              <a:gd name="connsiteY18" fmla="*/ 4119804 h 4267200"/>
              <a:gd name="connsiteX19" fmla="*/ 9258094 w 12192000"/>
              <a:gd name="connsiteY19" fmla="*/ 3958602 h 4267200"/>
              <a:gd name="connsiteX20" fmla="*/ 9168987 w 12192000"/>
              <a:gd name="connsiteY20" fmla="*/ 3919232 h 4267200"/>
              <a:gd name="connsiteX21" fmla="*/ 8603910 w 12192000"/>
              <a:gd name="connsiteY21" fmla="*/ 4068895 h 4267200"/>
              <a:gd name="connsiteX22" fmla="*/ 9252382 w 12192000"/>
              <a:gd name="connsiteY22" fmla="*/ 3927759 h 4267200"/>
              <a:gd name="connsiteX23" fmla="*/ 9168987 w 12192000"/>
              <a:gd name="connsiteY23" fmla="*/ 3919232 h 4267200"/>
              <a:gd name="connsiteX24" fmla="*/ 1635889 w 12192000"/>
              <a:gd name="connsiteY24" fmla="*/ 3709494 h 4267200"/>
              <a:gd name="connsiteX25" fmla="*/ 1634800 w 12192000"/>
              <a:gd name="connsiteY25" fmla="*/ 3731111 h 4267200"/>
              <a:gd name="connsiteX26" fmla="*/ 1635889 w 12192000"/>
              <a:gd name="connsiteY26" fmla="*/ 3709494 h 4267200"/>
              <a:gd name="connsiteX27" fmla="*/ 3174829 w 12192000"/>
              <a:gd name="connsiteY27" fmla="*/ 3620110 h 4267200"/>
              <a:gd name="connsiteX28" fmla="*/ 3189263 w 12192000"/>
              <a:gd name="connsiteY28" fmla="*/ 3625726 h 4267200"/>
              <a:gd name="connsiteX29" fmla="*/ 3560912 w 12192000"/>
              <a:gd name="connsiteY29" fmla="*/ 4079863 h 4267200"/>
              <a:gd name="connsiteX30" fmla="*/ 3611854 w 12192000"/>
              <a:gd name="connsiteY30" fmla="*/ 4188366 h 4267200"/>
              <a:gd name="connsiteX31" fmla="*/ 3631583 w 12192000"/>
              <a:gd name="connsiteY31" fmla="*/ 4267200 h 4267200"/>
              <a:gd name="connsiteX32" fmla="*/ 3575699 w 12192000"/>
              <a:gd name="connsiteY32" fmla="*/ 4267200 h 4267200"/>
              <a:gd name="connsiteX33" fmla="*/ 3575567 w 12192000"/>
              <a:gd name="connsiteY33" fmla="*/ 4263588 h 4267200"/>
              <a:gd name="connsiteX34" fmla="*/ 3467355 w 12192000"/>
              <a:gd name="connsiteY34" fmla="*/ 3988130 h 4267200"/>
              <a:gd name="connsiteX35" fmla="*/ 3310753 w 12192000"/>
              <a:gd name="connsiteY35" fmla="*/ 3787140 h 4267200"/>
              <a:gd name="connsiteX36" fmla="*/ 3291335 w 12192000"/>
              <a:gd name="connsiteY36" fmla="*/ 3767420 h 4267200"/>
              <a:gd name="connsiteX37" fmla="*/ 3390805 w 12192000"/>
              <a:gd name="connsiteY37" fmla="*/ 3937163 h 4267200"/>
              <a:gd name="connsiteX38" fmla="*/ 3545740 w 12192000"/>
              <a:gd name="connsiteY38" fmla="*/ 4251102 h 4267200"/>
              <a:gd name="connsiteX39" fmla="*/ 3550709 w 12192000"/>
              <a:gd name="connsiteY39" fmla="*/ 4267200 h 4267200"/>
              <a:gd name="connsiteX40" fmla="*/ 3513586 w 12192000"/>
              <a:gd name="connsiteY40" fmla="*/ 4267200 h 4267200"/>
              <a:gd name="connsiteX41" fmla="*/ 3470728 w 12192000"/>
              <a:gd name="connsiteY41" fmla="*/ 4152456 h 4267200"/>
              <a:gd name="connsiteX42" fmla="*/ 3364433 w 12192000"/>
              <a:gd name="connsiteY42" fmla="*/ 3953121 h 4267200"/>
              <a:gd name="connsiteX43" fmla="*/ 3316479 w 12192000"/>
              <a:gd name="connsiteY43" fmla="*/ 3872136 h 4267200"/>
              <a:gd name="connsiteX44" fmla="*/ 3504482 w 12192000"/>
              <a:gd name="connsiteY44" fmla="*/ 4267200 h 4267200"/>
              <a:gd name="connsiteX45" fmla="*/ 3467547 w 12192000"/>
              <a:gd name="connsiteY45" fmla="*/ 4267200 h 4267200"/>
              <a:gd name="connsiteX46" fmla="*/ 3177952 w 12192000"/>
              <a:gd name="connsiteY46" fmla="*/ 3657386 h 4267200"/>
              <a:gd name="connsiteX47" fmla="*/ 3174829 w 12192000"/>
              <a:gd name="connsiteY47" fmla="*/ 3620110 h 4267200"/>
              <a:gd name="connsiteX48" fmla="*/ 11279315 w 12192000"/>
              <a:gd name="connsiteY48" fmla="*/ 3618448 h 4267200"/>
              <a:gd name="connsiteX49" fmla="*/ 11317765 w 12192000"/>
              <a:gd name="connsiteY49" fmla="*/ 3638405 h 4267200"/>
              <a:gd name="connsiteX50" fmla="*/ 11304886 w 12192000"/>
              <a:gd name="connsiteY50" fmla="*/ 4200582 h 4267200"/>
              <a:gd name="connsiteX51" fmla="*/ 11298904 w 12192000"/>
              <a:gd name="connsiteY51" fmla="*/ 4267200 h 4267200"/>
              <a:gd name="connsiteX52" fmla="*/ 11213088 w 12192000"/>
              <a:gd name="connsiteY52" fmla="*/ 4267200 h 4267200"/>
              <a:gd name="connsiteX53" fmla="*/ 11219157 w 12192000"/>
              <a:gd name="connsiteY53" fmla="*/ 4210725 h 4267200"/>
              <a:gd name="connsiteX54" fmla="*/ 11225213 w 12192000"/>
              <a:gd name="connsiteY54" fmla="*/ 3936722 h 4267200"/>
              <a:gd name="connsiteX55" fmla="*/ 11182914 w 12192000"/>
              <a:gd name="connsiteY55" fmla="*/ 4196771 h 4267200"/>
              <a:gd name="connsiteX56" fmla="*/ 11172266 w 12192000"/>
              <a:gd name="connsiteY56" fmla="*/ 4267200 h 4267200"/>
              <a:gd name="connsiteX57" fmla="*/ 11140975 w 12192000"/>
              <a:gd name="connsiteY57" fmla="*/ 4267200 h 4267200"/>
              <a:gd name="connsiteX58" fmla="*/ 11152239 w 12192000"/>
              <a:gd name="connsiteY58" fmla="*/ 4192628 h 4267200"/>
              <a:gd name="connsiteX59" fmla="*/ 11201005 w 12192000"/>
              <a:gd name="connsiteY59" fmla="*/ 3900089 h 4267200"/>
              <a:gd name="connsiteX60" fmla="*/ 11105754 w 12192000"/>
              <a:gd name="connsiteY60" fmla="*/ 4139192 h 4267200"/>
              <a:gd name="connsiteX61" fmla="*/ 11065821 w 12192000"/>
              <a:gd name="connsiteY61" fmla="*/ 4267200 h 4267200"/>
              <a:gd name="connsiteX62" fmla="*/ 10978133 w 12192000"/>
              <a:gd name="connsiteY62" fmla="*/ 4267200 h 4267200"/>
              <a:gd name="connsiteX63" fmla="*/ 11088889 w 12192000"/>
              <a:gd name="connsiteY63" fmla="*/ 3963916 h 4267200"/>
              <a:gd name="connsiteX64" fmla="*/ 11231212 w 12192000"/>
              <a:gd name="connsiteY64" fmla="*/ 3645474 h 4267200"/>
              <a:gd name="connsiteX65" fmla="*/ 11279315 w 12192000"/>
              <a:gd name="connsiteY65" fmla="*/ 3618448 h 4267200"/>
              <a:gd name="connsiteX66" fmla="*/ 10296877 w 12192000"/>
              <a:gd name="connsiteY66" fmla="*/ 3526602 h 4267200"/>
              <a:gd name="connsiteX67" fmla="*/ 10314210 w 12192000"/>
              <a:gd name="connsiteY67" fmla="*/ 3538353 h 4267200"/>
              <a:gd name="connsiteX68" fmla="*/ 10450858 w 12192000"/>
              <a:gd name="connsiteY68" fmla="*/ 3902477 h 4267200"/>
              <a:gd name="connsiteX69" fmla="*/ 10572255 w 12192000"/>
              <a:gd name="connsiteY69" fmla="*/ 4267200 h 4267200"/>
              <a:gd name="connsiteX70" fmla="*/ 10477642 w 12192000"/>
              <a:gd name="connsiteY70" fmla="*/ 4267200 h 4267200"/>
              <a:gd name="connsiteX71" fmla="*/ 10436479 w 12192000"/>
              <a:gd name="connsiteY71" fmla="*/ 4144570 h 4267200"/>
              <a:gd name="connsiteX72" fmla="*/ 10277529 w 12192000"/>
              <a:gd name="connsiteY72" fmla="*/ 3701307 h 4267200"/>
              <a:gd name="connsiteX73" fmla="*/ 10276797 w 12192000"/>
              <a:gd name="connsiteY73" fmla="*/ 3708672 h 4267200"/>
              <a:gd name="connsiteX74" fmla="*/ 10385906 w 12192000"/>
              <a:gd name="connsiteY74" fmla="*/ 4147031 h 4267200"/>
              <a:gd name="connsiteX75" fmla="*/ 10431445 w 12192000"/>
              <a:gd name="connsiteY75" fmla="*/ 4267200 h 4267200"/>
              <a:gd name="connsiteX76" fmla="*/ 10398237 w 12192000"/>
              <a:gd name="connsiteY76" fmla="*/ 4267200 h 4267200"/>
              <a:gd name="connsiteX77" fmla="*/ 10356661 w 12192000"/>
              <a:gd name="connsiteY77" fmla="*/ 4157302 h 4267200"/>
              <a:gd name="connsiteX78" fmla="*/ 10268559 w 12192000"/>
              <a:gd name="connsiteY78" fmla="*/ 3871054 h 4267200"/>
              <a:gd name="connsiteX79" fmla="*/ 10340065 w 12192000"/>
              <a:gd name="connsiteY79" fmla="*/ 4201637 h 4267200"/>
              <a:gd name="connsiteX80" fmla="*/ 10368861 w 12192000"/>
              <a:gd name="connsiteY80" fmla="*/ 4267200 h 4267200"/>
              <a:gd name="connsiteX81" fmla="*/ 10267862 w 12192000"/>
              <a:gd name="connsiteY81" fmla="*/ 4267200 h 4267200"/>
              <a:gd name="connsiteX82" fmla="*/ 10236210 w 12192000"/>
              <a:gd name="connsiteY82" fmla="*/ 4185635 h 4267200"/>
              <a:gd name="connsiteX83" fmla="*/ 10225980 w 12192000"/>
              <a:gd name="connsiteY83" fmla="*/ 3561061 h 4267200"/>
              <a:gd name="connsiteX84" fmla="*/ 10296877 w 12192000"/>
              <a:gd name="connsiteY84" fmla="*/ 3526602 h 4267200"/>
              <a:gd name="connsiteX85" fmla="*/ 3429186 w 12192000"/>
              <a:gd name="connsiteY85" fmla="*/ 3458784 h 4267200"/>
              <a:gd name="connsiteX86" fmla="*/ 3446761 w 12192000"/>
              <a:gd name="connsiteY86" fmla="*/ 3461278 h 4267200"/>
              <a:gd name="connsiteX87" fmla="*/ 4419733 w 12192000"/>
              <a:gd name="connsiteY87" fmla="*/ 3963555 h 4267200"/>
              <a:gd name="connsiteX88" fmla="*/ 4659448 w 12192000"/>
              <a:gd name="connsiteY88" fmla="*/ 4172746 h 4267200"/>
              <a:gd name="connsiteX89" fmla="*/ 4719140 w 12192000"/>
              <a:gd name="connsiteY89" fmla="*/ 4267200 h 4267200"/>
              <a:gd name="connsiteX90" fmla="*/ 4641222 w 12192000"/>
              <a:gd name="connsiteY90" fmla="*/ 4267200 h 4267200"/>
              <a:gd name="connsiteX91" fmla="*/ 4599968 w 12192000"/>
              <a:gd name="connsiteY91" fmla="*/ 4207074 h 4267200"/>
              <a:gd name="connsiteX92" fmla="*/ 4136093 w 12192000"/>
              <a:gd name="connsiteY92" fmla="*/ 3858466 h 4267200"/>
              <a:gd name="connsiteX93" fmla="*/ 3670252 w 12192000"/>
              <a:gd name="connsiteY93" fmla="*/ 3622798 h 4267200"/>
              <a:gd name="connsiteX94" fmla="*/ 3817258 w 12192000"/>
              <a:gd name="connsiteY94" fmla="*/ 3723577 h 4267200"/>
              <a:gd name="connsiteX95" fmla="*/ 4000461 w 12192000"/>
              <a:gd name="connsiteY95" fmla="*/ 3855966 h 4267200"/>
              <a:gd name="connsiteX96" fmla="*/ 4088180 w 12192000"/>
              <a:gd name="connsiteY96" fmla="*/ 3929774 h 4267200"/>
              <a:gd name="connsiteX97" fmla="*/ 4184555 w 12192000"/>
              <a:gd name="connsiteY97" fmla="*/ 4010683 h 4267200"/>
              <a:gd name="connsiteX98" fmla="*/ 4399563 w 12192000"/>
              <a:gd name="connsiteY98" fmla="*/ 4158106 h 4267200"/>
              <a:gd name="connsiteX99" fmla="*/ 4546299 w 12192000"/>
              <a:gd name="connsiteY99" fmla="*/ 4254934 h 4267200"/>
              <a:gd name="connsiteX100" fmla="*/ 4561743 w 12192000"/>
              <a:gd name="connsiteY100" fmla="*/ 4267200 h 4267200"/>
              <a:gd name="connsiteX101" fmla="*/ 4509274 w 12192000"/>
              <a:gd name="connsiteY101" fmla="*/ 4267200 h 4267200"/>
              <a:gd name="connsiteX102" fmla="*/ 4383389 w 12192000"/>
              <a:gd name="connsiteY102" fmla="*/ 4184369 h 4267200"/>
              <a:gd name="connsiteX103" fmla="*/ 4165508 w 12192000"/>
              <a:gd name="connsiteY103" fmla="*/ 4035196 h 4267200"/>
              <a:gd name="connsiteX104" fmla="*/ 4068162 w 12192000"/>
              <a:gd name="connsiteY104" fmla="*/ 3953394 h 4267200"/>
              <a:gd name="connsiteX105" fmla="*/ 3981416 w 12192000"/>
              <a:gd name="connsiteY105" fmla="*/ 3880482 h 4267200"/>
              <a:gd name="connsiteX106" fmla="*/ 3800147 w 12192000"/>
              <a:gd name="connsiteY106" fmla="*/ 3749872 h 4267200"/>
              <a:gd name="connsiteX107" fmla="*/ 3655073 w 12192000"/>
              <a:gd name="connsiteY107" fmla="*/ 3650884 h 4267200"/>
              <a:gd name="connsiteX108" fmla="*/ 3989938 w 12192000"/>
              <a:gd name="connsiteY108" fmla="*/ 3991685 h 4267200"/>
              <a:gd name="connsiteX109" fmla="*/ 4393907 w 12192000"/>
              <a:gd name="connsiteY109" fmla="*/ 4261258 h 4267200"/>
              <a:gd name="connsiteX110" fmla="*/ 4408201 w 12192000"/>
              <a:gd name="connsiteY110" fmla="*/ 4267200 h 4267200"/>
              <a:gd name="connsiteX111" fmla="*/ 4250346 w 12192000"/>
              <a:gd name="connsiteY111" fmla="*/ 4267200 h 4267200"/>
              <a:gd name="connsiteX112" fmla="*/ 4245269 w 12192000"/>
              <a:gd name="connsiteY112" fmla="*/ 4265040 h 4267200"/>
              <a:gd name="connsiteX113" fmla="*/ 4036318 w 12192000"/>
              <a:gd name="connsiteY113" fmla="*/ 4147013 h 4267200"/>
              <a:gd name="connsiteX114" fmla="*/ 3432098 w 12192000"/>
              <a:gd name="connsiteY114" fmla="*/ 3537312 h 4267200"/>
              <a:gd name="connsiteX115" fmla="*/ 3429186 w 12192000"/>
              <a:gd name="connsiteY115" fmla="*/ 3458784 h 4267200"/>
              <a:gd name="connsiteX116" fmla="*/ 9334796 w 12192000"/>
              <a:gd name="connsiteY116" fmla="*/ 3456584 h 4267200"/>
              <a:gd name="connsiteX117" fmla="*/ 9651570 w 12192000"/>
              <a:gd name="connsiteY117" fmla="*/ 3826505 h 4267200"/>
              <a:gd name="connsiteX118" fmla="*/ 9334796 w 12192000"/>
              <a:gd name="connsiteY118" fmla="*/ 3456584 h 4267200"/>
              <a:gd name="connsiteX119" fmla="*/ 4440129 w 12192000"/>
              <a:gd name="connsiteY119" fmla="*/ 3448571 h 4267200"/>
              <a:gd name="connsiteX120" fmla="*/ 4856525 w 12192000"/>
              <a:gd name="connsiteY120" fmla="*/ 3915351 h 4267200"/>
              <a:gd name="connsiteX121" fmla="*/ 5059055 w 12192000"/>
              <a:gd name="connsiteY121" fmla="*/ 4108918 h 4267200"/>
              <a:gd name="connsiteX122" fmla="*/ 5290070 w 12192000"/>
              <a:gd name="connsiteY122" fmla="*/ 4263619 h 4267200"/>
              <a:gd name="connsiteX123" fmla="*/ 4834991 w 12192000"/>
              <a:gd name="connsiteY123" fmla="*/ 3830985 h 4267200"/>
              <a:gd name="connsiteX124" fmla="*/ 4440129 w 12192000"/>
              <a:gd name="connsiteY124" fmla="*/ 3448571 h 4267200"/>
              <a:gd name="connsiteX125" fmla="*/ 5425834 w 12192000"/>
              <a:gd name="connsiteY125" fmla="*/ 3162785 h 4267200"/>
              <a:gd name="connsiteX126" fmla="*/ 5401644 w 12192000"/>
              <a:gd name="connsiteY126" fmla="*/ 3617847 h 4267200"/>
              <a:gd name="connsiteX127" fmla="*/ 5467256 w 12192000"/>
              <a:gd name="connsiteY127" fmla="*/ 4175494 h 4267200"/>
              <a:gd name="connsiteX128" fmla="*/ 5448069 w 12192000"/>
              <a:gd name="connsiteY128" fmla="*/ 3567554 h 4267200"/>
              <a:gd name="connsiteX129" fmla="*/ 1318687 w 12192000"/>
              <a:gd name="connsiteY129" fmla="*/ 3113840 h 4267200"/>
              <a:gd name="connsiteX130" fmla="*/ 1066793 w 12192000"/>
              <a:gd name="connsiteY130" fmla="*/ 3212171 h 4267200"/>
              <a:gd name="connsiteX131" fmla="*/ 993319 w 12192000"/>
              <a:gd name="connsiteY131" fmla="*/ 3247648 h 4267200"/>
              <a:gd name="connsiteX132" fmla="*/ 853081 w 12192000"/>
              <a:gd name="connsiteY132" fmla="*/ 3312410 h 4267200"/>
              <a:gd name="connsiteX133" fmla="*/ 805957 w 12192000"/>
              <a:gd name="connsiteY133" fmla="*/ 3330443 h 4267200"/>
              <a:gd name="connsiteX134" fmla="*/ 1318687 w 12192000"/>
              <a:gd name="connsiteY134" fmla="*/ 3113840 h 4267200"/>
              <a:gd name="connsiteX135" fmla="*/ 5453702 w 12192000"/>
              <a:gd name="connsiteY135" fmla="*/ 3090882 h 4267200"/>
              <a:gd name="connsiteX136" fmla="*/ 5480135 w 12192000"/>
              <a:gd name="connsiteY136" fmla="*/ 3565802 h 4267200"/>
              <a:gd name="connsiteX137" fmla="*/ 5499023 w 12192000"/>
              <a:gd name="connsiteY137" fmla="*/ 4166310 h 4267200"/>
              <a:gd name="connsiteX138" fmla="*/ 5547022 w 12192000"/>
              <a:gd name="connsiteY138" fmla="*/ 3607838 h 4267200"/>
              <a:gd name="connsiteX139" fmla="*/ 5515964 w 12192000"/>
              <a:gd name="connsiteY139" fmla="*/ 3378541 h 4267200"/>
              <a:gd name="connsiteX140" fmla="*/ 5453702 w 12192000"/>
              <a:gd name="connsiteY140" fmla="*/ 3090882 h 4267200"/>
              <a:gd name="connsiteX141" fmla="*/ 9790480 w 12192000"/>
              <a:gd name="connsiteY141" fmla="*/ 3078533 h 4267200"/>
              <a:gd name="connsiteX142" fmla="*/ 9763295 w 12192000"/>
              <a:gd name="connsiteY142" fmla="*/ 3245370 h 4267200"/>
              <a:gd name="connsiteX143" fmla="*/ 9736458 w 12192000"/>
              <a:gd name="connsiteY143" fmla="*/ 3758413 h 4267200"/>
              <a:gd name="connsiteX144" fmla="*/ 9763499 w 12192000"/>
              <a:gd name="connsiteY144" fmla="*/ 3528057 h 4267200"/>
              <a:gd name="connsiteX145" fmla="*/ 9793906 w 12192000"/>
              <a:gd name="connsiteY145" fmla="*/ 3231157 h 4267200"/>
              <a:gd name="connsiteX146" fmla="*/ 9791874 w 12192000"/>
              <a:gd name="connsiteY146" fmla="*/ 3142788 h 4267200"/>
              <a:gd name="connsiteX147" fmla="*/ 9790480 w 12192000"/>
              <a:gd name="connsiteY147" fmla="*/ 3078533 h 4267200"/>
              <a:gd name="connsiteX148" fmla="*/ 1238695 w 12192000"/>
              <a:gd name="connsiteY148" fmla="*/ 3076820 h 4267200"/>
              <a:gd name="connsiteX149" fmla="*/ 716371 w 12192000"/>
              <a:gd name="connsiteY149" fmla="*/ 3293249 h 4267200"/>
              <a:gd name="connsiteX150" fmla="*/ 579522 w 12192000"/>
              <a:gd name="connsiteY150" fmla="*/ 3371759 h 4267200"/>
              <a:gd name="connsiteX151" fmla="*/ 600288 w 12192000"/>
              <a:gd name="connsiteY151" fmla="*/ 3365555 h 4267200"/>
              <a:gd name="connsiteX152" fmla="*/ 840692 w 12192000"/>
              <a:gd name="connsiteY152" fmla="*/ 3284921 h 4267200"/>
              <a:gd name="connsiteX153" fmla="*/ 979248 w 12192000"/>
              <a:gd name="connsiteY153" fmla="*/ 3221003 h 4267200"/>
              <a:gd name="connsiteX154" fmla="*/ 1053282 w 12192000"/>
              <a:gd name="connsiteY154" fmla="*/ 3185247 h 4267200"/>
              <a:gd name="connsiteX155" fmla="*/ 1320603 w 12192000"/>
              <a:gd name="connsiteY155" fmla="*/ 3081281 h 4267200"/>
              <a:gd name="connsiteX156" fmla="*/ 1238695 w 12192000"/>
              <a:gd name="connsiteY156" fmla="*/ 3076820 h 4267200"/>
              <a:gd name="connsiteX157" fmla="*/ 5425627 w 12192000"/>
              <a:gd name="connsiteY157" fmla="*/ 2954192 h 4267200"/>
              <a:gd name="connsiteX158" fmla="*/ 5470770 w 12192000"/>
              <a:gd name="connsiteY158" fmla="*/ 3005435 h 4267200"/>
              <a:gd name="connsiteX159" fmla="*/ 5567647 w 12192000"/>
              <a:gd name="connsiteY159" fmla="*/ 4190286 h 4267200"/>
              <a:gd name="connsiteX160" fmla="*/ 5545854 w 12192000"/>
              <a:gd name="connsiteY160" fmla="*/ 4267200 h 4267200"/>
              <a:gd name="connsiteX161" fmla="*/ 5391871 w 12192000"/>
              <a:gd name="connsiteY161" fmla="*/ 4267200 h 4267200"/>
              <a:gd name="connsiteX162" fmla="*/ 5318171 w 12192000"/>
              <a:gd name="connsiteY162" fmla="*/ 4175818 h 4267200"/>
              <a:gd name="connsiteX163" fmla="*/ 4943646 w 12192000"/>
              <a:gd name="connsiteY163" fmla="*/ 3822916 h 4267200"/>
              <a:gd name="connsiteX164" fmla="*/ 4594837 w 12192000"/>
              <a:gd name="connsiteY164" fmla="*/ 3532274 h 4267200"/>
              <a:gd name="connsiteX165" fmla="*/ 4441737 w 12192000"/>
              <a:gd name="connsiteY165" fmla="*/ 3399734 h 4267200"/>
              <a:gd name="connsiteX166" fmla="*/ 4431236 w 12192000"/>
              <a:gd name="connsiteY166" fmla="*/ 3400954 h 4267200"/>
              <a:gd name="connsiteX167" fmla="*/ 4557150 w 12192000"/>
              <a:gd name="connsiteY167" fmla="*/ 3510023 h 4267200"/>
              <a:gd name="connsiteX168" fmla="*/ 4856936 w 12192000"/>
              <a:gd name="connsiteY168" fmla="*/ 3809146 h 4267200"/>
              <a:gd name="connsiteX169" fmla="*/ 5111996 w 12192000"/>
              <a:gd name="connsiteY169" fmla="*/ 4065759 h 4267200"/>
              <a:gd name="connsiteX170" fmla="*/ 5246890 w 12192000"/>
              <a:gd name="connsiteY170" fmla="*/ 4187633 h 4267200"/>
              <a:gd name="connsiteX171" fmla="*/ 5347266 w 12192000"/>
              <a:gd name="connsiteY171" fmla="*/ 4267200 h 4267200"/>
              <a:gd name="connsiteX172" fmla="*/ 5164092 w 12192000"/>
              <a:gd name="connsiteY172" fmla="*/ 4267200 h 4267200"/>
              <a:gd name="connsiteX173" fmla="*/ 5108945 w 12192000"/>
              <a:gd name="connsiteY173" fmla="*/ 4232176 h 4267200"/>
              <a:gd name="connsiteX174" fmla="*/ 4294126 w 12192000"/>
              <a:gd name="connsiteY174" fmla="*/ 3303048 h 4267200"/>
              <a:gd name="connsiteX175" fmla="*/ 4305321 w 12192000"/>
              <a:gd name="connsiteY175" fmla="*/ 3256953 h 4267200"/>
              <a:gd name="connsiteX176" fmla="*/ 4949299 w 12192000"/>
              <a:gd name="connsiteY176" fmla="*/ 3766336 h 4267200"/>
              <a:gd name="connsiteX177" fmla="*/ 5291452 w 12192000"/>
              <a:gd name="connsiteY177" fmla="*/ 4076801 h 4267200"/>
              <a:gd name="connsiteX178" fmla="*/ 5434998 w 12192000"/>
              <a:gd name="connsiteY178" fmla="*/ 4254100 h 4267200"/>
              <a:gd name="connsiteX179" fmla="*/ 5351015 w 12192000"/>
              <a:gd name="connsiteY179" fmla="*/ 3760989 h 4267200"/>
              <a:gd name="connsiteX180" fmla="*/ 5413780 w 12192000"/>
              <a:gd name="connsiteY180" fmla="*/ 2966265 h 4267200"/>
              <a:gd name="connsiteX181" fmla="*/ 5425627 w 12192000"/>
              <a:gd name="connsiteY181" fmla="*/ 2954192 h 4267200"/>
              <a:gd name="connsiteX182" fmla="*/ 8380397 w 12192000"/>
              <a:gd name="connsiteY182" fmla="*/ 2896659 h 4267200"/>
              <a:gd name="connsiteX183" fmla="*/ 8634801 w 12192000"/>
              <a:gd name="connsiteY183" fmla="*/ 3304169 h 4267200"/>
              <a:gd name="connsiteX184" fmla="*/ 8971448 w 12192000"/>
              <a:gd name="connsiteY184" fmla="*/ 3675946 h 4267200"/>
              <a:gd name="connsiteX185" fmla="*/ 8820691 w 12192000"/>
              <a:gd name="connsiteY185" fmla="*/ 3486482 h 4267200"/>
              <a:gd name="connsiteX186" fmla="*/ 8807612 w 12192000"/>
              <a:gd name="connsiteY186" fmla="*/ 3467256 h 4267200"/>
              <a:gd name="connsiteX187" fmla="*/ 8556796 w 12192000"/>
              <a:gd name="connsiteY187" fmla="*/ 3116474 h 4267200"/>
              <a:gd name="connsiteX188" fmla="*/ 8427018 w 12192000"/>
              <a:gd name="connsiteY188" fmla="*/ 2948853 h 4267200"/>
              <a:gd name="connsiteX189" fmla="*/ 8380397 w 12192000"/>
              <a:gd name="connsiteY189" fmla="*/ 2896659 h 4267200"/>
              <a:gd name="connsiteX190" fmla="*/ 9831020 w 12192000"/>
              <a:gd name="connsiteY190" fmla="*/ 2871730 h 4267200"/>
              <a:gd name="connsiteX191" fmla="*/ 9827707 w 12192000"/>
              <a:gd name="connsiteY191" fmla="*/ 2915231 h 4267200"/>
              <a:gd name="connsiteX192" fmla="*/ 9820699 w 12192000"/>
              <a:gd name="connsiteY192" fmla="*/ 3051540 h 4267200"/>
              <a:gd name="connsiteX193" fmla="*/ 9822525 w 12192000"/>
              <a:gd name="connsiteY193" fmla="*/ 3140814 h 4267200"/>
              <a:gd name="connsiteX194" fmla="*/ 9824704 w 12192000"/>
              <a:gd name="connsiteY194" fmla="*/ 3230628 h 4267200"/>
              <a:gd name="connsiteX195" fmla="*/ 9793821 w 12192000"/>
              <a:gd name="connsiteY195" fmla="*/ 3531652 h 4267200"/>
              <a:gd name="connsiteX196" fmla="*/ 9767436 w 12192000"/>
              <a:gd name="connsiteY196" fmla="*/ 3750864 h 4267200"/>
              <a:gd name="connsiteX197" fmla="*/ 9814477 w 12192000"/>
              <a:gd name="connsiteY197" fmla="*/ 3662531 h 4267200"/>
              <a:gd name="connsiteX198" fmla="*/ 9831020 w 12192000"/>
              <a:gd name="connsiteY198" fmla="*/ 2871730 h 4267200"/>
              <a:gd name="connsiteX199" fmla="*/ 8380521 w 12192000"/>
              <a:gd name="connsiteY199" fmla="*/ 2850596 h 4267200"/>
              <a:gd name="connsiteX200" fmla="*/ 8451446 w 12192000"/>
              <a:gd name="connsiteY200" fmla="*/ 2928627 h 4267200"/>
              <a:gd name="connsiteX201" fmla="*/ 8582269 w 12192000"/>
              <a:gd name="connsiteY201" fmla="*/ 3097880 h 4267200"/>
              <a:gd name="connsiteX202" fmla="*/ 8833783 w 12192000"/>
              <a:gd name="connsiteY202" fmla="*/ 3449753 h 4267200"/>
              <a:gd name="connsiteX203" fmla="*/ 8846863 w 12192000"/>
              <a:gd name="connsiteY203" fmla="*/ 3468981 h 4267200"/>
              <a:gd name="connsiteX204" fmla="*/ 8960046 w 12192000"/>
              <a:gd name="connsiteY204" fmla="*/ 3620389 h 4267200"/>
              <a:gd name="connsiteX205" fmla="*/ 8380521 w 12192000"/>
              <a:gd name="connsiteY205" fmla="*/ 2850596 h 4267200"/>
              <a:gd name="connsiteX206" fmla="*/ 9854151 w 12192000"/>
              <a:gd name="connsiteY206" fmla="*/ 2642862 h 4267200"/>
              <a:gd name="connsiteX207" fmla="*/ 9871341 w 12192000"/>
              <a:gd name="connsiteY207" fmla="*/ 2659697 h 4267200"/>
              <a:gd name="connsiteX208" fmla="*/ 9966678 w 12192000"/>
              <a:gd name="connsiteY208" fmla="*/ 3423399 h 4267200"/>
              <a:gd name="connsiteX209" fmla="*/ 9880832 w 12192000"/>
              <a:gd name="connsiteY209" fmla="*/ 3700562 h 4267200"/>
              <a:gd name="connsiteX210" fmla="*/ 9896024 w 12192000"/>
              <a:gd name="connsiteY210" fmla="*/ 4178295 h 4267200"/>
              <a:gd name="connsiteX211" fmla="*/ 10028060 w 12192000"/>
              <a:gd name="connsiteY211" fmla="*/ 4267200 h 4267200"/>
              <a:gd name="connsiteX212" fmla="*/ 9651813 w 12192000"/>
              <a:gd name="connsiteY212" fmla="*/ 4267200 h 4267200"/>
              <a:gd name="connsiteX213" fmla="*/ 9814527 w 12192000"/>
              <a:gd name="connsiteY213" fmla="*/ 4248048 h 4267200"/>
              <a:gd name="connsiteX214" fmla="*/ 9615182 w 12192000"/>
              <a:gd name="connsiteY214" fmla="*/ 4220499 h 4267200"/>
              <a:gd name="connsiteX215" fmla="*/ 9465210 w 12192000"/>
              <a:gd name="connsiteY215" fmla="*/ 4242240 h 4267200"/>
              <a:gd name="connsiteX216" fmla="*/ 9387108 w 12192000"/>
              <a:gd name="connsiteY216" fmla="*/ 4267200 h 4267200"/>
              <a:gd name="connsiteX217" fmla="*/ 9268441 w 12192000"/>
              <a:gd name="connsiteY217" fmla="*/ 4267200 h 4267200"/>
              <a:gd name="connsiteX218" fmla="*/ 9307676 w 12192000"/>
              <a:gd name="connsiteY218" fmla="*/ 4251276 h 4267200"/>
              <a:gd name="connsiteX219" fmla="*/ 9761570 w 12192000"/>
              <a:gd name="connsiteY219" fmla="*/ 4182283 h 4267200"/>
              <a:gd name="connsiteX220" fmla="*/ 9368237 w 12192000"/>
              <a:gd name="connsiteY220" fmla="*/ 3949470 h 4267200"/>
              <a:gd name="connsiteX221" fmla="*/ 9354614 w 12192000"/>
              <a:gd name="connsiteY221" fmla="*/ 3951288 h 4267200"/>
              <a:gd name="connsiteX222" fmla="*/ 8364351 w 12192000"/>
              <a:gd name="connsiteY222" fmla="*/ 4159267 h 4267200"/>
              <a:gd name="connsiteX223" fmla="*/ 8386567 w 12192000"/>
              <a:gd name="connsiteY223" fmla="*/ 4119760 h 4267200"/>
              <a:gd name="connsiteX224" fmla="*/ 9231713 w 12192000"/>
              <a:gd name="connsiteY224" fmla="*/ 3873539 h 4267200"/>
              <a:gd name="connsiteX225" fmla="*/ 9023301 w 12192000"/>
              <a:gd name="connsiteY225" fmla="*/ 3763109 h 4267200"/>
              <a:gd name="connsiteX226" fmla="*/ 9010556 w 12192000"/>
              <a:gd name="connsiteY226" fmla="*/ 3758998 h 4267200"/>
              <a:gd name="connsiteX227" fmla="*/ 8604324 w 12192000"/>
              <a:gd name="connsiteY227" fmla="*/ 3417171 h 4267200"/>
              <a:gd name="connsiteX228" fmla="*/ 8218577 w 12192000"/>
              <a:gd name="connsiteY228" fmla="*/ 2770227 h 4267200"/>
              <a:gd name="connsiteX229" fmla="*/ 8222774 w 12192000"/>
              <a:gd name="connsiteY229" fmla="*/ 2749954 h 4267200"/>
              <a:gd name="connsiteX230" fmla="*/ 8297623 w 12192000"/>
              <a:gd name="connsiteY230" fmla="*/ 2731935 h 4267200"/>
              <a:gd name="connsiteX231" fmla="*/ 9090618 w 12192000"/>
              <a:gd name="connsiteY231" fmla="*/ 3716225 h 4267200"/>
              <a:gd name="connsiteX232" fmla="*/ 9762441 w 12192000"/>
              <a:gd name="connsiteY232" fmla="*/ 4093587 h 4267200"/>
              <a:gd name="connsiteX233" fmla="*/ 9717826 w 12192000"/>
              <a:gd name="connsiteY233" fmla="*/ 3916719 h 4267200"/>
              <a:gd name="connsiteX234" fmla="*/ 9713123 w 12192000"/>
              <a:gd name="connsiteY234" fmla="*/ 3916663 h 4267200"/>
              <a:gd name="connsiteX235" fmla="*/ 9175594 w 12192000"/>
              <a:gd name="connsiteY235" fmla="*/ 3326950 h 4267200"/>
              <a:gd name="connsiteX236" fmla="*/ 9253941 w 12192000"/>
              <a:gd name="connsiteY236" fmla="*/ 3287566 h 4267200"/>
              <a:gd name="connsiteX237" fmla="*/ 9625671 w 12192000"/>
              <a:gd name="connsiteY237" fmla="*/ 3639960 h 4267200"/>
              <a:gd name="connsiteX238" fmla="*/ 9656881 w 12192000"/>
              <a:gd name="connsiteY238" fmla="*/ 3333361 h 4267200"/>
              <a:gd name="connsiteX239" fmla="*/ 9782066 w 12192000"/>
              <a:gd name="connsiteY239" fmla="*/ 2680771 h 4267200"/>
              <a:gd name="connsiteX240" fmla="*/ 9854151 w 12192000"/>
              <a:gd name="connsiteY240" fmla="*/ 2642862 h 4267200"/>
              <a:gd name="connsiteX241" fmla="*/ 11114299 w 12192000"/>
              <a:gd name="connsiteY241" fmla="*/ 2390555 h 4267200"/>
              <a:gd name="connsiteX242" fmla="*/ 11113373 w 12192000"/>
              <a:gd name="connsiteY242" fmla="*/ 2392739 h 4267200"/>
              <a:gd name="connsiteX243" fmla="*/ 11117197 w 12192000"/>
              <a:gd name="connsiteY243" fmla="*/ 2394358 h 4267200"/>
              <a:gd name="connsiteX244" fmla="*/ 11114299 w 12192000"/>
              <a:gd name="connsiteY244" fmla="*/ 2390555 h 4267200"/>
              <a:gd name="connsiteX245" fmla="*/ 10506276 w 12192000"/>
              <a:gd name="connsiteY245" fmla="*/ 2118977 h 4267200"/>
              <a:gd name="connsiteX246" fmla="*/ 10431542 w 12192000"/>
              <a:gd name="connsiteY246" fmla="*/ 2525128 h 4267200"/>
              <a:gd name="connsiteX247" fmla="*/ 10391375 w 12192000"/>
              <a:gd name="connsiteY247" fmla="*/ 2667145 h 4267200"/>
              <a:gd name="connsiteX248" fmla="*/ 10355047 w 12192000"/>
              <a:gd name="connsiteY248" fmla="*/ 2832031 h 4267200"/>
              <a:gd name="connsiteX249" fmla="*/ 10336080 w 12192000"/>
              <a:gd name="connsiteY249" fmla="*/ 2927011 h 4267200"/>
              <a:gd name="connsiteX250" fmla="*/ 10389394 w 12192000"/>
              <a:gd name="connsiteY250" fmla="*/ 2782834 h 4267200"/>
              <a:gd name="connsiteX251" fmla="*/ 10506276 w 12192000"/>
              <a:gd name="connsiteY251" fmla="*/ 2118977 h 4267200"/>
              <a:gd name="connsiteX252" fmla="*/ 11538179 w 12192000"/>
              <a:gd name="connsiteY252" fmla="*/ 2090376 h 4267200"/>
              <a:gd name="connsiteX253" fmla="*/ 11577479 w 12192000"/>
              <a:gd name="connsiteY253" fmla="*/ 2228695 h 4267200"/>
              <a:gd name="connsiteX254" fmla="*/ 11586754 w 12192000"/>
              <a:gd name="connsiteY254" fmla="*/ 2266098 h 4267200"/>
              <a:gd name="connsiteX255" fmla="*/ 11609011 w 12192000"/>
              <a:gd name="connsiteY255" fmla="*/ 2353427 h 4267200"/>
              <a:gd name="connsiteX256" fmla="*/ 11761579 w 12192000"/>
              <a:gd name="connsiteY256" fmla="*/ 2703223 h 4267200"/>
              <a:gd name="connsiteX257" fmla="*/ 11877711 w 12192000"/>
              <a:gd name="connsiteY257" fmla="*/ 2947465 h 4267200"/>
              <a:gd name="connsiteX258" fmla="*/ 11538179 w 12192000"/>
              <a:gd name="connsiteY258" fmla="*/ 2090376 h 4267200"/>
              <a:gd name="connsiteX259" fmla="*/ 6604735 w 12192000"/>
              <a:gd name="connsiteY259" fmla="*/ 2041381 h 4267200"/>
              <a:gd name="connsiteX260" fmla="*/ 7204487 w 12192000"/>
              <a:gd name="connsiteY260" fmla="*/ 2742112 h 4267200"/>
              <a:gd name="connsiteX261" fmla="*/ 7131592 w 12192000"/>
              <a:gd name="connsiteY261" fmla="*/ 2672096 h 4267200"/>
              <a:gd name="connsiteX262" fmla="*/ 6996344 w 12192000"/>
              <a:gd name="connsiteY262" fmla="*/ 2518310 h 4267200"/>
              <a:gd name="connsiteX263" fmla="*/ 6735495 w 12192000"/>
              <a:gd name="connsiteY263" fmla="*/ 2196890 h 4267200"/>
              <a:gd name="connsiteX264" fmla="*/ 6721901 w 12192000"/>
              <a:gd name="connsiteY264" fmla="*/ 2179274 h 4267200"/>
              <a:gd name="connsiteX265" fmla="*/ 6604735 w 12192000"/>
              <a:gd name="connsiteY265" fmla="*/ 2041381 h 4267200"/>
              <a:gd name="connsiteX266" fmla="*/ 11488421 w 12192000"/>
              <a:gd name="connsiteY266" fmla="*/ 2034549 h 4267200"/>
              <a:gd name="connsiteX267" fmla="*/ 11840356 w 12192000"/>
              <a:gd name="connsiteY267" fmla="*/ 2932293 h 4267200"/>
              <a:gd name="connsiteX268" fmla="*/ 11736331 w 12192000"/>
              <a:gd name="connsiteY268" fmla="*/ 2715710 h 4267200"/>
              <a:gd name="connsiteX269" fmla="*/ 11581560 w 12192000"/>
              <a:gd name="connsiteY269" fmla="*/ 2360474 h 4267200"/>
              <a:gd name="connsiteX270" fmla="*/ 11558442 w 12192000"/>
              <a:gd name="connsiteY270" fmla="*/ 2272139 h 4267200"/>
              <a:gd name="connsiteX271" fmla="*/ 11549169 w 12192000"/>
              <a:gd name="connsiteY271" fmla="*/ 2234734 h 4267200"/>
              <a:gd name="connsiteX272" fmla="*/ 11488421 w 12192000"/>
              <a:gd name="connsiteY272" fmla="*/ 2034549 h 4267200"/>
              <a:gd name="connsiteX273" fmla="*/ 10468916 w 12192000"/>
              <a:gd name="connsiteY273" fmla="*/ 2032338 h 4267200"/>
              <a:gd name="connsiteX274" fmla="*/ 10421480 w 12192000"/>
              <a:gd name="connsiteY274" fmla="*/ 2185446 h 4267200"/>
              <a:gd name="connsiteX275" fmla="*/ 10351264 w 12192000"/>
              <a:gd name="connsiteY275" fmla="*/ 2591574 h 4267200"/>
              <a:gd name="connsiteX276" fmla="*/ 10294485 w 12192000"/>
              <a:gd name="connsiteY276" fmla="*/ 2991809 h 4267200"/>
              <a:gd name="connsiteX277" fmla="*/ 10327850 w 12192000"/>
              <a:gd name="connsiteY277" fmla="*/ 2826310 h 4267200"/>
              <a:gd name="connsiteX278" fmla="*/ 10364099 w 12192000"/>
              <a:gd name="connsiteY278" fmla="*/ 2660098 h 4267200"/>
              <a:gd name="connsiteX279" fmla="*/ 10404725 w 12192000"/>
              <a:gd name="connsiteY279" fmla="*/ 2516991 h 4267200"/>
              <a:gd name="connsiteX280" fmla="*/ 10478071 w 12192000"/>
              <a:gd name="connsiteY280" fmla="*/ 2114122 h 4267200"/>
              <a:gd name="connsiteX281" fmla="*/ 10468916 w 12192000"/>
              <a:gd name="connsiteY281" fmla="*/ 2032338 h 4267200"/>
              <a:gd name="connsiteX282" fmla="*/ 10573132 w 12192000"/>
              <a:gd name="connsiteY282" fmla="*/ 1991479 h 4267200"/>
              <a:gd name="connsiteX283" fmla="*/ 11066880 w 12192000"/>
              <a:gd name="connsiteY283" fmla="*/ 2371770 h 4267200"/>
              <a:gd name="connsiteX284" fmla="*/ 10573132 w 12192000"/>
              <a:gd name="connsiteY284" fmla="*/ 1991479 h 4267200"/>
              <a:gd name="connsiteX285" fmla="*/ 6591670 w 12192000"/>
              <a:gd name="connsiteY285" fmla="*/ 1988277 h 4267200"/>
              <a:gd name="connsiteX286" fmla="*/ 6747349 w 12192000"/>
              <a:gd name="connsiteY286" fmla="*/ 2160069 h 4267200"/>
              <a:gd name="connsiteX287" fmla="*/ 6760943 w 12192000"/>
              <a:gd name="connsiteY287" fmla="*/ 2177686 h 4267200"/>
              <a:gd name="connsiteX288" fmla="*/ 7021065 w 12192000"/>
              <a:gd name="connsiteY288" fmla="*/ 2498102 h 4267200"/>
              <a:gd name="connsiteX289" fmla="*/ 7155223 w 12192000"/>
              <a:gd name="connsiteY289" fmla="*/ 2650386 h 4267200"/>
              <a:gd name="connsiteX290" fmla="*/ 7203167 w 12192000"/>
              <a:gd name="connsiteY290" fmla="*/ 2697288 h 4267200"/>
              <a:gd name="connsiteX291" fmla="*/ 6937703 w 12192000"/>
              <a:gd name="connsiteY291" fmla="*/ 2321981 h 4267200"/>
              <a:gd name="connsiteX292" fmla="*/ 6591670 w 12192000"/>
              <a:gd name="connsiteY292" fmla="*/ 1988277 h 4267200"/>
              <a:gd name="connsiteX293" fmla="*/ 5798671 w 12192000"/>
              <a:gd name="connsiteY293" fmla="*/ 1981601 h 4267200"/>
              <a:gd name="connsiteX294" fmla="*/ 5754709 w 12192000"/>
              <a:gd name="connsiteY294" fmla="*/ 2071454 h 4267200"/>
              <a:gd name="connsiteX295" fmla="*/ 5763044 w 12192000"/>
              <a:gd name="connsiteY295" fmla="*/ 2842206 h 4267200"/>
              <a:gd name="connsiteX296" fmla="*/ 5764974 w 12192000"/>
              <a:gd name="connsiteY296" fmla="*/ 2799609 h 4267200"/>
              <a:gd name="connsiteX297" fmla="*/ 5767665 w 12192000"/>
              <a:gd name="connsiteY297" fmla="*/ 2666409 h 4267200"/>
              <a:gd name="connsiteX298" fmla="*/ 5763055 w 12192000"/>
              <a:gd name="connsiteY298" fmla="*/ 2579705 h 4267200"/>
              <a:gd name="connsiteX299" fmla="*/ 5758079 w 12192000"/>
              <a:gd name="connsiteY299" fmla="*/ 2492508 h 4267200"/>
              <a:gd name="connsiteX300" fmla="*/ 5779325 w 12192000"/>
              <a:gd name="connsiteY300" fmla="*/ 2197069 h 4267200"/>
              <a:gd name="connsiteX301" fmla="*/ 5798671 w 12192000"/>
              <a:gd name="connsiteY301" fmla="*/ 1981601 h 4267200"/>
              <a:gd name="connsiteX302" fmla="*/ 5829202 w 12192000"/>
              <a:gd name="connsiteY302" fmla="*/ 1971679 h 4267200"/>
              <a:gd name="connsiteX303" fmla="*/ 5809558 w 12192000"/>
              <a:gd name="connsiteY303" fmla="*/ 2198043 h 4267200"/>
              <a:gd name="connsiteX304" fmla="*/ 5788653 w 12192000"/>
              <a:gd name="connsiteY304" fmla="*/ 2489430 h 4267200"/>
              <a:gd name="connsiteX305" fmla="*/ 5793439 w 12192000"/>
              <a:gd name="connsiteY305" fmla="*/ 2575235 h 4267200"/>
              <a:gd name="connsiteX306" fmla="*/ 5796837 w 12192000"/>
              <a:gd name="connsiteY306" fmla="*/ 2637633 h 4267200"/>
              <a:gd name="connsiteX307" fmla="*/ 5818614 w 12192000"/>
              <a:gd name="connsiteY307" fmla="*/ 2473055 h 4267200"/>
              <a:gd name="connsiteX308" fmla="*/ 5829202 w 12192000"/>
              <a:gd name="connsiteY308" fmla="*/ 1971679 h 4267200"/>
              <a:gd name="connsiteX309" fmla="*/ 10578769 w 12192000"/>
              <a:gd name="connsiteY309" fmla="*/ 1962963 h 4267200"/>
              <a:gd name="connsiteX310" fmla="*/ 11073823 w 12192000"/>
              <a:gd name="connsiteY310" fmla="*/ 2338658 h 4267200"/>
              <a:gd name="connsiteX311" fmla="*/ 10578769 w 12192000"/>
              <a:gd name="connsiteY311" fmla="*/ 1962963 h 4267200"/>
              <a:gd name="connsiteX312" fmla="*/ 5911389 w 12192000"/>
              <a:gd name="connsiteY312" fmla="*/ 1898371 h 4267200"/>
              <a:gd name="connsiteX313" fmla="*/ 6237627 w 12192000"/>
              <a:gd name="connsiteY313" fmla="*/ 2231921 h 4267200"/>
              <a:gd name="connsiteX314" fmla="*/ 5911389 w 12192000"/>
              <a:gd name="connsiteY314" fmla="*/ 1898371 h 4267200"/>
              <a:gd name="connsiteX315" fmla="*/ 6944437 w 12192000"/>
              <a:gd name="connsiteY315" fmla="*/ 1575402 h 4267200"/>
              <a:gd name="connsiteX316" fmla="*/ 6304730 w 12192000"/>
              <a:gd name="connsiteY316" fmla="*/ 1766654 h 4267200"/>
              <a:gd name="connsiteX317" fmla="*/ 6944437 w 12192000"/>
              <a:gd name="connsiteY317" fmla="*/ 1575402 h 4267200"/>
              <a:gd name="connsiteX318" fmla="*/ 7019523 w 12192000"/>
              <a:gd name="connsiteY318" fmla="*/ 1519450 h 4267200"/>
              <a:gd name="connsiteX319" fmla="*/ 6298091 w 12192000"/>
              <a:gd name="connsiteY319" fmla="*/ 1737122 h 4267200"/>
              <a:gd name="connsiteX320" fmla="*/ 7019523 w 12192000"/>
              <a:gd name="connsiteY320" fmla="*/ 1519450 h 4267200"/>
              <a:gd name="connsiteX321" fmla="*/ 2399523 w 12192000"/>
              <a:gd name="connsiteY321" fmla="*/ 1428234 h 4267200"/>
              <a:gd name="connsiteX322" fmla="*/ 2224982 w 12192000"/>
              <a:gd name="connsiteY322" fmla="*/ 1826201 h 4267200"/>
              <a:gd name="connsiteX323" fmla="*/ 2096099 w 12192000"/>
              <a:gd name="connsiteY323" fmla="*/ 2345900 h 4267200"/>
              <a:gd name="connsiteX324" fmla="*/ 2283317 w 12192000"/>
              <a:gd name="connsiteY324" fmla="*/ 1796925 h 4267200"/>
              <a:gd name="connsiteX325" fmla="*/ 2448558 w 12192000"/>
              <a:gd name="connsiteY325" fmla="*/ 1373435 h 4267200"/>
              <a:gd name="connsiteX326" fmla="*/ 2312521 w 12192000"/>
              <a:gd name="connsiteY326" fmla="*/ 1806140 h 4267200"/>
              <a:gd name="connsiteX327" fmla="*/ 2127533 w 12192000"/>
              <a:gd name="connsiteY327" fmla="*/ 2348380 h 4267200"/>
              <a:gd name="connsiteX328" fmla="*/ 2358080 w 12192000"/>
              <a:gd name="connsiteY328" fmla="*/ 1866134 h 4267200"/>
              <a:gd name="connsiteX329" fmla="*/ 2407436 w 12192000"/>
              <a:gd name="connsiteY329" fmla="*/ 1651070 h 4267200"/>
              <a:gd name="connsiteX330" fmla="*/ 2448558 w 12192000"/>
              <a:gd name="connsiteY330" fmla="*/ 1373435 h 4267200"/>
              <a:gd name="connsiteX331" fmla="*/ 278707 w 12192000"/>
              <a:gd name="connsiteY331" fmla="*/ 1352270 h 4267200"/>
              <a:gd name="connsiteX332" fmla="*/ 321570 w 12192000"/>
              <a:gd name="connsiteY332" fmla="*/ 1861610 h 4267200"/>
              <a:gd name="connsiteX333" fmla="*/ 294281 w 12192000"/>
              <a:gd name="connsiteY333" fmla="*/ 1440658 h 4267200"/>
              <a:gd name="connsiteX334" fmla="*/ 1423821 w 12192000"/>
              <a:gd name="connsiteY334" fmla="*/ 1351958 h 4267200"/>
              <a:gd name="connsiteX335" fmla="*/ 1638521 w 12192000"/>
              <a:gd name="connsiteY335" fmla="*/ 1908470 h 4267200"/>
              <a:gd name="connsiteX336" fmla="*/ 1754199 w 12192000"/>
              <a:gd name="connsiteY336" fmla="*/ 2149284 h 4267200"/>
              <a:gd name="connsiteX337" fmla="*/ 1908359 w 12192000"/>
              <a:gd name="connsiteY337" fmla="*/ 2364988 h 4267200"/>
              <a:gd name="connsiteX338" fmla="*/ 1647661 w 12192000"/>
              <a:gd name="connsiteY338" fmla="*/ 1825945 h 4267200"/>
              <a:gd name="connsiteX339" fmla="*/ 1423821 w 12192000"/>
              <a:gd name="connsiteY339" fmla="*/ 1351958 h 4267200"/>
              <a:gd name="connsiteX340" fmla="*/ 9518298 w 12192000"/>
              <a:gd name="connsiteY340" fmla="*/ 1338235 h 4267200"/>
              <a:gd name="connsiteX341" fmla="*/ 9838009 w 12192000"/>
              <a:gd name="connsiteY341" fmla="*/ 2272553 h 4267200"/>
              <a:gd name="connsiteX342" fmla="*/ 9805906 w 12192000"/>
              <a:gd name="connsiteY342" fmla="*/ 2159819 h 4267200"/>
              <a:gd name="connsiteX343" fmla="*/ 9801623 w 12192000"/>
              <a:gd name="connsiteY343" fmla="*/ 2142555 h 4267200"/>
              <a:gd name="connsiteX344" fmla="*/ 9628671 w 12192000"/>
              <a:gd name="connsiteY344" fmla="*/ 1617375 h 4267200"/>
              <a:gd name="connsiteX345" fmla="*/ 9598299 w 12192000"/>
              <a:gd name="connsiteY345" fmla="*/ 1544643 h 4267200"/>
              <a:gd name="connsiteX346" fmla="*/ 9518298 w 12192000"/>
              <a:gd name="connsiteY346" fmla="*/ 1338235 h 4267200"/>
              <a:gd name="connsiteX347" fmla="*/ 1431890 w 12192000"/>
              <a:gd name="connsiteY347" fmla="*/ 1306475 h 4267200"/>
              <a:gd name="connsiteX348" fmla="*/ 1507597 w 12192000"/>
              <a:gd name="connsiteY348" fmla="*/ 1446132 h 4267200"/>
              <a:gd name="connsiteX349" fmla="*/ 1674586 w 12192000"/>
              <a:gd name="connsiteY349" fmla="*/ 1813832 h 4267200"/>
              <a:gd name="connsiteX350" fmla="*/ 1815950 w 12192000"/>
              <a:gd name="connsiteY350" fmla="*/ 2128564 h 4267200"/>
              <a:gd name="connsiteX351" fmla="*/ 1984242 w 12192000"/>
              <a:gd name="connsiteY351" fmla="*/ 2430829 h 4267200"/>
              <a:gd name="connsiteX352" fmla="*/ 2014023 w 12192000"/>
              <a:gd name="connsiteY352" fmla="*/ 2450995 h 4267200"/>
              <a:gd name="connsiteX353" fmla="*/ 1747337 w 12192000"/>
              <a:gd name="connsiteY353" fmla="*/ 1855264 h 4267200"/>
              <a:gd name="connsiteX354" fmla="*/ 1533749 w 12192000"/>
              <a:gd name="connsiteY354" fmla="*/ 1478656 h 4267200"/>
              <a:gd name="connsiteX355" fmla="*/ 1431890 w 12192000"/>
              <a:gd name="connsiteY355" fmla="*/ 1306475 h 4267200"/>
              <a:gd name="connsiteX356" fmla="*/ 5052692 w 12192000"/>
              <a:gd name="connsiteY356" fmla="*/ 1292994 h 4267200"/>
              <a:gd name="connsiteX357" fmla="*/ 5200661 w 12192000"/>
              <a:gd name="connsiteY357" fmla="*/ 1635186 h 4267200"/>
              <a:gd name="connsiteX358" fmla="*/ 5297138 w 12192000"/>
              <a:gd name="connsiteY358" fmla="*/ 1906351 h 4267200"/>
              <a:gd name="connsiteX359" fmla="*/ 5052692 w 12192000"/>
              <a:gd name="connsiteY359" fmla="*/ 1292994 h 4267200"/>
              <a:gd name="connsiteX360" fmla="*/ 9528078 w 12192000"/>
              <a:gd name="connsiteY360" fmla="*/ 1278636 h 4267200"/>
              <a:gd name="connsiteX361" fmla="*/ 9623946 w 12192000"/>
              <a:gd name="connsiteY361" fmla="*/ 1534260 h 4267200"/>
              <a:gd name="connsiteX362" fmla="*/ 9654858 w 12192000"/>
              <a:gd name="connsiteY362" fmla="*/ 1607218 h 4267200"/>
              <a:gd name="connsiteX363" fmla="*/ 9826304 w 12192000"/>
              <a:gd name="connsiteY363" fmla="*/ 2125320 h 4267200"/>
              <a:gd name="connsiteX364" fmla="*/ 9701198 w 12192000"/>
              <a:gd name="connsiteY364" fmla="*/ 1646797 h 4267200"/>
              <a:gd name="connsiteX365" fmla="*/ 9528078 w 12192000"/>
              <a:gd name="connsiteY365" fmla="*/ 1278636 h 4267200"/>
              <a:gd name="connsiteX366" fmla="*/ 5009948 w 12192000"/>
              <a:gd name="connsiteY366" fmla="*/ 1273619 h 4267200"/>
              <a:gd name="connsiteX367" fmla="*/ 5121777 w 12192000"/>
              <a:gd name="connsiteY367" fmla="*/ 1654213 h 4267200"/>
              <a:gd name="connsiteX368" fmla="*/ 5293545 w 12192000"/>
              <a:gd name="connsiteY368" fmla="*/ 2072247 h 4267200"/>
              <a:gd name="connsiteX369" fmla="*/ 5294042 w 12192000"/>
              <a:gd name="connsiteY369" fmla="*/ 2065019 h 4267200"/>
              <a:gd name="connsiteX370" fmla="*/ 5171936 w 12192000"/>
              <a:gd name="connsiteY370" fmla="*/ 1647613 h 4267200"/>
              <a:gd name="connsiteX371" fmla="*/ 5009948 w 12192000"/>
              <a:gd name="connsiteY371" fmla="*/ 1273619 h 4267200"/>
              <a:gd name="connsiteX372" fmla="*/ 655236 w 12192000"/>
              <a:gd name="connsiteY372" fmla="*/ 1268632 h 4267200"/>
              <a:gd name="connsiteX373" fmla="*/ 839521 w 12192000"/>
              <a:gd name="connsiteY373" fmla="*/ 1685315 h 4267200"/>
              <a:gd name="connsiteX374" fmla="*/ 1109416 w 12192000"/>
              <a:gd name="connsiteY374" fmla="*/ 2061663 h 4267200"/>
              <a:gd name="connsiteX375" fmla="*/ 1298300 w 12192000"/>
              <a:gd name="connsiteY375" fmla="*/ 2247742 h 4267200"/>
              <a:gd name="connsiteX376" fmla="*/ 1125871 w 12192000"/>
              <a:gd name="connsiteY376" fmla="*/ 1989513 h 4267200"/>
              <a:gd name="connsiteX377" fmla="*/ 981574 w 12192000"/>
              <a:gd name="connsiteY377" fmla="*/ 1783157 h 4267200"/>
              <a:gd name="connsiteX378" fmla="*/ 922198 w 12192000"/>
              <a:gd name="connsiteY378" fmla="*/ 1677437 h 4267200"/>
              <a:gd name="connsiteX379" fmla="*/ 869293 w 12192000"/>
              <a:gd name="connsiteY379" fmla="*/ 1583214 h 4267200"/>
              <a:gd name="connsiteX380" fmla="*/ 751431 w 12192000"/>
              <a:gd name="connsiteY380" fmla="*/ 1405731 h 4267200"/>
              <a:gd name="connsiteX381" fmla="*/ 6516292 w 12192000"/>
              <a:gd name="connsiteY381" fmla="*/ 1263064 h 4267200"/>
              <a:gd name="connsiteX382" fmla="*/ 5736320 w 12192000"/>
              <a:gd name="connsiteY382" fmla="*/ 1501803 h 4267200"/>
              <a:gd name="connsiteX383" fmla="*/ 6516292 w 12192000"/>
              <a:gd name="connsiteY383" fmla="*/ 1263064 h 4267200"/>
              <a:gd name="connsiteX384" fmla="*/ 291466 w 12192000"/>
              <a:gd name="connsiteY384" fmla="*/ 1250369 h 4267200"/>
              <a:gd name="connsiteX385" fmla="*/ 323180 w 12192000"/>
              <a:gd name="connsiteY385" fmla="*/ 1435283 h 4267200"/>
              <a:gd name="connsiteX386" fmla="*/ 349381 w 12192000"/>
              <a:gd name="connsiteY386" fmla="*/ 1875041 h 4267200"/>
              <a:gd name="connsiteX387" fmla="*/ 374363 w 12192000"/>
              <a:gd name="connsiteY387" fmla="*/ 1506494 h 4267200"/>
              <a:gd name="connsiteX388" fmla="*/ 302168 w 12192000"/>
              <a:gd name="connsiteY388" fmla="*/ 1274495 h 4267200"/>
              <a:gd name="connsiteX389" fmla="*/ 291466 w 12192000"/>
              <a:gd name="connsiteY389" fmla="*/ 1250369 h 4267200"/>
              <a:gd name="connsiteX390" fmla="*/ 678222 w 12192000"/>
              <a:gd name="connsiteY390" fmla="*/ 1248670 h 4267200"/>
              <a:gd name="connsiteX391" fmla="*/ 775536 w 12192000"/>
              <a:gd name="connsiteY391" fmla="*/ 1388015 h 4267200"/>
              <a:gd name="connsiteX392" fmla="*/ 894529 w 12192000"/>
              <a:gd name="connsiteY392" fmla="*/ 1567739 h 4267200"/>
              <a:gd name="connsiteX393" fmla="*/ 948000 w 12192000"/>
              <a:gd name="connsiteY393" fmla="*/ 1663088 h 4267200"/>
              <a:gd name="connsiteX394" fmla="*/ 1006812 w 12192000"/>
              <a:gd name="connsiteY394" fmla="*/ 1767683 h 4267200"/>
              <a:gd name="connsiteX395" fmla="*/ 1149133 w 12192000"/>
              <a:gd name="connsiteY395" fmla="*/ 1971513 h 4267200"/>
              <a:gd name="connsiteX396" fmla="*/ 1333952 w 12192000"/>
              <a:gd name="connsiteY396" fmla="*/ 2251620 h 4267200"/>
              <a:gd name="connsiteX397" fmla="*/ 1337329 w 12192000"/>
              <a:gd name="connsiteY397" fmla="*/ 2258350 h 4267200"/>
              <a:gd name="connsiteX398" fmla="*/ 1014726 w 12192000"/>
              <a:gd name="connsiteY398" fmla="*/ 1615556 h 4267200"/>
              <a:gd name="connsiteX399" fmla="*/ 678222 w 12192000"/>
              <a:gd name="connsiteY399" fmla="*/ 1248670 h 4267200"/>
              <a:gd name="connsiteX400" fmla="*/ 9441752 w 12192000"/>
              <a:gd name="connsiteY400" fmla="*/ 1245311 h 4267200"/>
              <a:gd name="connsiteX401" fmla="*/ 9278979 w 12192000"/>
              <a:gd name="connsiteY401" fmla="*/ 1406236 h 4267200"/>
              <a:gd name="connsiteX402" fmla="*/ 9235540 w 12192000"/>
              <a:gd name="connsiteY402" fmla="*/ 1546869 h 4267200"/>
              <a:gd name="connsiteX403" fmla="*/ 9264074 w 12192000"/>
              <a:gd name="connsiteY403" fmla="*/ 1557016 h 4267200"/>
              <a:gd name="connsiteX404" fmla="*/ 9441752 w 12192000"/>
              <a:gd name="connsiteY404" fmla="*/ 1245311 h 4267200"/>
              <a:gd name="connsiteX405" fmla="*/ 6691602 w 12192000"/>
              <a:gd name="connsiteY405" fmla="*/ 1140573 h 4267200"/>
              <a:gd name="connsiteX406" fmla="*/ 6571100 w 12192000"/>
              <a:gd name="connsiteY406" fmla="*/ 1183662 h 4267200"/>
              <a:gd name="connsiteX407" fmla="*/ 6241687 w 12192000"/>
              <a:gd name="connsiteY407" fmla="*/ 1257600 h 4267200"/>
              <a:gd name="connsiteX408" fmla="*/ 5693009 w 12192000"/>
              <a:gd name="connsiteY408" fmla="*/ 1478256 h 4267200"/>
              <a:gd name="connsiteX409" fmla="*/ 6548420 w 12192000"/>
              <a:gd name="connsiteY409" fmla="*/ 1214599 h 4267200"/>
              <a:gd name="connsiteX410" fmla="*/ 6605473 w 12192000"/>
              <a:gd name="connsiteY410" fmla="*/ 1184686 h 4267200"/>
              <a:gd name="connsiteX411" fmla="*/ 6691602 w 12192000"/>
              <a:gd name="connsiteY411" fmla="*/ 1140573 h 4267200"/>
              <a:gd name="connsiteX412" fmla="*/ 4002475 w 12192000"/>
              <a:gd name="connsiteY412" fmla="*/ 1037802 h 4267200"/>
              <a:gd name="connsiteX413" fmla="*/ 4000324 w 12192000"/>
              <a:gd name="connsiteY413" fmla="*/ 1039362 h 4267200"/>
              <a:gd name="connsiteX414" fmla="*/ 4002862 w 12192000"/>
              <a:gd name="connsiteY414" fmla="*/ 1042866 h 4267200"/>
              <a:gd name="connsiteX415" fmla="*/ 4002475 w 12192000"/>
              <a:gd name="connsiteY415" fmla="*/ 1037802 h 4267200"/>
              <a:gd name="connsiteX416" fmla="*/ 506322 w 12192000"/>
              <a:gd name="connsiteY416" fmla="*/ 1020997 h 4267200"/>
              <a:gd name="connsiteX417" fmla="*/ 533068 w 12192000"/>
              <a:gd name="connsiteY417" fmla="*/ 1029409 h 4267200"/>
              <a:gd name="connsiteX418" fmla="*/ 1232525 w 12192000"/>
              <a:gd name="connsiteY418" fmla="*/ 1804675 h 4267200"/>
              <a:gd name="connsiteX419" fmla="*/ 1388858 w 12192000"/>
              <a:gd name="connsiteY419" fmla="*/ 2368011 h 4267200"/>
              <a:gd name="connsiteX420" fmla="*/ 1384098 w 12192000"/>
              <a:gd name="connsiteY420" fmla="*/ 2378125 h 4267200"/>
              <a:gd name="connsiteX421" fmla="*/ 1425393 w 12192000"/>
              <a:gd name="connsiteY421" fmla="*/ 2589124 h 4267200"/>
              <a:gd name="connsiteX422" fmla="*/ 1424001 w 12192000"/>
              <a:gd name="connsiteY422" fmla="*/ 2597541 h 4267200"/>
              <a:gd name="connsiteX423" fmla="*/ 2152729 w 12192000"/>
              <a:gd name="connsiteY423" fmla="*/ 2864487 h 4267200"/>
              <a:gd name="connsiteX424" fmla="*/ 2020609 w 12192000"/>
              <a:gd name="connsiteY424" fmla="*/ 2539671 h 4267200"/>
              <a:gd name="connsiteX425" fmla="*/ 2018920 w 12192000"/>
              <a:gd name="connsiteY425" fmla="*/ 2536309 h 4267200"/>
              <a:gd name="connsiteX426" fmla="*/ 1342441 w 12192000"/>
              <a:gd name="connsiteY426" fmla="*/ 1173017 h 4267200"/>
              <a:gd name="connsiteX427" fmla="*/ 1367925 w 12192000"/>
              <a:gd name="connsiteY427" fmla="*/ 1135648 h 4267200"/>
              <a:gd name="connsiteX428" fmla="*/ 1771401 w 12192000"/>
              <a:gd name="connsiteY428" fmla="*/ 1806673 h 4267200"/>
              <a:gd name="connsiteX429" fmla="*/ 1972385 w 12192000"/>
              <a:gd name="connsiteY429" fmla="*/ 2198735 h 4267200"/>
              <a:gd name="connsiteX430" fmla="*/ 2040892 w 12192000"/>
              <a:gd name="connsiteY430" fmla="*/ 2405205 h 4267200"/>
              <a:gd name="connsiteX431" fmla="*/ 2131689 w 12192000"/>
              <a:gd name="connsiteY431" fmla="*/ 1936926 h 4267200"/>
              <a:gd name="connsiteX432" fmla="*/ 2454820 w 12192000"/>
              <a:gd name="connsiteY432" fmla="*/ 1248808 h 4267200"/>
              <a:gd name="connsiteX433" fmla="*/ 2492512 w 12192000"/>
              <a:gd name="connsiteY433" fmla="*/ 1302920 h 4267200"/>
              <a:gd name="connsiteX434" fmla="*/ 2081216 w 12192000"/>
              <a:gd name="connsiteY434" fmla="*/ 2527513 h 4267200"/>
              <a:gd name="connsiteX435" fmla="*/ 2081211 w 12192000"/>
              <a:gd name="connsiteY435" fmla="*/ 2528916 h 4267200"/>
              <a:gd name="connsiteX436" fmla="*/ 2199067 w 12192000"/>
              <a:gd name="connsiteY436" fmla="*/ 2884061 h 4267200"/>
              <a:gd name="connsiteX437" fmla="*/ 3192586 w 12192000"/>
              <a:gd name="connsiteY437" fmla="*/ 3411496 h 4267200"/>
              <a:gd name="connsiteX438" fmla="*/ 3182620 w 12192000"/>
              <a:gd name="connsiteY438" fmla="*/ 3483279 h 4267200"/>
              <a:gd name="connsiteX439" fmla="*/ 2435119 w 12192000"/>
              <a:gd name="connsiteY439" fmla="*/ 3080173 h 4267200"/>
              <a:gd name="connsiteX440" fmla="*/ 2410152 w 12192000"/>
              <a:gd name="connsiteY440" fmla="*/ 3063751 h 4267200"/>
              <a:gd name="connsiteX441" fmla="*/ 2408099 w 12192000"/>
              <a:gd name="connsiteY441" fmla="*/ 3064403 h 4267200"/>
              <a:gd name="connsiteX442" fmla="*/ 2407218 w 12192000"/>
              <a:gd name="connsiteY442" fmla="*/ 3070324 h 4267200"/>
              <a:gd name="connsiteX443" fmla="*/ 2380138 w 12192000"/>
              <a:gd name="connsiteY443" fmla="*/ 3099341 h 4267200"/>
              <a:gd name="connsiteX444" fmla="*/ 1765923 w 12192000"/>
              <a:gd name="connsiteY444" fmla="*/ 3581043 h 4267200"/>
              <a:gd name="connsiteX445" fmla="*/ 1702258 w 12192000"/>
              <a:gd name="connsiteY445" fmla="*/ 3612286 h 4267200"/>
              <a:gd name="connsiteX446" fmla="*/ 1538370 w 12192000"/>
              <a:gd name="connsiteY446" fmla="*/ 3811804 h 4267200"/>
              <a:gd name="connsiteX447" fmla="*/ 1325720 w 12192000"/>
              <a:gd name="connsiteY447" fmla="*/ 4125411 h 4267200"/>
              <a:gd name="connsiteX448" fmla="*/ 1206279 w 12192000"/>
              <a:gd name="connsiteY448" fmla="*/ 4267200 h 4267200"/>
              <a:gd name="connsiteX449" fmla="*/ 1115040 w 12192000"/>
              <a:gd name="connsiteY449" fmla="*/ 4267200 h 4267200"/>
              <a:gd name="connsiteX450" fmla="*/ 1258195 w 12192000"/>
              <a:gd name="connsiteY450" fmla="*/ 4099624 h 4267200"/>
              <a:gd name="connsiteX451" fmla="*/ 1423113 w 12192000"/>
              <a:gd name="connsiteY451" fmla="*/ 3874565 h 4267200"/>
              <a:gd name="connsiteX452" fmla="*/ 1260565 w 12192000"/>
              <a:gd name="connsiteY452" fmla="*/ 4031982 h 4267200"/>
              <a:gd name="connsiteX453" fmla="*/ 1073327 w 12192000"/>
              <a:gd name="connsiteY453" fmla="*/ 4218727 h 4267200"/>
              <a:gd name="connsiteX454" fmla="*/ 1032294 w 12192000"/>
              <a:gd name="connsiteY454" fmla="*/ 4267200 h 4267200"/>
              <a:gd name="connsiteX455" fmla="*/ 993830 w 12192000"/>
              <a:gd name="connsiteY455" fmla="*/ 4267200 h 4267200"/>
              <a:gd name="connsiteX456" fmla="*/ 1051860 w 12192000"/>
              <a:gd name="connsiteY456" fmla="*/ 4198693 h 4267200"/>
              <a:gd name="connsiteX457" fmla="*/ 1240607 w 12192000"/>
              <a:gd name="connsiteY457" fmla="*/ 4010401 h 4267200"/>
              <a:gd name="connsiteX458" fmla="*/ 1310106 w 12192000"/>
              <a:gd name="connsiteY458" fmla="*/ 3943217 h 4267200"/>
              <a:gd name="connsiteX459" fmla="*/ 952103 w 12192000"/>
              <a:gd name="connsiteY459" fmla="*/ 4265972 h 4267200"/>
              <a:gd name="connsiteX460" fmla="*/ 951207 w 12192000"/>
              <a:gd name="connsiteY460" fmla="*/ 4267200 h 4267200"/>
              <a:gd name="connsiteX461" fmla="*/ 862760 w 12192000"/>
              <a:gd name="connsiteY461" fmla="*/ 4267200 h 4267200"/>
              <a:gd name="connsiteX462" fmla="*/ 909145 w 12192000"/>
              <a:gd name="connsiteY462" fmla="*/ 4199225 h 4267200"/>
              <a:gd name="connsiteX463" fmla="*/ 1214067 w 12192000"/>
              <a:gd name="connsiteY463" fmla="*/ 3908561 h 4267200"/>
              <a:gd name="connsiteX464" fmla="*/ 640967 w 12192000"/>
              <a:gd name="connsiteY464" fmla="*/ 4105601 h 4267200"/>
              <a:gd name="connsiteX465" fmla="*/ 372807 w 12192000"/>
              <a:gd name="connsiteY465" fmla="*/ 4243651 h 4267200"/>
              <a:gd name="connsiteX466" fmla="*/ 332830 w 12192000"/>
              <a:gd name="connsiteY466" fmla="*/ 4267200 h 4267200"/>
              <a:gd name="connsiteX467" fmla="*/ 168301 w 12192000"/>
              <a:gd name="connsiteY467" fmla="*/ 4267200 h 4267200"/>
              <a:gd name="connsiteX468" fmla="*/ 278002 w 12192000"/>
              <a:gd name="connsiteY468" fmla="*/ 4201399 h 4267200"/>
              <a:gd name="connsiteX469" fmla="*/ 527241 w 12192000"/>
              <a:gd name="connsiteY469" fmla="*/ 4065078 h 4267200"/>
              <a:gd name="connsiteX470" fmla="*/ 1510397 w 12192000"/>
              <a:gd name="connsiteY470" fmla="*/ 3684705 h 4267200"/>
              <a:gd name="connsiteX471" fmla="*/ 1146550 w 12192000"/>
              <a:gd name="connsiteY471" fmla="*/ 3802012 h 4267200"/>
              <a:gd name="connsiteX472" fmla="*/ 698834 w 12192000"/>
              <a:gd name="connsiteY472" fmla="*/ 3952272 h 4267200"/>
              <a:gd name="connsiteX473" fmla="*/ 192528 w 12192000"/>
              <a:gd name="connsiteY473" fmla="*/ 4236299 h 4267200"/>
              <a:gd name="connsiteX474" fmla="*/ 148586 w 12192000"/>
              <a:gd name="connsiteY474" fmla="*/ 4267200 h 4267200"/>
              <a:gd name="connsiteX475" fmla="*/ 98116 w 12192000"/>
              <a:gd name="connsiteY475" fmla="*/ 4267200 h 4267200"/>
              <a:gd name="connsiteX476" fmla="*/ 169669 w 12192000"/>
              <a:gd name="connsiteY476" fmla="*/ 4216852 h 4267200"/>
              <a:gd name="connsiteX477" fmla="*/ 687572 w 12192000"/>
              <a:gd name="connsiteY477" fmla="*/ 3925629 h 4267200"/>
              <a:gd name="connsiteX478" fmla="*/ 1138365 w 12192000"/>
              <a:gd name="connsiteY478" fmla="*/ 3774515 h 4267200"/>
              <a:gd name="connsiteX479" fmla="*/ 1505579 w 12192000"/>
              <a:gd name="connsiteY479" fmla="*/ 3655526 h 4267200"/>
              <a:gd name="connsiteX480" fmla="*/ 1313114 w 12192000"/>
              <a:gd name="connsiteY480" fmla="*/ 3655216 h 4267200"/>
              <a:gd name="connsiteX481" fmla="*/ 1109304 w 12192000"/>
              <a:gd name="connsiteY481" fmla="*/ 3669030 h 4267200"/>
              <a:gd name="connsiteX482" fmla="*/ 258951 w 12192000"/>
              <a:gd name="connsiteY482" fmla="*/ 4111994 h 4267200"/>
              <a:gd name="connsiteX483" fmla="*/ 80807 w 12192000"/>
              <a:gd name="connsiteY483" fmla="*/ 4267200 h 4267200"/>
              <a:gd name="connsiteX484" fmla="*/ 0 w 12192000"/>
              <a:gd name="connsiteY484" fmla="*/ 4267200 h 4267200"/>
              <a:gd name="connsiteX485" fmla="*/ 0 w 12192000"/>
              <a:gd name="connsiteY485" fmla="*/ 4233763 h 4267200"/>
              <a:gd name="connsiteX486" fmla="*/ 36881 w 12192000"/>
              <a:gd name="connsiteY486" fmla="*/ 4200118 h 4267200"/>
              <a:gd name="connsiteX487" fmla="*/ 910534 w 12192000"/>
              <a:gd name="connsiteY487" fmla="*/ 3629753 h 4267200"/>
              <a:gd name="connsiteX488" fmla="*/ 1578717 w 12192000"/>
              <a:gd name="connsiteY488" fmla="*/ 3575982 h 4267200"/>
              <a:gd name="connsiteX489" fmla="*/ 2338780 w 12192000"/>
              <a:gd name="connsiteY489" fmla="*/ 3033725 h 4267200"/>
              <a:gd name="connsiteX490" fmla="*/ 1807991 w 12192000"/>
              <a:gd name="connsiteY490" fmla="*/ 2807184 h 4267200"/>
              <a:gd name="connsiteX491" fmla="*/ 1416358 w 12192000"/>
              <a:gd name="connsiteY491" fmla="*/ 3112571 h 4267200"/>
              <a:gd name="connsiteX492" fmla="*/ 939066 w 12192000"/>
              <a:gd name="connsiteY492" fmla="*/ 3378798 h 4267200"/>
              <a:gd name="connsiteX493" fmla="*/ 115099 w 12192000"/>
              <a:gd name="connsiteY493" fmla="*/ 3607650 h 4267200"/>
              <a:gd name="connsiteX494" fmla="*/ 97284 w 12192000"/>
              <a:gd name="connsiteY494" fmla="*/ 3520393 h 4267200"/>
              <a:gd name="connsiteX495" fmla="*/ 922050 w 12192000"/>
              <a:gd name="connsiteY495" fmla="*/ 3074867 h 4267200"/>
              <a:gd name="connsiteX496" fmla="*/ 1405265 w 12192000"/>
              <a:gd name="connsiteY496" fmla="*/ 3016319 h 4267200"/>
              <a:gd name="connsiteX497" fmla="*/ 1407512 w 12192000"/>
              <a:gd name="connsiteY497" fmla="*/ 3018001 h 4267200"/>
              <a:gd name="connsiteX498" fmla="*/ 1726266 w 12192000"/>
              <a:gd name="connsiteY498" fmla="*/ 2777274 h 4267200"/>
              <a:gd name="connsiteX499" fmla="*/ 625390 w 12192000"/>
              <a:gd name="connsiteY499" fmla="*/ 2514541 h 4267200"/>
              <a:gd name="connsiteX500" fmla="*/ 619799 w 12192000"/>
              <a:gd name="connsiteY500" fmla="*/ 2527180 h 4267200"/>
              <a:gd name="connsiteX501" fmla="*/ 310030 w 12192000"/>
              <a:gd name="connsiteY501" fmla="*/ 2771818 h 4267200"/>
              <a:gd name="connsiteX502" fmla="*/ 173877 w 12192000"/>
              <a:gd name="connsiteY502" fmla="*/ 2937056 h 4267200"/>
              <a:gd name="connsiteX503" fmla="*/ 77889 w 12192000"/>
              <a:gd name="connsiteY503" fmla="*/ 3138440 h 4267200"/>
              <a:gd name="connsiteX504" fmla="*/ 0 w 12192000"/>
              <a:gd name="connsiteY504" fmla="*/ 3271395 h 4267200"/>
              <a:gd name="connsiteX505" fmla="*/ 0 w 12192000"/>
              <a:gd name="connsiteY505" fmla="*/ 3153002 h 4267200"/>
              <a:gd name="connsiteX506" fmla="*/ 2386 w 12192000"/>
              <a:gd name="connsiteY506" fmla="*/ 3149203 h 4267200"/>
              <a:gd name="connsiteX507" fmla="*/ 89753 w 12192000"/>
              <a:gd name="connsiteY507" fmla="*/ 2987702 h 4267200"/>
              <a:gd name="connsiteX508" fmla="*/ 76869 w 12192000"/>
              <a:gd name="connsiteY508" fmla="*/ 3005404 h 4267200"/>
              <a:gd name="connsiteX509" fmla="*/ 32049 w 12192000"/>
              <a:gd name="connsiteY509" fmla="*/ 3065814 h 4267200"/>
              <a:gd name="connsiteX510" fmla="*/ 0 w 12192000"/>
              <a:gd name="connsiteY510" fmla="*/ 3108744 h 4267200"/>
              <a:gd name="connsiteX511" fmla="*/ 0 w 12192000"/>
              <a:gd name="connsiteY511" fmla="*/ 3058059 h 4267200"/>
              <a:gd name="connsiteX512" fmla="*/ 7610 w 12192000"/>
              <a:gd name="connsiteY512" fmla="*/ 3047889 h 4267200"/>
              <a:gd name="connsiteX513" fmla="*/ 52419 w 12192000"/>
              <a:gd name="connsiteY513" fmla="*/ 2987479 h 4267200"/>
              <a:gd name="connsiteX514" fmla="*/ 59142 w 12192000"/>
              <a:gd name="connsiteY514" fmla="*/ 2978488 h 4267200"/>
              <a:gd name="connsiteX515" fmla="*/ 0 w 12192000"/>
              <a:gd name="connsiteY515" fmla="*/ 3015334 h 4267200"/>
              <a:gd name="connsiteX516" fmla="*/ 0 w 12192000"/>
              <a:gd name="connsiteY516" fmla="*/ 2914286 h 4267200"/>
              <a:gd name="connsiteX517" fmla="*/ 36383 w 12192000"/>
              <a:gd name="connsiteY517" fmla="*/ 2901128 h 4267200"/>
              <a:gd name="connsiteX518" fmla="*/ 156329 w 12192000"/>
              <a:gd name="connsiteY518" fmla="*/ 2840533 h 4267200"/>
              <a:gd name="connsiteX519" fmla="*/ 358355 w 12192000"/>
              <a:gd name="connsiteY519" fmla="*/ 2620471 h 4267200"/>
              <a:gd name="connsiteX520" fmla="*/ 510577 w 12192000"/>
              <a:gd name="connsiteY520" fmla="*/ 2501244 h 4267200"/>
              <a:gd name="connsiteX521" fmla="*/ 211967 w 12192000"/>
              <a:gd name="connsiteY521" fmla="*/ 2479171 h 4267200"/>
              <a:gd name="connsiteX522" fmla="*/ 0 w 12192000"/>
              <a:gd name="connsiteY522" fmla="*/ 2476398 h 4267200"/>
              <a:gd name="connsiteX523" fmla="*/ 0 w 12192000"/>
              <a:gd name="connsiteY523" fmla="*/ 2389189 h 4267200"/>
              <a:gd name="connsiteX524" fmla="*/ 103062 w 12192000"/>
              <a:gd name="connsiteY524" fmla="*/ 2389518 h 4267200"/>
              <a:gd name="connsiteX525" fmla="*/ 510734 w 12192000"/>
              <a:gd name="connsiteY525" fmla="*/ 2416201 h 4267200"/>
              <a:gd name="connsiteX526" fmla="*/ 279257 w 12192000"/>
              <a:gd name="connsiteY526" fmla="*/ 2092102 h 4267200"/>
              <a:gd name="connsiteX527" fmla="*/ 65265 w 12192000"/>
              <a:gd name="connsiteY527" fmla="*/ 2006049 h 4267200"/>
              <a:gd name="connsiteX528" fmla="*/ 0 w 12192000"/>
              <a:gd name="connsiteY528" fmla="*/ 1982532 h 4267200"/>
              <a:gd name="connsiteX529" fmla="*/ 0 w 12192000"/>
              <a:gd name="connsiteY529" fmla="*/ 1912789 h 4267200"/>
              <a:gd name="connsiteX530" fmla="*/ 97460 w 12192000"/>
              <a:gd name="connsiteY530" fmla="*/ 1953725 h 4267200"/>
              <a:gd name="connsiteX531" fmla="*/ 221272 w 12192000"/>
              <a:gd name="connsiteY531" fmla="*/ 1980766 h 4267200"/>
              <a:gd name="connsiteX532" fmla="*/ 116765 w 12192000"/>
              <a:gd name="connsiteY532" fmla="*/ 1911033 h 4267200"/>
              <a:gd name="connsiteX533" fmla="*/ 16405 w 12192000"/>
              <a:gd name="connsiteY533" fmla="*/ 1803412 h 4267200"/>
              <a:gd name="connsiteX534" fmla="*/ 0 w 12192000"/>
              <a:gd name="connsiteY534" fmla="*/ 1784777 h 4267200"/>
              <a:gd name="connsiteX535" fmla="*/ 0 w 12192000"/>
              <a:gd name="connsiteY535" fmla="*/ 1740082 h 4267200"/>
              <a:gd name="connsiteX536" fmla="*/ 39394 w 12192000"/>
              <a:gd name="connsiteY536" fmla="*/ 1784856 h 4267200"/>
              <a:gd name="connsiteX537" fmla="*/ 135813 w 12192000"/>
              <a:gd name="connsiteY537" fmla="*/ 1888838 h 4267200"/>
              <a:gd name="connsiteX538" fmla="*/ 242575 w 12192000"/>
              <a:gd name="connsiteY538" fmla="*/ 1958841 h 4267200"/>
              <a:gd name="connsiteX539" fmla="*/ 82197 w 12192000"/>
              <a:gd name="connsiteY539" fmla="*/ 1754826 h 4267200"/>
              <a:gd name="connsiteX540" fmla="*/ 0 w 12192000"/>
              <a:gd name="connsiteY540" fmla="*/ 1679650 h 4267200"/>
              <a:gd name="connsiteX541" fmla="*/ 0 w 12192000"/>
              <a:gd name="connsiteY541" fmla="*/ 1602463 h 4267200"/>
              <a:gd name="connsiteX542" fmla="*/ 84689 w 12192000"/>
              <a:gd name="connsiteY542" fmla="*/ 1677442 h 4267200"/>
              <a:gd name="connsiteX543" fmla="*/ 298437 w 12192000"/>
              <a:gd name="connsiteY543" fmla="*/ 1968019 h 4267200"/>
              <a:gd name="connsiteX544" fmla="*/ 227269 w 12192000"/>
              <a:gd name="connsiteY544" fmla="*/ 1114064 h 4267200"/>
              <a:gd name="connsiteX545" fmla="*/ 248003 w 12192000"/>
              <a:gd name="connsiteY545" fmla="*/ 1089613 h 4267200"/>
              <a:gd name="connsiteX546" fmla="*/ 427020 w 12192000"/>
              <a:gd name="connsiteY546" fmla="*/ 1619803 h 4267200"/>
              <a:gd name="connsiteX547" fmla="*/ 340345 w 12192000"/>
              <a:gd name="connsiteY547" fmla="*/ 2027739 h 4267200"/>
              <a:gd name="connsiteX548" fmla="*/ 360865 w 12192000"/>
              <a:gd name="connsiteY548" fmla="*/ 2044827 h 4267200"/>
              <a:gd name="connsiteX549" fmla="*/ 560414 w 12192000"/>
              <a:gd name="connsiteY549" fmla="*/ 2421457 h 4267200"/>
              <a:gd name="connsiteX550" fmla="*/ 1359703 w 12192000"/>
              <a:gd name="connsiteY550" fmla="*/ 2578554 h 4267200"/>
              <a:gd name="connsiteX551" fmla="*/ 1359422 w 12192000"/>
              <a:gd name="connsiteY551" fmla="*/ 2577994 h 4267200"/>
              <a:gd name="connsiteX552" fmla="*/ 828701 w 12192000"/>
              <a:gd name="connsiteY552" fmla="*/ 1839520 h 4267200"/>
              <a:gd name="connsiteX553" fmla="*/ 494427 w 12192000"/>
              <a:gd name="connsiteY553" fmla="*/ 1092333 h 4267200"/>
              <a:gd name="connsiteX554" fmla="*/ 506322 w 12192000"/>
              <a:gd name="connsiteY554" fmla="*/ 1020997 h 4267200"/>
              <a:gd name="connsiteX555" fmla="*/ 4570198 w 12192000"/>
              <a:gd name="connsiteY555" fmla="*/ 978081 h 4267200"/>
              <a:gd name="connsiteX556" fmla="*/ 4523691 w 12192000"/>
              <a:gd name="connsiteY556" fmla="*/ 1127776 h 4267200"/>
              <a:gd name="connsiteX557" fmla="*/ 4509875 w 12192000"/>
              <a:gd name="connsiteY557" fmla="*/ 1167552 h 4267200"/>
              <a:gd name="connsiteX558" fmla="*/ 4478168 w 12192000"/>
              <a:gd name="connsiteY558" fmla="*/ 1260735 h 4267200"/>
              <a:gd name="connsiteX559" fmla="*/ 4409309 w 12192000"/>
              <a:gd name="connsiteY559" fmla="*/ 1666996 h 4267200"/>
              <a:gd name="connsiteX560" fmla="*/ 4370031 w 12192000"/>
              <a:gd name="connsiteY560" fmla="*/ 1955666 h 4267200"/>
              <a:gd name="connsiteX561" fmla="*/ 4570198 w 12192000"/>
              <a:gd name="connsiteY561" fmla="*/ 978081 h 4267200"/>
              <a:gd name="connsiteX562" fmla="*/ 12149131 w 12192000"/>
              <a:gd name="connsiteY562" fmla="*/ 959050 h 4267200"/>
              <a:gd name="connsiteX563" fmla="*/ 12105664 w 12192000"/>
              <a:gd name="connsiteY563" fmla="*/ 1006960 h 4267200"/>
              <a:gd name="connsiteX564" fmla="*/ 11883102 w 12192000"/>
              <a:gd name="connsiteY564" fmla="*/ 1184424 h 4267200"/>
              <a:gd name="connsiteX565" fmla="*/ 11665174 w 12192000"/>
              <a:gd name="connsiteY565" fmla="*/ 1317493 h 4267200"/>
              <a:gd name="connsiteX566" fmla="*/ 11590337 w 12192000"/>
              <a:gd name="connsiteY566" fmla="*/ 1348256 h 4267200"/>
              <a:gd name="connsiteX567" fmla="*/ 11492588 w 12192000"/>
              <a:gd name="connsiteY567" fmla="*/ 1390573 h 4267200"/>
              <a:gd name="connsiteX568" fmla="*/ 11888865 w 12192000"/>
              <a:gd name="connsiteY568" fmla="*/ 1220988 h 4267200"/>
              <a:gd name="connsiteX569" fmla="*/ 12149131 w 12192000"/>
              <a:gd name="connsiteY569" fmla="*/ 959050 h 4267200"/>
              <a:gd name="connsiteX570" fmla="*/ 4557898 w 12192000"/>
              <a:gd name="connsiteY570" fmla="*/ 900011 h 4267200"/>
              <a:gd name="connsiteX571" fmla="*/ 4344840 w 12192000"/>
              <a:gd name="connsiteY571" fmla="*/ 1922038 h 4267200"/>
              <a:gd name="connsiteX572" fmla="*/ 4378710 w 12192000"/>
              <a:gd name="connsiteY572" fmla="*/ 1665516 h 4267200"/>
              <a:gd name="connsiteX573" fmla="*/ 4448798 w 12192000"/>
              <a:gd name="connsiteY573" fmla="*/ 1253024 h 4267200"/>
              <a:gd name="connsiteX574" fmla="*/ 4480315 w 12192000"/>
              <a:gd name="connsiteY574" fmla="*/ 1158454 h 4267200"/>
              <a:gd name="connsiteX575" fmla="*/ 4494133 w 12192000"/>
              <a:gd name="connsiteY575" fmla="*/ 1118676 h 4267200"/>
              <a:gd name="connsiteX576" fmla="*/ 4557898 w 12192000"/>
              <a:gd name="connsiteY576" fmla="*/ 900011 h 4267200"/>
              <a:gd name="connsiteX577" fmla="*/ 5870151 w 12192000"/>
              <a:gd name="connsiteY577" fmla="*/ 898890 h 4267200"/>
              <a:gd name="connsiteX578" fmla="*/ 5861335 w 12192000"/>
              <a:gd name="connsiteY578" fmla="*/ 899177 h 4267200"/>
              <a:gd name="connsiteX579" fmla="*/ 5843702 w 12192000"/>
              <a:gd name="connsiteY579" fmla="*/ 899748 h 4267200"/>
              <a:gd name="connsiteX580" fmla="*/ 5651107 w 12192000"/>
              <a:gd name="connsiteY580" fmla="*/ 920306 h 4267200"/>
              <a:gd name="connsiteX581" fmla="*/ 5459407 w 12192000"/>
              <a:gd name="connsiteY581" fmla="*/ 940975 h 4267200"/>
              <a:gd name="connsiteX582" fmla="*/ 5374846 w 12192000"/>
              <a:gd name="connsiteY582" fmla="*/ 941988 h 4267200"/>
              <a:gd name="connsiteX583" fmla="*/ 5256105 w 12192000"/>
              <a:gd name="connsiteY583" fmla="*/ 945632 h 4267200"/>
              <a:gd name="connsiteX584" fmla="*/ 5107071 w 12192000"/>
              <a:gd name="connsiteY584" fmla="*/ 969720 h 4267200"/>
              <a:gd name="connsiteX585" fmla="*/ 4998681 w 12192000"/>
              <a:gd name="connsiteY585" fmla="*/ 988771 h 4267200"/>
              <a:gd name="connsiteX586" fmla="*/ 5870151 w 12192000"/>
              <a:gd name="connsiteY586" fmla="*/ 898890 h 4267200"/>
              <a:gd name="connsiteX587" fmla="*/ 12190084 w 12192000"/>
              <a:gd name="connsiteY587" fmla="*/ 854709 h 4267200"/>
              <a:gd name="connsiteX588" fmla="*/ 12162947 w 12192000"/>
              <a:gd name="connsiteY588" fmla="*/ 879275 h 4267200"/>
              <a:gd name="connsiteX589" fmla="*/ 11721478 w 12192000"/>
              <a:gd name="connsiteY589" fmla="*/ 1216434 h 4267200"/>
              <a:gd name="connsiteX590" fmla="*/ 11680712 w 12192000"/>
              <a:gd name="connsiteY590" fmla="*/ 1239730 h 4267200"/>
              <a:gd name="connsiteX591" fmla="*/ 11505347 w 12192000"/>
              <a:gd name="connsiteY591" fmla="*/ 1352837 h 4267200"/>
              <a:gd name="connsiteX592" fmla="*/ 11580962 w 12192000"/>
              <a:gd name="connsiteY592" fmla="*/ 1321759 h 4267200"/>
              <a:gd name="connsiteX593" fmla="*/ 11654234 w 12192000"/>
              <a:gd name="connsiteY593" fmla="*/ 1291618 h 4267200"/>
              <a:gd name="connsiteX594" fmla="*/ 11867274 w 12192000"/>
              <a:gd name="connsiteY594" fmla="*/ 1160983 h 4267200"/>
              <a:gd name="connsiteX595" fmla="*/ 12086035 w 12192000"/>
              <a:gd name="connsiteY595" fmla="*/ 986418 h 4267200"/>
              <a:gd name="connsiteX596" fmla="*/ 12190084 w 12192000"/>
              <a:gd name="connsiteY596" fmla="*/ 854709 h 4267200"/>
              <a:gd name="connsiteX597" fmla="*/ 5504425 w 12192000"/>
              <a:gd name="connsiteY597" fmla="*/ 848067 h 4267200"/>
              <a:gd name="connsiteX598" fmla="*/ 4968849 w 12192000"/>
              <a:gd name="connsiteY598" fmla="*/ 962318 h 4267200"/>
              <a:gd name="connsiteX599" fmla="*/ 5104039 w 12192000"/>
              <a:gd name="connsiteY599" fmla="*/ 940634 h 4267200"/>
              <a:gd name="connsiteX600" fmla="*/ 5256311 w 12192000"/>
              <a:gd name="connsiteY600" fmla="*/ 916490 h 4267200"/>
              <a:gd name="connsiteX601" fmla="*/ 5377381 w 12192000"/>
              <a:gd name="connsiteY601" fmla="*/ 912671 h 4267200"/>
              <a:gd name="connsiteX602" fmla="*/ 5460148 w 12192000"/>
              <a:gd name="connsiteY602" fmla="*/ 911442 h 4267200"/>
              <a:gd name="connsiteX603" fmla="*/ 5648971 w 12192000"/>
              <a:gd name="connsiteY603" fmla="*/ 891331 h 4267200"/>
              <a:gd name="connsiteX604" fmla="*/ 5844807 w 12192000"/>
              <a:gd name="connsiteY604" fmla="*/ 870718 h 4267200"/>
              <a:gd name="connsiteX605" fmla="*/ 5862975 w 12192000"/>
              <a:gd name="connsiteY605" fmla="*/ 869756 h 4267200"/>
              <a:gd name="connsiteX606" fmla="*/ 5920887 w 12192000"/>
              <a:gd name="connsiteY606" fmla="*/ 865929 h 4267200"/>
              <a:gd name="connsiteX607" fmla="*/ 5504425 w 12192000"/>
              <a:gd name="connsiteY607" fmla="*/ 848067 h 4267200"/>
              <a:gd name="connsiteX608" fmla="*/ 8924104 w 12192000"/>
              <a:gd name="connsiteY608" fmla="*/ 777000 h 4267200"/>
              <a:gd name="connsiteX609" fmla="*/ 8921999 w 12192000"/>
              <a:gd name="connsiteY609" fmla="*/ 794136 h 4267200"/>
              <a:gd name="connsiteX610" fmla="*/ 8916066 w 12192000"/>
              <a:gd name="connsiteY610" fmla="*/ 843129 h 4267200"/>
              <a:gd name="connsiteX611" fmla="*/ 8909852 w 12192000"/>
              <a:gd name="connsiteY611" fmla="*/ 1005313 h 4267200"/>
              <a:gd name="connsiteX612" fmla="*/ 8936982 w 12192000"/>
              <a:gd name="connsiteY612" fmla="*/ 1614896 h 4267200"/>
              <a:gd name="connsiteX613" fmla="*/ 8939706 w 12192000"/>
              <a:gd name="connsiteY613" fmla="*/ 1632791 h 4267200"/>
              <a:gd name="connsiteX614" fmla="*/ 8946691 w 12192000"/>
              <a:gd name="connsiteY614" fmla="*/ 1680170 h 4267200"/>
              <a:gd name="connsiteX615" fmla="*/ 8947643 w 12192000"/>
              <a:gd name="connsiteY615" fmla="*/ 1649028 h 4267200"/>
              <a:gd name="connsiteX616" fmla="*/ 8931687 w 12192000"/>
              <a:gd name="connsiteY616" fmla="*/ 871628 h 4267200"/>
              <a:gd name="connsiteX617" fmla="*/ 8929804 w 12192000"/>
              <a:gd name="connsiteY617" fmla="*/ 850229 h 4267200"/>
              <a:gd name="connsiteX618" fmla="*/ 8924104 w 12192000"/>
              <a:gd name="connsiteY618" fmla="*/ 777000 h 4267200"/>
              <a:gd name="connsiteX619" fmla="*/ 8951219 w 12192000"/>
              <a:gd name="connsiteY619" fmla="*/ 764662 h 4267200"/>
              <a:gd name="connsiteX620" fmla="*/ 8957270 w 12192000"/>
              <a:gd name="connsiteY620" fmla="*/ 847698 h 4267200"/>
              <a:gd name="connsiteX621" fmla="*/ 8959153 w 12192000"/>
              <a:gd name="connsiteY621" fmla="*/ 869097 h 4267200"/>
              <a:gd name="connsiteX622" fmla="*/ 8976081 w 12192000"/>
              <a:gd name="connsiteY622" fmla="*/ 1619865 h 4267200"/>
              <a:gd name="connsiteX623" fmla="*/ 8951219 w 12192000"/>
              <a:gd name="connsiteY623" fmla="*/ 764662 h 4267200"/>
              <a:gd name="connsiteX624" fmla="*/ 8898081 w 12192000"/>
              <a:gd name="connsiteY624" fmla="*/ 630137 h 4267200"/>
              <a:gd name="connsiteX625" fmla="*/ 8910095 w 12192000"/>
              <a:gd name="connsiteY625" fmla="*/ 1626691 h 4267200"/>
              <a:gd name="connsiteX626" fmla="*/ 8908822 w 12192000"/>
              <a:gd name="connsiteY626" fmla="*/ 1619067 h 4267200"/>
              <a:gd name="connsiteX627" fmla="*/ 8881669 w 12192000"/>
              <a:gd name="connsiteY627" fmla="*/ 1004967 h 4267200"/>
              <a:gd name="connsiteX628" fmla="*/ 8888265 w 12192000"/>
              <a:gd name="connsiteY628" fmla="*/ 840369 h 4267200"/>
              <a:gd name="connsiteX629" fmla="*/ 8894429 w 12192000"/>
              <a:gd name="connsiteY629" fmla="*/ 790831 h 4267200"/>
              <a:gd name="connsiteX630" fmla="*/ 8898081 w 12192000"/>
              <a:gd name="connsiteY630" fmla="*/ 630137 h 4267200"/>
              <a:gd name="connsiteX631" fmla="*/ 11491396 w 12192000"/>
              <a:gd name="connsiteY631" fmla="*/ 623931 h 4267200"/>
              <a:gd name="connsiteX632" fmla="*/ 11413329 w 12192000"/>
              <a:gd name="connsiteY632" fmla="*/ 662344 h 4267200"/>
              <a:gd name="connsiteX633" fmla="*/ 10966547 w 12192000"/>
              <a:gd name="connsiteY633" fmla="*/ 818916 h 4267200"/>
              <a:gd name="connsiteX634" fmla="*/ 10498883 w 12192000"/>
              <a:gd name="connsiteY634" fmla="*/ 1111507 h 4267200"/>
              <a:gd name="connsiteX635" fmla="*/ 10671292 w 12192000"/>
              <a:gd name="connsiteY635" fmla="*/ 1035777 h 4267200"/>
              <a:gd name="connsiteX636" fmla="*/ 10685894 w 12192000"/>
              <a:gd name="connsiteY636" fmla="*/ 1027151 h 4267200"/>
              <a:gd name="connsiteX637" fmla="*/ 11104337 w 12192000"/>
              <a:gd name="connsiteY637" fmla="*/ 817377 h 4267200"/>
              <a:gd name="connsiteX638" fmla="*/ 11491396 w 12192000"/>
              <a:gd name="connsiteY638" fmla="*/ 623931 h 4267200"/>
              <a:gd name="connsiteX639" fmla="*/ 10779304 w 12192000"/>
              <a:gd name="connsiteY639" fmla="*/ 584486 h 4267200"/>
              <a:gd name="connsiteX640" fmla="*/ 10658378 w 12192000"/>
              <a:gd name="connsiteY640" fmla="*/ 772788 h 4267200"/>
              <a:gd name="connsiteX641" fmla="*/ 10475581 w 12192000"/>
              <a:gd name="connsiteY641" fmla="*/ 1070739 h 4267200"/>
              <a:gd name="connsiteX642" fmla="*/ 10735178 w 12192000"/>
              <a:gd name="connsiteY642" fmla="*/ 693281 h 4267200"/>
              <a:gd name="connsiteX643" fmla="*/ 10132488 w 12192000"/>
              <a:gd name="connsiteY643" fmla="*/ 518596 h 4267200"/>
              <a:gd name="connsiteX644" fmla="*/ 9879465 w 12192000"/>
              <a:gd name="connsiteY644" fmla="*/ 567273 h 4267200"/>
              <a:gd name="connsiteX645" fmla="*/ 9364243 w 12192000"/>
              <a:gd name="connsiteY645" fmla="*/ 809468 h 4267200"/>
              <a:gd name="connsiteX646" fmla="*/ 9366655 w 12192000"/>
              <a:gd name="connsiteY646" fmla="*/ 809848 h 4267200"/>
              <a:gd name="connsiteX647" fmla="*/ 9914233 w 12192000"/>
              <a:gd name="connsiteY647" fmla="*/ 596159 h 4267200"/>
              <a:gd name="connsiteX648" fmla="*/ 10264524 w 12192000"/>
              <a:gd name="connsiteY648" fmla="*/ 501747 h 4267200"/>
              <a:gd name="connsiteX649" fmla="*/ 9922837 w 12192000"/>
              <a:gd name="connsiteY649" fmla="*/ 622979 h 4267200"/>
              <a:gd name="connsiteX650" fmla="*/ 9416908 w 12192000"/>
              <a:gd name="connsiteY650" fmla="*/ 818889 h 4267200"/>
              <a:gd name="connsiteX651" fmla="*/ 9418234 w 12192000"/>
              <a:gd name="connsiteY651" fmla="*/ 818810 h 4267200"/>
              <a:gd name="connsiteX652" fmla="*/ 10264524 w 12192000"/>
              <a:gd name="connsiteY652" fmla="*/ 501747 h 4267200"/>
              <a:gd name="connsiteX653" fmla="*/ 10802699 w 12192000"/>
              <a:gd name="connsiteY653" fmla="*/ 488163 h 4267200"/>
              <a:gd name="connsiteX654" fmla="*/ 10618739 w 12192000"/>
              <a:gd name="connsiteY654" fmla="*/ 734118 h 4267200"/>
              <a:gd name="connsiteX655" fmla="*/ 10604580 w 12192000"/>
              <a:gd name="connsiteY655" fmla="*/ 753877 h 4267200"/>
              <a:gd name="connsiteX656" fmla="*/ 10529643 w 12192000"/>
              <a:gd name="connsiteY656" fmla="*/ 867004 h 4267200"/>
              <a:gd name="connsiteX657" fmla="*/ 10462194 w 12192000"/>
              <a:gd name="connsiteY657" fmla="*/ 1035452 h 4267200"/>
              <a:gd name="connsiteX658" fmla="*/ 10635117 w 12192000"/>
              <a:gd name="connsiteY658" fmla="*/ 757788 h 4267200"/>
              <a:gd name="connsiteX659" fmla="*/ 10802699 w 12192000"/>
              <a:gd name="connsiteY659" fmla="*/ 488163 h 4267200"/>
              <a:gd name="connsiteX660" fmla="*/ 10359107 w 12192000"/>
              <a:gd name="connsiteY660" fmla="*/ 485136 h 4267200"/>
              <a:gd name="connsiteX661" fmla="*/ 9515108 w 12192000"/>
              <a:gd name="connsiteY661" fmla="*/ 825701 h 4267200"/>
              <a:gd name="connsiteX662" fmla="*/ 10359107 w 12192000"/>
              <a:gd name="connsiteY662" fmla="*/ 485136 h 4267200"/>
              <a:gd name="connsiteX663" fmla="*/ 11886089 w 12192000"/>
              <a:gd name="connsiteY663" fmla="*/ 483936 h 4267200"/>
              <a:gd name="connsiteX664" fmla="*/ 11622890 w 12192000"/>
              <a:gd name="connsiteY664" fmla="*/ 661575 h 4267200"/>
              <a:gd name="connsiteX665" fmla="*/ 11038640 w 12192000"/>
              <a:gd name="connsiteY665" fmla="*/ 996875 h 4267200"/>
              <a:gd name="connsiteX666" fmla="*/ 10561310 w 12192000"/>
              <a:gd name="connsiteY666" fmla="*/ 1145020 h 4267200"/>
              <a:gd name="connsiteX667" fmla="*/ 10675127 w 12192000"/>
              <a:gd name="connsiteY667" fmla="*/ 1163586 h 4267200"/>
              <a:gd name="connsiteX668" fmla="*/ 11120351 w 12192000"/>
              <a:gd name="connsiteY668" fmla="*/ 990907 h 4267200"/>
              <a:gd name="connsiteX669" fmla="*/ 11648506 w 12192000"/>
              <a:gd name="connsiteY669" fmla="*/ 680145 h 4267200"/>
              <a:gd name="connsiteX670" fmla="*/ 11886089 w 12192000"/>
              <a:gd name="connsiteY670" fmla="*/ 483936 h 4267200"/>
              <a:gd name="connsiteX671" fmla="*/ 3607114 w 12192000"/>
              <a:gd name="connsiteY671" fmla="*/ 467441 h 4267200"/>
              <a:gd name="connsiteX672" fmla="*/ 3296242 w 12192000"/>
              <a:gd name="connsiteY672" fmla="*/ 807991 h 4267200"/>
              <a:gd name="connsiteX673" fmla="*/ 3174674 w 12192000"/>
              <a:gd name="connsiteY673" fmla="*/ 919759 h 4267200"/>
              <a:gd name="connsiteX674" fmla="*/ 3042978 w 12192000"/>
              <a:gd name="connsiteY674" fmla="*/ 1054894 h 4267200"/>
              <a:gd name="connsiteX675" fmla="*/ 2968914 w 12192000"/>
              <a:gd name="connsiteY675" fmla="*/ 1133756 h 4267200"/>
              <a:gd name="connsiteX676" fmla="*/ 3103823 w 12192000"/>
              <a:gd name="connsiteY676" fmla="*/ 1026814 h 4267200"/>
              <a:gd name="connsiteX677" fmla="*/ 3607114 w 12192000"/>
              <a:gd name="connsiteY677" fmla="*/ 467441 h 4267200"/>
              <a:gd name="connsiteX678" fmla="*/ 10784544 w 12192000"/>
              <a:gd name="connsiteY678" fmla="*/ 465669 h 4267200"/>
              <a:gd name="connsiteX679" fmla="*/ 10426419 w 12192000"/>
              <a:gd name="connsiteY679" fmla="*/ 1062158 h 4267200"/>
              <a:gd name="connsiteX680" fmla="*/ 10471732 w 12192000"/>
              <a:gd name="connsiteY680" fmla="*/ 921679 h 4267200"/>
              <a:gd name="connsiteX681" fmla="*/ 10504824 w 12192000"/>
              <a:gd name="connsiteY681" fmla="*/ 852631 h 4267200"/>
              <a:gd name="connsiteX682" fmla="*/ 10582237 w 12192000"/>
              <a:gd name="connsiteY682" fmla="*/ 736692 h 4267200"/>
              <a:gd name="connsiteX683" fmla="*/ 10596401 w 12192000"/>
              <a:gd name="connsiteY683" fmla="*/ 716935 h 4267200"/>
              <a:gd name="connsiteX684" fmla="*/ 10784544 w 12192000"/>
              <a:gd name="connsiteY684" fmla="*/ 465669 h 4267200"/>
              <a:gd name="connsiteX685" fmla="*/ 11916494 w 12192000"/>
              <a:gd name="connsiteY685" fmla="*/ 422768 h 4267200"/>
              <a:gd name="connsiteX686" fmla="*/ 11703185 w 12192000"/>
              <a:gd name="connsiteY686" fmla="*/ 528178 h 4267200"/>
              <a:gd name="connsiteX687" fmla="*/ 11680755 w 12192000"/>
              <a:gd name="connsiteY687" fmla="*/ 543149 h 4267200"/>
              <a:gd name="connsiteX688" fmla="*/ 11116818 w 12192000"/>
              <a:gd name="connsiteY688" fmla="*/ 842623 h 4267200"/>
              <a:gd name="connsiteX689" fmla="*/ 10700164 w 12192000"/>
              <a:gd name="connsiteY689" fmla="*/ 1051220 h 4267200"/>
              <a:gd name="connsiteX690" fmla="*/ 10685570 w 12192000"/>
              <a:gd name="connsiteY690" fmla="*/ 1059849 h 4267200"/>
              <a:gd name="connsiteX691" fmla="*/ 10584288 w 12192000"/>
              <a:gd name="connsiteY691" fmla="*/ 1113543 h 4267200"/>
              <a:gd name="connsiteX692" fmla="*/ 11026698 w 12192000"/>
              <a:gd name="connsiteY692" fmla="*/ 971858 h 4267200"/>
              <a:gd name="connsiteX693" fmla="*/ 11607604 w 12192000"/>
              <a:gd name="connsiteY693" fmla="*/ 638368 h 4267200"/>
              <a:gd name="connsiteX694" fmla="*/ 11919452 w 12192000"/>
              <a:gd name="connsiteY694" fmla="*/ 423380 h 4267200"/>
              <a:gd name="connsiteX695" fmla="*/ 11916494 w 12192000"/>
              <a:gd name="connsiteY695" fmla="*/ 422768 h 4267200"/>
              <a:gd name="connsiteX696" fmla="*/ 8148168 w 12192000"/>
              <a:gd name="connsiteY696" fmla="*/ 416949 h 4267200"/>
              <a:gd name="connsiteX697" fmla="*/ 7862052 w 12192000"/>
              <a:gd name="connsiteY697" fmla="*/ 694330 h 4267200"/>
              <a:gd name="connsiteX698" fmla="*/ 7808002 w 12192000"/>
              <a:gd name="connsiteY698" fmla="*/ 759654 h 4267200"/>
              <a:gd name="connsiteX699" fmla="*/ 8295299 w 12192000"/>
              <a:gd name="connsiteY699" fmla="*/ 416143 h 4267200"/>
              <a:gd name="connsiteX700" fmla="*/ 8309124 w 12192000"/>
              <a:gd name="connsiteY700" fmla="*/ 534021 h 4267200"/>
              <a:gd name="connsiteX701" fmla="*/ 8293154 w 12192000"/>
              <a:gd name="connsiteY701" fmla="*/ 672115 h 4267200"/>
              <a:gd name="connsiteX702" fmla="*/ 8279099 w 12192000"/>
              <a:gd name="connsiteY702" fmla="*/ 769176 h 4267200"/>
              <a:gd name="connsiteX703" fmla="*/ 8309186 w 12192000"/>
              <a:gd name="connsiteY703" fmla="*/ 1060039 h 4267200"/>
              <a:gd name="connsiteX704" fmla="*/ 8410512 w 12192000"/>
              <a:gd name="connsiteY704" fmla="*/ 1511108 h 4267200"/>
              <a:gd name="connsiteX705" fmla="*/ 8351657 w 12192000"/>
              <a:gd name="connsiteY705" fmla="*/ 521768 h 4267200"/>
              <a:gd name="connsiteX706" fmla="*/ 8295299 w 12192000"/>
              <a:gd name="connsiteY706" fmla="*/ 416143 h 4267200"/>
              <a:gd name="connsiteX707" fmla="*/ 8266483 w 12192000"/>
              <a:gd name="connsiteY707" fmla="*/ 414244 h 4267200"/>
              <a:gd name="connsiteX708" fmla="*/ 8343425 w 12192000"/>
              <a:gd name="connsiteY708" fmla="*/ 1357811 h 4267200"/>
              <a:gd name="connsiteX709" fmla="*/ 8282114 w 12192000"/>
              <a:gd name="connsiteY709" fmla="*/ 1064671 h 4267200"/>
              <a:gd name="connsiteX710" fmla="*/ 8251298 w 12192000"/>
              <a:gd name="connsiteY710" fmla="*/ 766414 h 4267200"/>
              <a:gd name="connsiteX711" fmla="*/ 8265729 w 12192000"/>
              <a:gd name="connsiteY711" fmla="*/ 666939 h 4267200"/>
              <a:gd name="connsiteX712" fmla="*/ 8281494 w 12192000"/>
              <a:gd name="connsiteY712" fmla="*/ 533909 h 4267200"/>
              <a:gd name="connsiteX713" fmla="*/ 8266483 w 12192000"/>
              <a:gd name="connsiteY713" fmla="*/ 414244 h 4267200"/>
              <a:gd name="connsiteX714" fmla="*/ 8140802 w 12192000"/>
              <a:gd name="connsiteY714" fmla="*/ 388720 h 4267200"/>
              <a:gd name="connsiteX715" fmla="*/ 7860379 w 12192000"/>
              <a:gd name="connsiteY715" fmla="*/ 596411 h 4267200"/>
              <a:gd name="connsiteX716" fmla="*/ 7737688 w 12192000"/>
              <a:gd name="connsiteY716" fmla="*/ 790400 h 4267200"/>
              <a:gd name="connsiteX717" fmla="*/ 7726885 w 12192000"/>
              <a:gd name="connsiteY717" fmla="*/ 812869 h 4267200"/>
              <a:gd name="connsiteX718" fmla="*/ 7840490 w 12192000"/>
              <a:gd name="connsiteY718" fmla="*/ 676832 h 4267200"/>
              <a:gd name="connsiteX719" fmla="*/ 8140802 w 12192000"/>
              <a:gd name="connsiteY719" fmla="*/ 388720 h 4267200"/>
              <a:gd name="connsiteX720" fmla="*/ 3744487 w 12192000"/>
              <a:gd name="connsiteY720" fmla="*/ 383136 h 4267200"/>
              <a:gd name="connsiteX721" fmla="*/ 3970213 w 12192000"/>
              <a:gd name="connsiteY721" fmla="*/ 995559 h 4267200"/>
              <a:gd name="connsiteX722" fmla="*/ 3744487 w 12192000"/>
              <a:gd name="connsiteY722" fmla="*/ 383136 h 4267200"/>
              <a:gd name="connsiteX723" fmla="*/ 3624562 w 12192000"/>
              <a:gd name="connsiteY723" fmla="*/ 367041 h 4267200"/>
              <a:gd name="connsiteX724" fmla="*/ 3489712 w 12192000"/>
              <a:gd name="connsiteY724" fmla="*/ 485386 h 4267200"/>
              <a:gd name="connsiteX725" fmla="*/ 3182994 w 12192000"/>
              <a:gd name="connsiteY725" fmla="*/ 828265 h 4267200"/>
              <a:gd name="connsiteX726" fmla="*/ 2892114 w 12192000"/>
              <a:gd name="connsiteY726" fmla="*/ 1172635 h 4267200"/>
              <a:gd name="connsiteX727" fmla="*/ 3021459 w 12192000"/>
              <a:gd name="connsiteY727" fmla="*/ 1035385 h 4267200"/>
              <a:gd name="connsiteX728" fmla="*/ 3153873 w 12192000"/>
              <a:gd name="connsiteY728" fmla="*/ 898971 h 4267200"/>
              <a:gd name="connsiteX729" fmla="*/ 3276511 w 12192000"/>
              <a:gd name="connsiteY729" fmla="*/ 786423 h 4267200"/>
              <a:gd name="connsiteX730" fmla="*/ 3584154 w 12192000"/>
              <a:gd name="connsiteY730" fmla="*/ 448218 h 4267200"/>
              <a:gd name="connsiteX731" fmla="*/ 3624562 w 12192000"/>
              <a:gd name="connsiteY731" fmla="*/ 367041 h 4267200"/>
              <a:gd name="connsiteX732" fmla="*/ 3766672 w 12192000"/>
              <a:gd name="connsiteY732" fmla="*/ 359429 h 4267200"/>
              <a:gd name="connsiteX733" fmla="*/ 3996338 w 12192000"/>
              <a:gd name="connsiteY733" fmla="*/ 968237 h 4267200"/>
              <a:gd name="connsiteX734" fmla="*/ 3766672 w 12192000"/>
              <a:gd name="connsiteY734" fmla="*/ 359429 h 4267200"/>
              <a:gd name="connsiteX735" fmla="*/ 5805386 w 12192000"/>
              <a:gd name="connsiteY735" fmla="*/ 239240 h 4267200"/>
              <a:gd name="connsiteX736" fmla="*/ 5736947 w 12192000"/>
              <a:gd name="connsiteY736" fmla="*/ 261367 h 4267200"/>
              <a:gd name="connsiteX737" fmla="*/ 5427012 w 12192000"/>
              <a:gd name="connsiteY737" fmla="*/ 311272 h 4267200"/>
              <a:gd name="connsiteX738" fmla="*/ 5147818 w 12192000"/>
              <a:gd name="connsiteY738" fmla="*/ 322112 h 4267200"/>
              <a:gd name="connsiteX739" fmla="*/ 5060854 w 12192000"/>
              <a:gd name="connsiteY739" fmla="*/ 311882 h 4267200"/>
              <a:gd name="connsiteX740" fmla="*/ 4945989 w 12192000"/>
              <a:gd name="connsiteY740" fmla="*/ 300516 h 4267200"/>
              <a:gd name="connsiteX741" fmla="*/ 5410479 w 12192000"/>
              <a:gd name="connsiteY741" fmla="*/ 348434 h 4267200"/>
              <a:gd name="connsiteX742" fmla="*/ 5805386 w 12192000"/>
              <a:gd name="connsiteY742" fmla="*/ 239240 h 4267200"/>
              <a:gd name="connsiteX743" fmla="*/ 5905192 w 12192000"/>
              <a:gd name="connsiteY743" fmla="*/ 163079 h 4267200"/>
              <a:gd name="connsiteX744" fmla="*/ 5865655 w 12192000"/>
              <a:gd name="connsiteY744" fmla="*/ 171901 h 4267200"/>
              <a:gd name="connsiteX745" fmla="*/ 5259740 w 12192000"/>
              <a:gd name="connsiteY745" fmla="*/ 257013 h 4267200"/>
              <a:gd name="connsiteX746" fmla="*/ 5208466 w 12192000"/>
              <a:gd name="connsiteY746" fmla="*/ 257550 h 4267200"/>
              <a:gd name="connsiteX747" fmla="*/ 4980204 w 12192000"/>
              <a:gd name="connsiteY747" fmla="*/ 271903 h 4267200"/>
              <a:gd name="connsiteX748" fmla="*/ 5068068 w 12192000"/>
              <a:gd name="connsiteY748" fmla="*/ 282244 h 4267200"/>
              <a:gd name="connsiteX749" fmla="*/ 5153231 w 12192000"/>
              <a:gd name="connsiteY749" fmla="*/ 292240 h 4267200"/>
              <a:gd name="connsiteX750" fmla="*/ 5426491 w 12192000"/>
              <a:gd name="connsiteY750" fmla="*/ 281128 h 4267200"/>
              <a:gd name="connsiteX751" fmla="*/ 5731212 w 12192000"/>
              <a:gd name="connsiteY751" fmla="*/ 231951 h 4267200"/>
              <a:gd name="connsiteX752" fmla="*/ 5905192 w 12192000"/>
              <a:gd name="connsiteY752" fmla="*/ 163079 h 4267200"/>
              <a:gd name="connsiteX753" fmla="*/ 5944437 w 12192000"/>
              <a:gd name="connsiteY753" fmla="*/ 113829 h 4267200"/>
              <a:gd name="connsiteX754" fmla="*/ 5825032 w 12192000"/>
              <a:gd name="connsiteY754" fmla="*/ 146405 h 4267200"/>
              <a:gd name="connsiteX755" fmla="*/ 4955599 w 12192000"/>
              <a:gd name="connsiteY755" fmla="*/ 247008 h 4267200"/>
              <a:gd name="connsiteX756" fmla="*/ 5210104 w 12192000"/>
              <a:gd name="connsiteY756" fmla="*/ 228123 h 4267200"/>
              <a:gd name="connsiteX757" fmla="*/ 5261015 w 12192000"/>
              <a:gd name="connsiteY757" fmla="*/ 227087 h 4267200"/>
              <a:gd name="connsiteX758" fmla="*/ 5861181 w 12192000"/>
              <a:gd name="connsiteY758" fmla="*/ 143093 h 4267200"/>
              <a:gd name="connsiteX759" fmla="*/ 5961252 w 12192000"/>
              <a:gd name="connsiteY759" fmla="*/ 114820 h 4267200"/>
              <a:gd name="connsiteX760" fmla="*/ 5944437 w 12192000"/>
              <a:gd name="connsiteY760" fmla="*/ 113829 h 4267200"/>
              <a:gd name="connsiteX761" fmla="*/ 9095810 w 12192000"/>
              <a:gd name="connsiteY761" fmla="*/ 0 h 4267200"/>
              <a:gd name="connsiteX762" fmla="*/ 9215999 w 12192000"/>
              <a:gd name="connsiteY762" fmla="*/ 0 h 4267200"/>
              <a:gd name="connsiteX763" fmla="*/ 9250991 w 12192000"/>
              <a:gd name="connsiteY763" fmla="*/ 17650 h 4267200"/>
              <a:gd name="connsiteX764" fmla="*/ 9551793 w 12192000"/>
              <a:gd name="connsiteY764" fmla="*/ 69947 h 4267200"/>
              <a:gd name="connsiteX765" fmla="*/ 10211701 w 12192000"/>
              <a:gd name="connsiteY765" fmla="*/ 15192 h 4267200"/>
              <a:gd name="connsiteX766" fmla="*/ 9665014 w 12192000"/>
              <a:gd name="connsiteY766" fmla="*/ 41266 h 4267200"/>
              <a:gd name="connsiteX767" fmla="*/ 9382567 w 12192000"/>
              <a:gd name="connsiteY767" fmla="*/ 18583 h 4267200"/>
              <a:gd name="connsiteX768" fmla="*/ 9283159 w 12192000"/>
              <a:gd name="connsiteY768" fmla="*/ 0 h 4267200"/>
              <a:gd name="connsiteX769" fmla="*/ 9469266 w 12192000"/>
              <a:gd name="connsiteY769" fmla="*/ 0 h 4267200"/>
              <a:gd name="connsiteX770" fmla="*/ 9504117 w 12192000"/>
              <a:gd name="connsiteY770" fmla="*/ 4274 h 4267200"/>
              <a:gd name="connsiteX771" fmla="*/ 9667223 w 12192000"/>
              <a:gd name="connsiteY771" fmla="*/ 13232 h 4267200"/>
              <a:gd name="connsiteX772" fmla="*/ 9887703 w 12192000"/>
              <a:gd name="connsiteY772" fmla="*/ 12601 h 4267200"/>
              <a:gd name="connsiteX773" fmla="*/ 10088930 w 12192000"/>
              <a:gd name="connsiteY773" fmla="*/ 0 h 4267200"/>
              <a:gd name="connsiteX774" fmla="*/ 10544171 w 12192000"/>
              <a:gd name="connsiteY774" fmla="*/ 0 h 4267200"/>
              <a:gd name="connsiteX775" fmla="*/ 10392396 w 12192000"/>
              <a:gd name="connsiteY775" fmla="*/ 36772 h 4267200"/>
              <a:gd name="connsiteX776" fmla="*/ 9413803 w 12192000"/>
              <a:gd name="connsiteY776" fmla="*/ 131277 h 4267200"/>
              <a:gd name="connsiteX777" fmla="*/ 9174626 w 12192000"/>
              <a:gd name="connsiteY777" fmla="*/ 44983 h 4267200"/>
              <a:gd name="connsiteX778" fmla="*/ 8474998 w 12192000"/>
              <a:gd name="connsiteY778" fmla="*/ 0 h 4267200"/>
              <a:gd name="connsiteX779" fmla="*/ 8573502 w 12192000"/>
              <a:gd name="connsiteY779" fmla="*/ 0 h 4267200"/>
              <a:gd name="connsiteX780" fmla="*/ 8659539 w 12192000"/>
              <a:gd name="connsiteY780" fmla="*/ 117664 h 4267200"/>
              <a:gd name="connsiteX781" fmla="*/ 9248507 w 12192000"/>
              <a:gd name="connsiteY781" fmla="*/ 743734 h 4267200"/>
              <a:gd name="connsiteX782" fmla="*/ 9309457 w 12192000"/>
              <a:gd name="connsiteY782" fmla="*/ 795932 h 4267200"/>
              <a:gd name="connsiteX783" fmla="*/ 9785496 w 12192000"/>
              <a:gd name="connsiteY783" fmla="*/ 530713 h 4267200"/>
              <a:gd name="connsiteX784" fmla="*/ 10482828 w 12192000"/>
              <a:gd name="connsiteY784" fmla="*/ 399738 h 4267200"/>
              <a:gd name="connsiteX785" fmla="*/ 10468382 w 12192000"/>
              <a:gd name="connsiteY785" fmla="*/ 461219 h 4267200"/>
              <a:gd name="connsiteX786" fmla="*/ 9430790 w 12192000"/>
              <a:gd name="connsiteY786" fmla="*/ 895589 h 4267200"/>
              <a:gd name="connsiteX787" fmla="*/ 10019780 w 12192000"/>
              <a:gd name="connsiteY787" fmla="*/ 1298815 h 4267200"/>
              <a:gd name="connsiteX788" fmla="*/ 10372218 w 12192000"/>
              <a:gd name="connsiteY788" fmla="*/ 1146081 h 4267200"/>
              <a:gd name="connsiteX789" fmla="*/ 10896429 w 12192000"/>
              <a:gd name="connsiteY789" fmla="*/ 310883 h 4267200"/>
              <a:gd name="connsiteX790" fmla="*/ 10919735 w 12192000"/>
              <a:gd name="connsiteY790" fmla="*/ 318176 h 4267200"/>
              <a:gd name="connsiteX791" fmla="*/ 10637064 w 12192000"/>
              <a:gd name="connsiteY791" fmla="*/ 935661 h 4267200"/>
              <a:gd name="connsiteX792" fmla="*/ 10516995 w 12192000"/>
              <a:gd name="connsiteY792" fmla="*/ 1070245 h 4267200"/>
              <a:gd name="connsiteX793" fmla="*/ 10868835 w 12192000"/>
              <a:gd name="connsiteY793" fmla="*/ 815534 h 4267200"/>
              <a:gd name="connsiteX794" fmla="*/ 11704547 w 12192000"/>
              <a:gd name="connsiteY794" fmla="*/ 465665 h 4267200"/>
              <a:gd name="connsiteX795" fmla="*/ 12033562 w 12192000"/>
              <a:gd name="connsiteY795" fmla="*/ 350012 h 4267200"/>
              <a:gd name="connsiteX796" fmla="*/ 12025537 w 12192000"/>
              <a:gd name="connsiteY796" fmla="*/ 382666 h 4267200"/>
              <a:gd name="connsiteX797" fmla="*/ 11088649 w 12192000"/>
              <a:gd name="connsiteY797" fmla="*/ 1056676 h 4267200"/>
              <a:gd name="connsiteX798" fmla="*/ 10561600 w 12192000"/>
              <a:gd name="connsiteY798" fmla="*/ 1229477 h 4267200"/>
              <a:gd name="connsiteX799" fmla="*/ 10280797 w 12192000"/>
              <a:gd name="connsiteY799" fmla="*/ 1263181 h 4267200"/>
              <a:gd name="connsiteX800" fmla="*/ 10083376 w 12192000"/>
              <a:gd name="connsiteY800" fmla="*/ 1334114 h 4267200"/>
              <a:gd name="connsiteX801" fmla="*/ 10832582 w 12192000"/>
              <a:gd name="connsiteY801" fmla="*/ 1687356 h 4267200"/>
              <a:gd name="connsiteX802" fmla="*/ 10839263 w 12192000"/>
              <a:gd name="connsiteY802" fmla="*/ 1683743 h 4267200"/>
              <a:gd name="connsiteX803" fmla="*/ 11350910 w 12192000"/>
              <a:gd name="connsiteY803" fmla="*/ 1443899 h 4267200"/>
              <a:gd name="connsiteX804" fmla="*/ 11360346 w 12192000"/>
              <a:gd name="connsiteY804" fmla="*/ 1429225 h 4267200"/>
              <a:gd name="connsiteX805" fmla="*/ 12167580 w 12192000"/>
              <a:gd name="connsiteY805" fmla="*/ 789523 h 4267200"/>
              <a:gd name="connsiteX806" fmla="*/ 12192000 w 12192000"/>
              <a:gd name="connsiteY806" fmla="*/ 769876 h 4267200"/>
              <a:gd name="connsiteX807" fmla="*/ 12192000 w 12192000"/>
              <a:gd name="connsiteY807" fmla="*/ 802845 h 4267200"/>
              <a:gd name="connsiteX808" fmla="*/ 12173558 w 12192000"/>
              <a:gd name="connsiteY808" fmla="*/ 821317 h 4267200"/>
              <a:gd name="connsiteX809" fmla="*/ 12117398 w 12192000"/>
              <a:gd name="connsiteY809" fmla="*/ 877374 h 4267200"/>
              <a:gd name="connsiteX810" fmla="*/ 11472926 w 12192000"/>
              <a:gd name="connsiteY810" fmla="*/ 1344259 h 4267200"/>
              <a:gd name="connsiteX811" fmla="*/ 11666978 w 12192000"/>
              <a:gd name="connsiteY811" fmla="*/ 1215889 h 4267200"/>
              <a:gd name="connsiteX812" fmla="*/ 11707200 w 12192000"/>
              <a:gd name="connsiteY812" fmla="*/ 1192361 h 4267200"/>
              <a:gd name="connsiteX813" fmla="*/ 12144637 w 12192000"/>
              <a:gd name="connsiteY813" fmla="*/ 858646 h 4267200"/>
              <a:gd name="connsiteX814" fmla="*/ 12192000 w 12192000"/>
              <a:gd name="connsiteY814" fmla="*/ 810414 h 4267200"/>
              <a:gd name="connsiteX815" fmla="*/ 12192000 w 12192000"/>
              <a:gd name="connsiteY815" fmla="*/ 916439 h 4267200"/>
              <a:gd name="connsiteX816" fmla="*/ 12150630 w 12192000"/>
              <a:gd name="connsiteY816" fmla="*/ 982925 h 4267200"/>
              <a:gd name="connsiteX817" fmla="*/ 11389484 w 12192000"/>
              <a:gd name="connsiteY817" fmla="*/ 1469889 h 4267200"/>
              <a:gd name="connsiteX818" fmla="*/ 10923736 w 12192000"/>
              <a:gd name="connsiteY818" fmla="*/ 1721439 h 4267200"/>
              <a:gd name="connsiteX819" fmla="*/ 11091913 w 12192000"/>
              <a:gd name="connsiteY819" fmla="*/ 1780406 h 4267200"/>
              <a:gd name="connsiteX820" fmla="*/ 11771238 w 12192000"/>
              <a:gd name="connsiteY820" fmla="*/ 1944400 h 4267200"/>
              <a:gd name="connsiteX821" fmla="*/ 11783166 w 12192000"/>
              <a:gd name="connsiteY821" fmla="*/ 1931422 h 4267200"/>
              <a:gd name="connsiteX822" fmla="*/ 12131988 w 12192000"/>
              <a:gd name="connsiteY822" fmla="*/ 1574357 h 4267200"/>
              <a:gd name="connsiteX823" fmla="*/ 12192000 w 12192000"/>
              <a:gd name="connsiteY823" fmla="*/ 1537429 h 4267200"/>
              <a:gd name="connsiteX824" fmla="*/ 12192000 w 12192000"/>
              <a:gd name="connsiteY824" fmla="*/ 1589108 h 4267200"/>
              <a:gd name="connsiteX825" fmla="*/ 12112105 w 12192000"/>
              <a:gd name="connsiteY825" fmla="*/ 1640352 h 4267200"/>
              <a:gd name="connsiteX826" fmla="*/ 11849203 w 12192000"/>
              <a:gd name="connsiteY826" fmla="*/ 1900149 h 4267200"/>
              <a:gd name="connsiteX827" fmla="*/ 11946326 w 12192000"/>
              <a:gd name="connsiteY827" fmla="*/ 1822808 h 4267200"/>
              <a:gd name="connsiteX828" fmla="*/ 12055863 w 12192000"/>
              <a:gd name="connsiteY828" fmla="*/ 1735914 h 4267200"/>
              <a:gd name="connsiteX829" fmla="*/ 12150816 w 12192000"/>
              <a:gd name="connsiteY829" fmla="*/ 1678902 h 4267200"/>
              <a:gd name="connsiteX830" fmla="*/ 12192000 w 12192000"/>
              <a:gd name="connsiteY830" fmla="*/ 1655121 h 4267200"/>
              <a:gd name="connsiteX831" fmla="*/ 12192000 w 12192000"/>
              <a:gd name="connsiteY831" fmla="*/ 1686869 h 4267200"/>
              <a:gd name="connsiteX832" fmla="*/ 12163772 w 12192000"/>
              <a:gd name="connsiteY832" fmla="*/ 1703058 h 4267200"/>
              <a:gd name="connsiteX833" fmla="*/ 12070597 w 12192000"/>
              <a:gd name="connsiteY833" fmla="*/ 1758893 h 4267200"/>
              <a:gd name="connsiteX834" fmla="*/ 11963621 w 12192000"/>
              <a:gd name="connsiteY834" fmla="*/ 1844299 h 4267200"/>
              <a:gd name="connsiteX835" fmla="*/ 11886604 w 12192000"/>
              <a:gd name="connsiteY835" fmla="*/ 1907617 h 4267200"/>
              <a:gd name="connsiteX836" fmla="*/ 12153575 w 12192000"/>
              <a:gd name="connsiteY836" fmla="*/ 1786372 h 4267200"/>
              <a:gd name="connsiteX837" fmla="*/ 12192000 w 12192000"/>
              <a:gd name="connsiteY837" fmla="*/ 1759693 h 4267200"/>
              <a:gd name="connsiteX838" fmla="*/ 12192000 w 12192000"/>
              <a:gd name="connsiteY838" fmla="*/ 1809459 h 4267200"/>
              <a:gd name="connsiteX839" fmla="*/ 12121362 w 12192000"/>
              <a:gd name="connsiteY839" fmla="*/ 1857561 h 4267200"/>
              <a:gd name="connsiteX840" fmla="*/ 11895949 w 12192000"/>
              <a:gd name="connsiteY840" fmla="*/ 1963079 h 4267200"/>
              <a:gd name="connsiteX841" fmla="*/ 12192000 w 12192000"/>
              <a:gd name="connsiteY841" fmla="*/ 1990579 h 4267200"/>
              <a:gd name="connsiteX842" fmla="*/ 12192000 w 12192000"/>
              <a:gd name="connsiteY842" fmla="*/ 2065582 h 4267200"/>
              <a:gd name="connsiteX843" fmla="*/ 12153918 w 12192000"/>
              <a:gd name="connsiteY843" fmla="*/ 2063926 h 4267200"/>
              <a:gd name="connsiteX844" fmla="*/ 12192000 w 12192000"/>
              <a:gd name="connsiteY844" fmla="*/ 2085104 h 4267200"/>
              <a:gd name="connsiteX845" fmla="*/ 12192000 w 12192000"/>
              <a:gd name="connsiteY845" fmla="*/ 2178471 h 4267200"/>
              <a:gd name="connsiteX846" fmla="*/ 12085355 w 12192000"/>
              <a:gd name="connsiteY846" fmla="*/ 2122457 h 4267200"/>
              <a:gd name="connsiteX847" fmla="*/ 12192000 w 12192000"/>
              <a:gd name="connsiteY847" fmla="*/ 2196158 h 4267200"/>
              <a:gd name="connsiteX848" fmla="*/ 12192000 w 12192000"/>
              <a:gd name="connsiteY848" fmla="*/ 2230374 h 4267200"/>
              <a:gd name="connsiteX849" fmla="*/ 12041237 w 12192000"/>
              <a:gd name="connsiteY849" fmla="*/ 2126309 h 4267200"/>
              <a:gd name="connsiteX850" fmla="*/ 12174450 w 12192000"/>
              <a:gd name="connsiteY850" fmla="*/ 2262541 h 4267200"/>
              <a:gd name="connsiteX851" fmla="*/ 12192000 w 12192000"/>
              <a:gd name="connsiteY851" fmla="*/ 2275857 h 4267200"/>
              <a:gd name="connsiteX852" fmla="*/ 12192000 w 12192000"/>
              <a:gd name="connsiteY852" fmla="*/ 2377131 h 4267200"/>
              <a:gd name="connsiteX853" fmla="*/ 12155801 w 12192000"/>
              <a:gd name="connsiteY853" fmla="*/ 2349925 h 4267200"/>
              <a:gd name="connsiteX854" fmla="*/ 11930164 w 12192000"/>
              <a:gd name="connsiteY854" fmla="*/ 2041945 h 4267200"/>
              <a:gd name="connsiteX855" fmla="*/ 11561767 w 12192000"/>
              <a:gd name="connsiteY855" fmla="*/ 1984479 h 4267200"/>
              <a:gd name="connsiteX856" fmla="*/ 11987997 w 12192000"/>
              <a:gd name="connsiteY856" fmla="*/ 3153822 h 4267200"/>
              <a:gd name="connsiteX857" fmla="*/ 11926558 w 12192000"/>
              <a:gd name="connsiteY857" fmla="*/ 3203134 h 4267200"/>
              <a:gd name="connsiteX858" fmla="*/ 11440430 w 12192000"/>
              <a:gd name="connsiteY858" fmla="*/ 1973028 h 4267200"/>
              <a:gd name="connsiteX859" fmla="*/ 11446754 w 12192000"/>
              <a:gd name="connsiteY859" fmla="*/ 1959605 h 4267200"/>
              <a:gd name="connsiteX860" fmla="*/ 11050651 w 12192000"/>
              <a:gd name="connsiteY860" fmla="*/ 1850495 h 4267200"/>
              <a:gd name="connsiteX861" fmla="*/ 10389960 w 12192000"/>
              <a:gd name="connsiteY861" fmla="*/ 1586232 h 4267200"/>
              <a:gd name="connsiteX862" fmla="*/ 10500699 w 12192000"/>
              <a:gd name="connsiteY862" fmla="*/ 1913175 h 4267200"/>
              <a:gd name="connsiteX863" fmla="*/ 10507814 w 12192000"/>
              <a:gd name="connsiteY863" fmla="*/ 1920694 h 4267200"/>
              <a:gd name="connsiteX864" fmla="*/ 10518908 w 12192000"/>
              <a:gd name="connsiteY864" fmla="*/ 1911226 h 4267200"/>
              <a:gd name="connsiteX865" fmla="*/ 11258935 w 12192000"/>
              <a:gd name="connsiteY865" fmla="*/ 2442781 h 4267200"/>
              <a:gd name="connsiteX866" fmla="*/ 11211663 w 12192000"/>
              <a:gd name="connsiteY866" fmla="*/ 2510325 h 4267200"/>
              <a:gd name="connsiteX867" fmla="*/ 10571295 w 12192000"/>
              <a:gd name="connsiteY867" fmla="*/ 2105302 h 4267200"/>
              <a:gd name="connsiteX868" fmla="*/ 10435737 w 12192000"/>
              <a:gd name="connsiteY868" fmla="*/ 2805672 h 4267200"/>
              <a:gd name="connsiteX869" fmla="*/ 10206831 w 12192000"/>
              <a:gd name="connsiteY869" fmla="*/ 3151701 h 4267200"/>
              <a:gd name="connsiteX870" fmla="*/ 10196482 w 12192000"/>
              <a:gd name="connsiteY870" fmla="*/ 3135084 h 4267200"/>
              <a:gd name="connsiteX871" fmla="*/ 10381882 w 12192000"/>
              <a:gd name="connsiteY871" fmla="*/ 2155807 h 4267200"/>
              <a:gd name="connsiteX872" fmla="*/ 10439260 w 12192000"/>
              <a:gd name="connsiteY872" fmla="*/ 1962486 h 4267200"/>
              <a:gd name="connsiteX873" fmla="*/ 10439409 w 12192000"/>
              <a:gd name="connsiteY873" fmla="*/ 1960615 h 4267200"/>
              <a:gd name="connsiteX874" fmla="*/ 10439915 w 12192000"/>
              <a:gd name="connsiteY874" fmla="*/ 1951821 h 4267200"/>
              <a:gd name="connsiteX875" fmla="*/ 10314241 w 12192000"/>
              <a:gd name="connsiteY875" fmla="*/ 1556749 h 4267200"/>
              <a:gd name="connsiteX876" fmla="*/ 10315061 w 12192000"/>
              <a:gd name="connsiteY876" fmla="*/ 1548729 h 4267200"/>
              <a:gd name="connsiteX877" fmla="*/ 9526158 w 12192000"/>
              <a:gd name="connsiteY877" fmla="*/ 1071804 h 4267200"/>
              <a:gd name="connsiteX878" fmla="*/ 9758689 w 12192000"/>
              <a:gd name="connsiteY878" fmla="*/ 1585512 h 4267200"/>
              <a:gd name="connsiteX879" fmla="*/ 9941392 w 12192000"/>
              <a:gd name="connsiteY879" fmla="*/ 2432858 h 4267200"/>
              <a:gd name="connsiteX880" fmla="*/ 9887724 w 12192000"/>
              <a:gd name="connsiteY880" fmla="*/ 2495762 h 4267200"/>
              <a:gd name="connsiteX881" fmla="*/ 9587446 w 12192000"/>
              <a:gd name="connsiteY881" fmla="*/ 1872898 h 4267200"/>
              <a:gd name="connsiteX882" fmla="*/ 9462810 w 12192000"/>
              <a:gd name="connsiteY882" fmla="*/ 1288346 h 4267200"/>
              <a:gd name="connsiteX883" fmla="*/ 9318575 w 12192000"/>
              <a:gd name="connsiteY883" fmla="*/ 1540820 h 4267200"/>
              <a:gd name="connsiteX884" fmla="*/ 9191090 w 12192000"/>
              <a:gd name="connsiteY884" fmla="*/ 1688355 h 4267200"/>
              <a:gd name="connsiteX885" fmla="*/ 9177757 w 12192000"/>
              <a:gd name="connsiteY885" fmla="*/ 1683354 h 4267200"/>
              <a:gd name="connsiteX886" fmla="*/ 9274865 w 12192000"/>
              <a:gd name="connsiteY886" fmla="*/ 1336896 h 4267200"/>
              <a:gd name="connsiteX887" fmla="*/ 9478649 w 12192000"/>
              <a:gd name="connsiteY887" fmla="*/ 1173376 h 4267200"/>
              <a:gd name="connsiteX888" fmla="*/ 9482281 w 12192000"/>
              <a:gd name="connsiteY888" fmla="*/ 1167830 h 4267200"/>
              <a:gd name="connsiteX889" fmla="*/ 9438637 w 12192000"/>
              <a:gd name="connsiteY889" fmla="*/ 1015438 h 4267200"/>
              <a:gd name="connsiteX890" fmla="*/ 9439458 w 12192000"/>
              <a:gd name="connsiteY890" fmla="*/ 1007420 h 4267200"/>
              <a:gd name="connsiteX891" fmla="*/ 9197105 w 12192000"/>
              <a:gd name="connsiteY891" fmla="*/ 808882 h 4267200"/>
              <a:gd name="connsiteX892" fmla="*/ 8973607 w 12192000"/>
              <a:gd name="connsiteY892" fmla="*/ 597733 h 4267200"/>
              <a:gd name="connsiteX893" fmla="*/ 8967512 w 12192000"/>
              <a:gd name="connsiteY893" fmla="*/ 1795211 h 4267200"/>
              <a:gd name="connsiteX894" fmla="*/ 8912526 w 12192000"/>
              <a:gd name="connsiteY894" fmla="*/ 1841464 h 4267200"/>
              <a:gd name="connsiteX895" fmla="*/ 8893391 w 12192000"/>
              <a:gd name="connsiteY895" fmla="*/ 572788 h 4267200"/>
              <a:gd name="connsiteX896" fmla="*/ 8902990 w 12192000"/>
              <a:gd name="connsiteY896" fmla="*/ 560750 h 4267200"/>
              <a:gd name="connsiteX897" fmla="*/ 8919102 w 12192000"/>
              <a:gd name="connsiteY897" fmla="*/ 542471 h 4267200"/>
              <a:gd name="connsiteX898" fmla="*/ 8661728 w 12192000"/>
              <a:gd name="connsiteY898" fmla="*/ 250903 h 4267200"/>
              <a:gd name="connsiteX899" fmla="*/ 8357758 w 12192000"/>
              <a:gd name="connsiteY899" fmla="*/ 0 h 4267200"/>
              <a:gd name="connsiteX900" fmla="*/ 8405492 w 12192000"/>
              <a:gd name="connsiteY900" fmla="*/ 0 h 4267200"/>
              <a:gd name="connsiteX901" fmla="*/ 8392083 w 12192000"/>
              <a:gd name="connsiteY901" fmla="*/ 30495 h 4267200"/>
              <a:gd name="connsiteX902" fmla="*/ 8339888 w 12192000"/>
              <a:gd name="connsiteY902" fmla="*/ 306259 h 4267200"/>
              <a:gd name="connsiteX903" fmla="*/ 8473847 w 12192000"/>
              <a:gd name="connsiteY903" fmla="*/ 727373 h 4267200"/>
              <a:gd name="connsiteX904" fmla="*/ 8454081 w 12192000"/>
              <a:gd name="connsiteY904" fmla="*/ 1611960 h 4267200"/>
              <a:gd name="connsiteX905" fmla="*/ 8396000 w 12192000"/>
              <a:gd name="connsiteY905" fmla="*/ 1663986 h 4267200"/>
              <a:gd name="connsiteX906" fmla="*/ 8238881 w 12192000"/>
              <a:gd name="connsiteY906" fmla="*/ 368438 h 4267200"/>
              <a:gd name="connsiteX907" fmla="*/ 7668140 w 12192000"/>
              <a:gd name="connsiteY907" fmla="*/ 942511 h 4267200"/>
              <a:gd name="connsiteX908" fmla="*/ 7637853 w 12192000"/>
              <a:gd name="connsiteY908" fmla="*/ 942567 h 4267200"/>
              <a:gd name="connsiteX909" fmla="*/ 7909649 w 12192000"/>
              <a:gd name="connsiteY909" fmla="*/ 489150 h 4267200"/>
              <a:gd name="connsiteX910" fmla="*/ 8256182 w 12192000"/>
              <a:gd name="connsiteY910" fmla="*/ 301724 h 4267200"/>
              <a:gd name="connsiteX911" fmla="*/ 8255912 w 12192000"/>
              <a:gd name="connsiteY911" fmla="*/ 276498 h 4267200"/>
              <a:gd name="connsiteX912" fmla="*/ 8315225 w 12192000"/>
              <a:gd name="connsiteY912" fmla="*/ 89075 h 4267200"/>
              <a:gd name="connsiteX913" fmla="*/ 7497388 w 12192000"/>
              <a:gd name="connsiteY913" fmla="*/ 0 h 4267200"/>
              <a:gd name="connsiteX914" fmla="*/ 7560921 w 12192000"/>
              <a:gd name="connsiteY914" fmla="*/ 0 h 4267200"/>
              <a:gd name="connsiteX915" fmla="*/ 7546742 w 12192000"/>
              <a:gd name="connsiteY915" fmla="*/ 68966 h 4267200"/>
              <a:gd name="connsiteX916" fmla="*/ 7488853 w 12192000"/>
              <a:gd name="connsiteY916" fmla="*/ 535687 h 4267200"/>
              <a:gd name="connsiteX917" fmla="*/ 7529509 w 12192000"/>
              <a:gd name="connsiteY917" fmla="*/ 380358 h 4267200"/>
              <a:gd name="connsiteX918" fmla="*/ 7585939 w 12192000"/>
              <a:gd name="connsiteY918" fmla="*/ 184712 h 4267200"/>
              <a:gd name="connsiteX919" fmla="*/ 7621792 w 12192000"/>
              <a:gd name="connsiteY919" fmla="*/ 87864 h 4267200"/>
              <a:gd name="connsiteX920" fmla="*/ 7654204 w 12192000"/>
              <a:gd name="connsiteY920" fmla="*/ 0 h 4267200"/>
              <a:gd name="connsiteX921" fmla="*/ 7683986 w 12192000"/>
              <a:gd name="connsiteY921" fmla="*/ 0 h 4267200"/>
              <a:gd name="connsiteX922" fmla="*/ 7647914 w 12192000"/>
              <a:gd name="connsiteY922" fmla="*/ 97640 h 4267200"/>
              <a:gd name="connsiteX923" fmla="*/ 7612524 w 12192000"/>
              <a:gd name="connsiteY923" fmla="*/ 193392 h 4267200"/>
              <a:gd name="connsiteX924" fmla="*/ 7557013 w 12192000"/>
              <a:gd name="connsiteY924" fmla="*/ 386853 h 4267200"/>
              <a:gd name="connsiteX925" fmla="*/ 7517286 w 12192000"/>
              <a:gd name="connsiteY925" fmla="*/ 539999 h 4267200"/>
              <a:gd name="connsiteX926" fmla="*/ 7704204 w 12192000"/>
              <a:gd name="connsiteY926" fmla="*/ 152292 h 4267200"/>
              <a:gd name="connsiteX927" fmla="*/ 7756975 w 12192000"/>
              <a:gd name="connsiteY927" fmla="*/ 0 h 4267200"/>
              <a:gd name="connsiteX928" fmla="*/ 7837329 w 12192000"/>
              <a:gd name="connsiteY928" fmla="*/ 0 h 4267200"/>
              <a:gd name="connsiteX929" fmla="*/ 7821760 w 12192000"/>
              <a:gd name="connsiteY929" fmla="*/ 65656 h 4267200"/>
              <a:gd name="connsiteX930" fmla="*/ 7488925 w 12192000"/>
              <a:gd name="connsiteY930" fmla="*/ 763628 h 4267200"/>
              <a:gd name="connsiteX931" fmla="*/ 7419999 w 12192000"/>
              <a:gd name="connsiteY931" fmla="*/ 774360 h 4267200"/>
              <a:gd name="connsiteX932" fmla="*/ 7487820 w 12192000"/>
              <a:gd name="connsiteY932" fmla="*/ 37416 h 4267200"/>
              <a:gd name="connsiteX933" fmla="*/ 3882765 w 12192000"/>
              <a:gd name="connsiteY933" fmla="*/ 0 h 4267200"/>
              <a:gd name="connsiteX934" fmla="*/ 3995099 w 12192000"/>
              <a:gd name="connsiteY934" fmla="*/ 0 h 4267200"/>
              <a:gd name="connsiteX935" fmla="*/ 4163818 w 12192000"/>
              <a:gd name="connsiteY935" fmla="*/ 234104 h 4267200"/>
              <a:gd name="connsiteX936" fmla="*/ 4172099 w 12192000"/>
              <a:gd name="connsiteY936" fmla="*/ 234207 h 4267200"/>
              <a:gd name="connsiteX937" fmla="*/ 4784282 w 12192000"/>
              <a:gd name="connsiteY937" fmla="*/ 276561 h 4267200"/>
              <a:gd name="connsiteX938" fmla="*/ 4801687 w 12192000"/>
              <a:gd name="connsiteY938" fmla="*/ 267764 h 4267200"/>
              <a:gd name="connsiteX939" fmla="*/ 6082788 w 12192000"/>
              <a:gd name="connsiteY939" fmla="*/ 64119 h 4267200"/>
              <a:gd name="connsiteX940" fmla="*/ 6099442 w 12192000"/>
              <a:gd name="connsiteY940" fmla="*/ 82568 h 4267200"/>
              <a:gd name="connsiteX941" fmla="*/ 4804137 w 12192000"/>
              <a:gd name="connsiteY941" fmla="*/ 320931 h 4267200"/>
              <a:gd name="connsiteX942" fmla="*/ 4227047 w 12192000"/>
              <a:gd name="connsiteY942" fmla="*/ 313415 h 4267200"/>
              <a:gd name="connsiteX943" fmla="*/ 4346041 w 12192000"/>
              <a:gd name="connsiteY943" fmla="*/ 456086 h 4267200"/>
              <a:gd name="connsiteX944" fmla="*/ 4870967 w 12192000"/>
              <a:gd name="connsiteY944" fmla="*/ 963061 h 4267200"/>
              <a:gd name="connsiteX945" fmla="*/ 4889647 w 12192000"/>
              <a:gd name="connsiteY945" fmla="*/ 957147 h 4267200"/>
              <a:gd name="connsiteX946" fmla="*/ 5422504 w 12192000"/>
              <a:gd name="connsiteY946" fmla="*/ 805191 h 4267200"/>
              <a:gd name="connsiteX947" fmla="*/ 6087656 w 12192000"/>
              <a:gd name="connsiteY947" fmla="*/ 826703 h 4267200"/>
              <a:gd name="connsiteX948" fmla="*/ 6058717 w 12192000"/>
              <a:gd name="connsiteY948" fmla="*/ 865992 h 4267200"/>
              <a:gd name="connsiteX949" fmla="*/ 4974153 w 12192000"/>
              <a:gd name="connsiteY949" fmla="*/ 1045456 h 4267200"/>
              <a:gd name="connsiteX950" fmla="*/ 5627835 w 12192000"/>
              <a:gd name="connsiteY950" fmla="*/ 1472077 h 4267200"/>
              <a:gd name="connsiteX951" fmla="*/ 5629817 w 12192000"/>
              <a:gd name="connsiteY951" fmla="*/ 1471412 h 4267200"/>
              <a:gd name="connsiteX952" fmla="*/ 5634124 w 12192000"/>
              <a:gd name="connsiteY952" fmla="*/ 1470572 h 4267200"/>
              <a:gd name="connsiteX953" fmla="*/ 5755832 w 12192000"/>
              <a:gd name="connsiteY953" fmla="*/ 1383886 h 4267200"/>
              <a:gd name="connsiteX954" fmla="*/ 6014186 w 12192000"/>
              <a:gd name="connsiteY954" fmla="*/ 1279799 h 4267200"/>
              <a:gd name="connsiteX955" fmla="*/ 6901619 w 12192000"/>
              <a:gd name="connsiteY955" fmla="*/ 1047874 h 4267200"/>
              <a:gd name="connsiteX956" fmla="*/ 6931566 w 12192000"/>
              <a:gd name="connsiteY956" fmla="*/ 1062034 h 4267200"/>
              <a:gd name="connsiteX957" fmla="*/ 5790982 w 12192000"/>
              <a:gd name="connsiteY957" fmla="*/ 1561380 h 4267200"/>
              <a:gd name="connsiteX958" fmla="*/ 6188971 w 12192000"/>
              <a:gd name="connsiteY958" fmla="*/ 1755168 h 4267200"/>
              <a:gd name="connsiteX959" fmla="*/ 6202446 w 12192000"/>
              <a:gd name="connsiteY959" fmla="*/ 1752268 h 4267200"/>
              <a:gd name="connsiteX960" fmla="*/ 7179560 w 12192000"/>
              <a:gd name="connsiteY960" fmla="*/ 1467551 h 4267200"/>
              <a:gd name="connsiteX961" fmla="*/ 7158730 w 12192000"/>
              <a:gd name="connsiteY961" fmla="*/ 1507835 h 4267200"/>
              <a:gd name="connsiteX962" fmla="*/ 6326959 w 12192000"/>
              <a:gd name="connsiteY962" fmla="*/ 1817686 h 4267200"/>
              <a:gd name="connsiteX963" fmla="*/ 6537433 w 12192000"/>
              <a:gd name="connsiteY963" fmla="*/ 1907790 h 4267200"/>
              <a:gd name="connsiteX964" fmla="*/ 6550221 w 12192000"/>
              <a:gd name="connsiteY964" fmla="*/ 1910729 h 4267200"/>
              <a:gd name="connsiteX965" fmla="*/ 6964438 w 12192000"/>
              <a:gd name="connsiteY965" fmla="*/ 2209505 h 4267200"/>
              <a:gd name="connsiteX966" fmla="*/ 7367862 w 12192000"/>
              <a:gd name="connsiteY966" fmla="*/ 2806833 h 4267200"/>
              <a:gd name="connsiteX967" fmla="*/ 7364329 w 12192000"/>
              <a:gd name="connsiteY967" fmla="*/ 2826907 h 4267200"/>
              <a:gd name="connsiteX968" fmla="*/ 7290545 w 12192000"/>
              <a:gd name="connsiteY968" fmla="*/ 2850663 h 4267200"/>
              <a:gd name="connsiteX969" fmla="*/ 6472036 w 12192000"/>
              <a:gd name="connsiteY969" fmla="*/ 1959003 h 4267200"/>
              <a:gd name="connsiteX970" fmla="*/ 5792897 w 12192000"/>
              <a:gd name="connsiteY970" fmla="*/ 1647747 h 4267200"/>
              <a:gd name="connsiteX971" fmla="*/ 5842751 w 12192000"/>
              <a:gd name="connsiteY971" fmla="*/ 1816112 h 4267200"/>
              <a:gd name="connsiteX972" fmla="*/ 5847424 w 12192000"/>
              <a:gd name="connsiteY972" fmla="*/ 1815776 h 4267200"/>
              <a:gd name="connsiteX973" fmla="*/ 6399821 w 12192000"/>
              <a:gd name="connsiteY973" fmla="*/ 2344799 h 4267200"/>
              <a:gd name="connsiteX974" fmla="*/ 6323232 w 12192000"/>
              <a:gd name="connsiteY974" fmla="*/ 2389634 h 4267200"/>
              <a:gd name="connsiteX975" fmla="*/ 5942958 w 12192000"/>
              <a:gd name="connsiteY975" fmla="*/ 2077708 h 4267200"/>
              <a:gd name="connsiteX976" fmla="*/ 5921559 w 12192000"/>
              <a:gd name="connsiteY976" fmla="*/ 2378596 h 4267200"/>
              <a:gd name="connsiteX977" fmla="*/ 5817651 w 12192000"/>
              <a:gd name="connsiteY977" fmla="*/ 3023919 h 4267200"/>
              <a:gd name="connsiteX978" fmla="*/ 5729634 w 12192000"/>
              <a:gd name="connsiteY978" fmla="*/ 3051849 h 4267200"/>
              <a:gd name="connsiteX979" fmla="*/ 5611018 w 12192000"/>
              <a:gd name="connsiteY979" fmla="*/ 2316769 h 4267200"/>
              <a:gd name="connsiteX980" fmla="*/ 5687608 w 12192000"/>
              <a:gd name="connsiteY980" fmla="*/ 2039972 h 4267200"/>
              <a:gd name="connsiteX981" fmla="*/ 5657554 w 12192000"/>
              <a:gd name="connsiteY981" fmla="*/ 1576445 h 4267200"/>
              <a:gd name="connsiteX982" fmla="*/ 5150475 w 12192000"/>
              <a:gd name="connsiteY982" fmla="*/ 1274012 h 4267200"/>
              <a:gd name="connsiteX983" fmla="*/ 5349142 w 12192000"/>
              <a:gd name="connsiteY983" fmla="*/ 2204405 h 4267200"/>
              <a:gd name="connsiteX984" fmla="*/ 5262214 w 12192000"/>
              <a:gd name="connsiteY984" fmla="*/ 2233836 h 4267200"/>
              <a:gd name="connsiteX985" fmla="*/ 4981539 w 12192000"/>
              <a:gd name="connsiteY985" fmla="*/ 1542201 h 4267200"/>
              <a:gd name="connsiteX986" fmla="*/ 4958461 w 12192000"/>
              <a:gd name="connsiteY986" fmla="*/ 1136957 h 4267200"/>
              <a:gd name="connsiteX987" fmla="*/ 4655015 w 12192000"/>
              <a:gd name="connsiteY987" fmla="*/ 891426 h 4267200"/>
              <a:gd name="connsiteX988" fmla="*/ 4348002 w 12192000"/>
              <a:gd name="connsiteY988" fmla="*/ 2205895 h 4267200"/>
              <a:gd name="connsiteX989" fmla="*/ 4262250 w 12192000"/>
              <a:gd name="connsiteY989" fmla="*/ 2219972 h 4267200"/>
              <a:gd name="connsiteX990" fmla="*/ 4550611 w 12192000"/>
              <a:gd name="connsiteY990" fmla="*/ 817540 h 4267200"/>
              <a:gd name="connsiteX991" fmla="*/ 4564418 w 12192000"/>
              <a:gd name="connsiteY991" fmla="*/ 808293 h 4267200"/>
              <a:gd name="connsiteX992" fmla="*/ 4266388 w 12192000"/>
              <a:gd name="connsiteY992" fmla="*/ 500083 h 4267200"/>
              <a:gd name="connsiteX993" fmla="*/ 4032842 w 12192000"/>
              <a:gd name="connsiteY993" fmla="*/ 211809 h 4267200"/>
              <a:gd name="connsiteX994" fmla="*/ 3721337 w 12192000"/>
              <a:gd name="connsiteY994" fmla="*/ 0 h 4267200"/>
              <a:gd name="connsiteX995" fmla="*/ 3797544 w 12192000"/>
              <a:gd name="connsiteY995" fmla="*/ 0 h 4267200"/>
              <a:gd name="connsiteX996" fmla="*/ 3775734 w 12192000"/>
              <a:gd name="connsiteY996" fmla="*/ 95131 h 4267200"/>
              <a:gd name="connsiteX997" fmla="*/ 3724807 w 12192000"/>
              <a:gd name="connsiteY997" fmla="*/ 272257 h 4267200"/>
              <a:gd name="connsiteX998" fmla="*/ 3726844 w 12192000"/>
              <a:gd name="connsiteY998" fmla="*/ 282988 h 4267200"/>
              <a:gd name="connsiteX999" fmla="*/ 3742664 w 12192000"/>
              <a:gd name="connsiteY999" fmla="*/ 279918 h 4267200"/>
              <a:gd name="connsiteX1000" fmla="*/ 4103910 w 12192000"/>
              <a:gd name="connsiteY1000" fmla="*/ 1161917 h 4267200"/>
              <a:gd name="connsiteX1001" fmla="*/ 4020269 w 12192000"/>
              <a:gd name="connsiteY1001" fmla="*/ 1200406 h 4267200"/>
              <a:gd name="connsiteX1002" fmla="*/ 3674882 w 12192000"/>
              <a:gd name="connsiteY1002" fmla="*/ 488524 h 4267200"/>
              <a:gd name="connsiteX1003" fmla="*/ 3132682 w 12192000"/>
              <a:gd name="connsiteY1003" fmla="*/ 1072284 h 4267200"/>
              <a:gd name="connsiteX1004" fmla="*/ 2716346 w 12192000"/>
              <a:gd name="connsiteY1004" fmla="*/ 1276376 h 4267200"/>
              <a:gd name="connsiteX1005" fmla="*/ 2716772 w 12192000"/>
              <a:gd name="connsiteY1005" fmla="*/ 1255462 h 4267200"/>
              <a:gd name="connsiteX1006" fmla="*/ 3471096 w 12192000"/>
              <a:gd name="connsiteY1006" fmla="*/ 437072 h 4267200"/>
              <a:gd name="connsiteX1007" fmla="*/ 3639057 w 12192000"/>
              <a:gd name="connsiteY1007" fmla="*/ 286334 h 4267200"/>
              <a:gd name="connsiteX1008" fmla="*/ 3640309 w 12192000"/>
              <a:gd name="connsiteY1008" fmla="*/ 284664 h 4267200"/>
              <a:gd name="connsiteX1009" fmla="*/ 3646022 w 12192000"/>
              <a:gd name="connsiteY1009" fmla="*/ 276711 h 4267200"/>
              <a:gd name="connsiteX1010" fmla="*/ 3707943 w 12192000"/>
              <a:gd name="connsiteY1010" fmla="*/ 65958 h 4267200"/>
              <a:gd name="connsiteX1011" fmla="*/ 2867960 w 12192000"/>
              <a:gd name="connsiteY1011" fmla="*/ 0 h 4267200"/>
              <a:gd name="connsiteX1012" fmla="*/ 2926351 w 12192000"/>
              <a:gd name="connsiteY1012" fmla="*/ 0 h 4267200"/>
              <a:gd name="connsiteX1013" fmla="*/ 2902823 w 12192000"/>
              <a:gd name="connsiteY1013" fmla="*/ 262929 h 4267200"/>
              <a:gd name="connsiteX1014" fmla="*/ 2940663 w 12192000"/>
              <a:gd name="connsiteY1014" fmla="*/ 140884 h 4267200"/>
              <a:gd name="connsiteX1015" fmla="*/ 2947039 w 12192000"/>
              <a:gd name="connsiteY1015" fmla="*/ 122524 h 4267200"/>
              <a:gd name="connsiteX1016" fmla="*/ 2984316 w 12192000"/>
              <a:gd name="connsiteY1016" fmla="*/ 0 h 4267200"/>
              <a:gd name="connsiteX1017" fmla="*/ 3016114 w 12192000"/>
              <a:gd name="connsiteY1017" fmla="*/ 0 h 4267200"/>
              <a:gd name="connsiteX1018" fmla="*/ 2979949 w 12192000"/>
              <a:gd name="connsiteY1018" fmla="*/ 119274 h 4267200"/>
              <a:gd name="connsiteX1019" fmla="*/ 3023879 w 12192000"/>
              <a:gd name="connsiteY1019" fmla="*/ 0 h 4267200"/>
              <a:gd name="connsiteX1020" fmla="*/ 3105400 w 12192000"/>
              <a:gd name="connsiteY1020" fmla="*/ 0 h 4267200"/>
              <a:gd name="connsiteX1021" fmla="*/ 3094669 w 12192000"/>
              <a:gd name="connsiteY1021" fmla="*/ 30308 h 4267200"/>
              <a:gd name="connsiteX1022" fmla="*/ 2901945 w 12192000"/>
              <a:gd name="connsiteY1022" fmla="*/ 466538 h 4267200"/>
              <a:gd name="connsiteX1023" fmla="*/ 2815209 w 12192000"/>
              <a:gd name="connsiteY1023" fmla="*/ 497361 h 4267200"/>
              <a:gd name="connsiteX1024" fmla="*/ 2844845 w 12192000"/>
              <a:gd name="connsiteY1024" fmla="*/ 127638 h 4267200"/>
              <a:gd name="connsiteX1025" fmla="*/ 1057230 w 12192000"/>
              <a:gd name="connsiteY1025" fmla="*/ 0 h 4267200"/>
              <a:gd name="connsiteX1026" fmla="*/ 1111003 w 12192000"/>
              <a:gd name="connsiteY1026" fmla="*/ 0 h 4267200"/>
              <a:gd name="connsiteX1027" fmla="*/ 1125553 w 12192000"/>
              <a:gd name="connsiteY1027" fmla="*/ 52588 h 4267200"/>
              <a:gd name="connsiteX1028" fmla="*/ 1304276 w 12192000"/>
              <a:gd name="connsiteY1028" fmla="*/ 476275 h 4267200"/>
              <a:gd name="connsiteX1029" fmla="*/ 1492066 w 12192000"/>
              <a:gd name="connsiteY1029" fmla="*/ 886333 h 4267200"/>
              <a:gd name="connsiteX1030" fmla="*/ 1423698 w 12192000"/>
              <a:gd name="connsiteY1030" fmla="*/ 710817 h 4267200"/>
              <a:gd name="connsiteX1031" fmla="*/ 1357609 w 12192000"/>
              <a:gd name="connsiteY1031" fmla="*/ 532892 h 4267200"/>
              <a:gd name="connsiteX1032" fmla="*/ 1309550 w 12192000"/>
              <a:gd name="connsiteY1032" fmla="*/ 374031 h 4267200"/>
              <a:gd name="connsiteX1033" fmla="*/ 1193673 w 12192000"/>
              <a:gd name="connsiteY1033" fmla="*/ 49533 h 4267200"/>
              <a:gd name="connsiteX1034" fmla="*/ 1164391 w 12192000"/>
              <a:gd name="connsiteY1034" fmla="*/ 0 h 4267200"/>
              <a:gd name="connsiteX1035" fmla="*/ 1200666 w 12192000"/>
              <a:gd name="connsiteY1035" fmla="*/ 0 h 4267200"/>
              <a:gd name="connsiteX1036" fmla="*/ 1223408 w 12192000"/>
              <a:gd name="connsiteY1036" fmla="*/ 38996 h 4267200"/>
              <a:gd name="connsiteX1037" fmla="*/ 1339635 w 12192000"/>
              <a:gd name="connsiteY1037" fmla="*/ 365517 h 4267200"/>
              <a:gd name="connsiteX1038" fmla="*/ 1387469 w 12192000"/>
              <a:gd name="connsiteY1038" fmla="*/ 523079 h 4267200"/>
              <a:gd name="connsiteX1039" fmla="*/ 1452685 w 12192000"/>
              <a:gd name="connsiteY1039" fmla="*/ 699806 h 4267200"/>
              <a:gd name="connsiteX1040" fmla="*/ 1492092 w 12192000"/>
              <a:gd name="connsiteY1040" fmla="*/ 800424 h 4267200"/>
              <a:gd name="connsiteX1041" fmla="*/ 1455302 w 12192000"/>
              <a:gd name="connsiteY1041" fmla="*/ 632913 h 4267200"/>
              <a:gd name="connsiteX1042" fmla="*/ 1222336 w 12192000"/>
              <a:gd name="connsiteY1042" fmla="*/ 9480 h 4267200"/>
              <a:gd name="connsiteX1043" fmla="*/ 1214634 w 12192000"/>
              <a:gd name="connsiteY1043" fmla="*/ 0 h 4267200"/>
              <a:gd name="connsiteX1044" fmla="*/ 1289827 w 12192000"/>
              <a:gd name="connsiteY1044" fmla="*/ 0 h 4267200"/>
              <a:gd name="connsiteX1045" fmla="*/ 1321076 w 12192000"/>
              <a:gd name="connsiteY1045" fmla="*/ 59722 h 4267200"/>
              <a:gd name="connsiteX1046" fmla="*/ 1512579 w 12192000"/>
              <a:gd name="connsiteY1046" fmla="*/ 626441 h 4267200"/>
              <a:gd name="connsiteX1047" fmla="*/ 1506076 w 12192000"/>
              <a:gd name="connsiteY1047" fmla="*/ 1089289 h 4267200"/>
              <a:gd name="connsiteX1048" fmla="*/ 1486346 w 12192000"/>
              <a:gd name="connsiteY1048" fmla="*/ 1079919 h 4267200"/>
              <a:gd name="connsiteX1049" fmla="*/ 1070511 w 12192000"/>
              <a:gd name="connsiteY1049" fmla="*/ 48609 h 4267200"/>
              <a:gd name="connsiteX1050" fmla="*/ 43151 w 12192000"/>
              <a:gd name="connsiteY1050" fmla="*/ 0 h 4267200"/>
              <a:gd name="connsiteX1051" fmla="*/ 95283 w 12192000"/>
              <a:gd name="connsiteY1051" fmla="*/ 0 h 4267200"/>
              <a:gd name="connsiteX1052" fmla="*/ 300708 w 12192000"/>
              <a:gd name="connsiteY1052" fmla="*/ 154571 h 4267200"/>
              <a:gd name="connsiteX1053" fmla="*/ 530414 w 12192000"/>
              <a:gd name="connsiteY1053" fmla="*/ 354673 h 4267200"/>
              <a:gd name="connsiteX1054" fmla="*/ 333785 w 12192000"/>
              <a:gd name="connsiteY1054" fmla="*/ 161564 h 4267200"/>
              <a:gd name="connsiteX1055" fmla="*/ 147005 w 12192000"/>
              <a:gd name="connsiteY1055" fmla="*/ 0 h 4267200"/>
              <a:gd name="connsiteX1056" fmla="*/ 272509 w 12192000"/>
              <a:gd name="connsiteY1056" fmla="*/ 0 h 4267200"/>
              <a:gd name="connsiteX1057" fmla="*/ 326276 w 12192000"/>
              <a:gd name="connsiteY1057" fmla="*/ 45847 h 4267200"/>
              <a:gd name="connsiteX1058" fmla="*/ 823759 w 12192000"/>
              <a:gd name="connsiteY1058" fmla="*/ 574145 h 4267200"/>
              <a:gd name="connsiteX1059" fmla="*/ 811254 w 12192000"/>
              <a:gd name="connsiteY1059" fmla="*/ 665546 h 4267200"/>
              <a:gd name="connsiteX1060" fmla="*/ 154042 w 12192000"/>
              <a:gd name="connsiteY1060" fmla="*/ 261522 h 4267200"/>
              <a:gd name="connsiteX1061" fmla="*/ 13550 w 12192000"/>
              <a:gd name="connsiteY1061" fmla="*/ 158423 h 4267200"/>
              <a:gd name="connsiteX1062" fmla="*/ 0 w 12192000"/>
              <a:gd name="connsiteY1062" fmla="*/ 146618 h 4267200"/>
              <a:gd name="connsiteX1063" fmla="*/ 0 w 12192000"/>
              <a:gd name="connsiteY1063" fmla="*/ 59161 h 4267200"/>
              <a:gd name="connsiteX1064" fmla="*/ 45427 w 12192000"/>
              <a:gd name="connsiteY1064" fmla="*/ 101078 h 4267200"/>
              <a:gd name="connsiteX1065" fmla="*/ 630103 w 12192000"/>
              <a:gd name="connsiteY1065" fmla="*/ 485885 h 4267200"/>
              <a:gd name="connsiteX1066" fmla="*/ 532040 w 12192000"/>
              <a:gd name="connsiteY1066" fmla="*/ 399359 h 4267200"/>
              <a:gd name="connsiteX1067" fmla="*/ 517618 w 12192000"/>
              <a:gd name="connsiteY1067" fmla="*/ 385726 h 4267200"/>
              <a:gd name="connsiteX1068" fmla="*/ 285074 w 12192000"/>
              <a:gd name="connsiteY1068" fmla="*/ 182755 h 4267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  <a:cxn ang="0">
                <a:pos x="connsiteX969" y="connsiteY969"/>
              </a:cxn>
              <a:cxn ang="0">
                <a:pos x="connsiteX970" y="connsiteY970"/>
              </a:cxn>
              <a:cxn ang="0">
                <a:pos x="connsiteX971" y="connsiteY971"/>
              </a:cxn>
              <a:cxn ang="0">
                <a:pos x="connsiteX972" y="connsiteY972"/>
              </a:cxn>
              <a:cxn ang="0">
                <a:pos x="connsiteX973" y="connsiteY973"/>
              </a:cxn>
              <a:cxn ang="0">
                <a:pos x="connsiteX974" y="connsiteY974"/>
              </a:cxn>
              <a:cxn ang="0">
                <a:pos x="connsiteX975" y="connsiteY975"/>
              </a:cxn>
              <a:cxn ang="0">
                <a:pos x="connsiteX976" y="connsiteY976"/>
              </a:cxn>
              <a:cxn ang="0">
                <a:pos x="connsiteX977" y="connsiteY977"/>
              </a:cxn>
              <a:cxn ang="0">
                <a:pos x="connsiteX978" y="connsiteY978"/>
              </a:cxn>
              <a:cxn ang="0">
                <a:pos x="connsiteX979" y="connsiteY979"/>
              </a:cxn>
              <a:cxn ang="0">
                <a:pos x="connsiteX980" y="connsiteY980"/>
              </a:cxn>
              <a:cxn ang="0">
                <a:pos x="connsiteX981" y="connsiteY981"/>
              </a:cxn>
              <a:cxn ang="0">
                <a:pos x="connsiteX982" y="connsiteY982"/>
              </a:cxn>
              <a:cxn ang="0">
                <a:pos x="connsiteX983" y="connsiteY983"/>
              </a:cxn>
              <a:cxn ang="0">
                <a:pos x="connsiteX984" y="connsiteY984"/>
              </a:cxn>
              <a:cxn ang="0">
                <a:pos x="connsiteX985" y="connsiteY985"/>
              </a:cxn>
              <a:cxn ang="0">
                <a:pos x="connsiteX986" y="connsiteY986"/>
              </a:cxn>
              <a:cxn ang="0">
                <a:pos x="connsiteX987" y="connsiteY987"/>
              </a:cxn>
              <a:cxn ang="0">
                <a:pos x="connsiteX988" y="connsiteY988"/>
              </a:cxn>
              <a:cxn ang="0">
                <a:pos x="connsiteX989" y="connsiteY989"/>
              </a:cxn>
              <a:cxn ang="0">
                <a:pos x="connsiteX990" y="connsiteY990"/>
              </a:cxn>
              <a:cxn ang="0">
                <a:pos x="connsiteX991" y="connsiteY991"/>
              </a:cxn>
              <a:cxn ang="0">
                <a:pos x="connsiteX992" y="connsiteY992"/>
              </a:cxn>
              <a:cxn ang="0">
                <a:pos x="connsiteX993" y="connsiteY993"/>
              </a:cxn>
              <a:cxn ang="0">
                <a:pos x="connsiteX994" y="connsiteY994"/>
              </a:cxn>
              <a:cxn ang="0">
                <a:pos x="connsiteX995" y="connsiteY995"/>
              </a:cxn>
              <a:cxn ang="0">
                <a:pos x="connsiteX996" y="connsiteY996"/>
              </a:cxn>
              <a:cxn ang="0">
                <a:pos x="connsiteX997" y="connsiteY997"/>
              </a:cxn>
              <a:cxn ang="0">
                <a:pos x="connsiteX998" y="connsiteY998"/>
              </a:cxn>
              <a:cxn ang="0">
                <a:pos x="connsiteX999" y="connsiteY999"/>
              </a:cxn>
              <a:cxn ang="0">
                <a:pos x="connsiteX1000" y="connsiteY1000"/>
              </a:cxn>
              <a:cxn ang="0">
                <a:pos x="connsiteX1001" y="connsiteY1001"/>
              </a:cxn>
              <a:cxn ang="0">
                <a:pos x="connsiteX1002" y="connsiteY1002"/>
              </a:cxn>
              <a:cxn ang="0">
                <a:pos x="connsiteX1003" y="connsiteY1003"/>
              </a:cxn>
              <a:cxn ang="0">
                <a:pos x="connsiteX1004" y="connsiteY1004"/>
              </a:cxn>
              <a:cxn ang="0">
                <a:pos x="connsiteX1005" y="connsiteY1005"/>
              </a:cxn>
              <a:cxn ang="0">
                <a:pos x="connsiteX1006" y="connsiteY1006"/>
              </a:cxn>
              <a:cxn ang="0">
                <a:pos x="connsiteX1007" y="connsiteY1007"/>
              </a:cxn>
              <a:cxn ang="0">
                <a:pos x="connsiteX1008" y="connsiteY1008"/>
              </a:cxn>
              <a:cxn ang="0">
                <a:pos x="connsiteX1009" y="connsiteY1009"/>
              </a:cxn>
              <a:cxn ang="0">
                <a:pos x="connsiteX1010" y="connsiteY1010"/>
              </a:cxn>
              <a:cxn ang="0">
                <a:pos x="connsiteX1011" y="connsiteY1011"/>
              </a:cxn>
              <a:cxn ang="0">
                <a:pos x="connsiteX1012" y="connsiteY1012"/>
              </a:cxn>
              <a:cxn ang="0">
                <a:pos x="connsiteX1013" y="connsiteY1013"/>
              </a:cxn>
              <a:cxn ang="0">
                <a:pos x="connsiteX1014" y="connsiteY1014"/>
              </a:cxn>
              <a:cxn ang="0">
                <a:pos x="connsiteX1015" y="connsiteY1015"/>
              </a:cxn>
              <a:cxn ang="0">
                <a:pos x="connsiteX1016" y="connsiteY1016"/>
              </a:cxn>
              <a:cxn ang="0">
                <a:pos x="connsiteX1017" y="connsiteY1017"/>
              </a:cxn>
              <a:cxn ang="0">
                <a:pos x="connsiteX1018" y="connsiteY1018"/>
              </a:cxn>
              <a:cxn ang="0">
                <a:pos x="connsiteX1019" y="connsiteY1019"/>
              </a:cxn>
              <a:cxn ang="0">
                <a:pos x="connsiteX1020" y="connsiteY1020"/>
              </a:cxn>
              <a:cxn ang="0">
                <a:pos x="connsiteX1021" y="connsiteY1021"/>
              </a:cxn>
              <a:cxn ang="0">
                <a:pos x="connsiteX1022" y="connsiteY1022"/>
              </a:cxn>
              <a:cxn ang="0">
                <a:pos x="connsiteX1023" y="connsiteY1023"/>
              </a:cxn>
              <a:cxn ang="0">
                <a:pos x="connsiteX1024" y="connsiteY1024"/>
              </a:cxn>
              <a:cxn ang="0">
                <a:pos x="connsiteX1025" y="connsiteY1025"/>
              </a:cxn>
              <a:cxn ang="0">
                <a:pos x="connsiteX1026" y="connsiteY1026"/>
              </a:cxn>
              <a:cxn ang="0">
                <a:pos x="connsiteX1027" y="connsiteY1027"/>
              </a:cxn>
              <a:cxn ang="0">
                <a:pos x="connsiteX1028" y="connsiteY1028"/>
              </a:cxn>
              <a:cxn ang="0">
                <a:pos x="connsiteX1029" y="connsiteY1029"/>
              </a:cxn>
              <a:cxn ang="0">
                <a:pos x="connsiteX1030" y="connsiteY1030"/>
              </a:cxn>
              <a:cxn ang="0">
                <a:pos x="connsiteX1031" y="connsiteY1031"/>
              </a:cxn>
              <a:cxn ang="0">
                <a:pos x="connsiteX1032" y="connsiteY1032"/>
              </a:cxn>
              <a:cxn ang="0">
                <a:pos x="connsiteX1033" y="connsiteY1033"/>
              </a:cxn>
              <a:cxn ang="0">
                <a:pos x="connsiteX1034" y="connsiteY1034"/>
              </a:cxn>
              <a:cxn ang="0">
                <a:pos x="connsiteX1035" y="connsiteY1035"/>
              </a:cxn>
              <a:cxn ang="0">
                <a:pos x="connsiteX1036" y="connsiteY1036"/>
              </a:cxn>
              <a:cxn ang="0">
                <a:pos x="connsiteX1037" y="connsiteY1037"/>
              </a:cxn>
              <a:cxn ang="0">
                <a:pos x="connsiteX1038" y="connsiteY1038"/>
              </a:cxn>
              <a:cxn ang="0">
                <a:pos x="connsiteX1039" y="connsiteY1039"/>
              </a:cxn>
              <a:cxn ang="0">
                <a:pos x="connsiteX1040" y="connsiteY1040"/>
              </a:cxn>
              <a:cxn ang="0">
                <a:pos x="connsiteX1041" y="connsiteY1041"/>
              </a:cxn>
              <a:cxn ang="0">
                <a:pos x="connsiteX1042" y="connsiteY1042"/>
              </a:cxn>
              <a:cxn ang="0">
                <a:pos x="connsiteX1043" y="connsiteY1043"/>
              </a:cxn>
              <a:cxn ang="0">
                <a:pos x="connsiteX1044" y="connsiteY1044"/>
              </a:cxn>
              <a:cxn ang="0">
                <a:pos x="connsiteX1045" y="connsiteY1045"/>
              </a:cxn>
              <a:cxn ang="0">
                <a:pos x="connsiteX1046" y="connsiteY1046"/>
              </a:cxn>
              <a:cxn ang="0">
                <a:pos x="connsiteX1047" y="connsiteY1047"/>
              </a:cxn>
              <a:cxn ang="0">
                <a:pos x="connsiteX1048" y="connsiteY1048"/>
              </a:cxn>
              <a:cxn ang="0">
                <a:pos x="connsiteX1049" y="connsiteY1049"/>
              </a:cxn>
              <a:cxn ang="0">
                <a:pos x="connsiteX1050" y="connsiteY1050"/>
              </a:cxn>
              <a:cxn ang="0">
                <a:pos x="connsiteX1051" y="connsiteY1051"/>
              </a:cxn>
              <a:cxn ang="0">
                <a:pos x="connsiteX1052" y="connsiteY1052"/>
              </a:cxn>
              <a:cxn ang="0">
                <a:pos x="connsiteX1053" y="connsiteY1053"/>
              </a:cxn>
              <a:cxn ang="0">
                <a:pos x="connsiteX1054" y="connsiteY1054"/>
              </a:cxn>
              <a:cxn ang="0">
                <a:pos x="connsiteX1055" y="connsiteY1055"/>
              </a:cxn>
              <a:cxn ang="0">
                <a:pos x="connsiteX1056" y="connsiteY1056"/>
              </a:cxn>
              <a:cxn ang="0">
                <a:pos x="connsiteX1057" y="connsiteY1057"/>
              </a:cxn>
              <a:cxn ang="0">
                <a:pos x="connsiteX1058" y="connsiteY1058"/>
              </a:cxn>
              <a:cxn ang="0">
                <a:pos x="connsiteX1059" y="connsiteY1059"/>
              </a:cxn>
              <a:cxn ang="0">
                <a:pos x="connsiteX1060" y="connsiteY1060"/>
              </a:cxn>
              <a:cxn ang="0">
                <a:pos x="connsiteX1061" y="connsiteY1061"/>
              </a:cxn>
              <a:cxn ang="0">
                <a:pos x="connsiteX1062" y="connsiteY1062"/>
              </a:cxn>
              <a:cxn ang="0">
                <a:pos x="connsiteX1063" y="connsiteY1063"/>
              </a:cxn>
              <a:cxn ang="0">
                <a:pos x="connsiteX1064" y="connsiteY1064"/>
              </a:cxn>
              <a:cxn ang="0">
                <a:pos x="connsiteX1065" y="connsiteY1065"/>
              </a:cxn>
              <a:cxn ang="0">
                <a:pos x="connsiteX1066" y="connsiteY1066"/>
              </a:cxn>
              <a:cxn ang="0">
                <a:pos x="connsiteX1067" y="connsiteY1067"/>
              </a:cxn>
              <a:cxn ang="0">
                <a:pos x="connsiteX1068" y="connsiteY1068"/>
              </a:cxn>
            </a:cxnLst>
            <a:rect l="l" t="t" r="r" b="b"/>
            <a:pathLst>
              <a:path w="12192000" h="4267200">
                <a:moveTo>
                  <a:pt x="2537169" y="4125568"/>
                </a:moveTo>
                <a:cubicBezTo>
                  <a:pt x="2788218" y="4126068"/>
                  <a:pt x="3025872" y="4161336"/>
                  <a:pt x="3246267" y="4262961"/>
                </a:cubicBezTo>
                <a:lnTo>
                  <a:pt x="3253970" y="4267200"/>
                </a:lnTo>
                <a:lnTo>
                  <a:pt x="3071791" y="4267200"/>
                </a:lnTo>
                <a:lnTo>
                  <a:pt x="2975095" y="4243356"/>
                </a:lnTo>
                <a:cubicBezTo>
                  <a:pt x="2862058" y="4220032"/>
                  <a:pt x="2745568" y="4209031"/>
                  <a:pt x="2626982" y="4206450"/>
                </a:cubicBezTo>
                <a:cubicBezTo>
                  <a:pt x="2581807" y="4205467"/>
                  <a:pt x="2536327" y="4205706"/>
                  <a:pt x="2490617" y="4206951"/>
                </a:cubicBezTo>
                <a:cubicBezTo>
                  <a:pt x="2601507" y="4219748"/>
                  <a:pt x="2711611" y="4236309"/>
                  <a:pt x="2819869" y="4252936"/>
                </a:cubicBezTo>
                <a:lnTo>
                  <a:pt x="2900997" y="4267200"/>
                </a:lnTo>
                <a:lnTo>
                  <a:pt x="2705858" y="4267200"/>
                </a:lnTo>
                <a:lnTo>
                  <a:pt x="2561467" y="4246270"/>
                </a:lnTo>
                <a:cubicBezTo>
                  <a:pt x="2476258" y="4235123"/>
                  <a:pt x="2390533" y="4225627"/>
                  <a:pt x="2305292" y="4219492"/>
                </a:cubicBezTo>
                <a:lnTo>
                  <a:pt x="2409349" y="4267200"/>
                </a:lnTo>
                <a:lnTo>
                  <a:pt x="2266705" y="4267200"/>
                </a:lnTo>
                <a:lnTo>
                  <a:pt x="2183576" y="4227150"/>
                </a:lnTo>
                <a:cubicBezTo>
                  <a:pt x="2170260" y="4220226"/>
                  <a:pt x="2115765" y="4150220"/>
                  <a:pt x="2151029" y="4146947"/>
                </a:cubicBezTo>
                <a:cubicBezTo>
                  <a:pt x="2282770" y="4133761"/>
                  <a:pt x="2411644" y="4125319"/>
                  <a:pt x="2537169" y="4125568"/>
                </a:cubicBezTo>
                <a:close/>
                <a:moveTo>
                  <a:pt x="9258094" y="3958602"/>
                </a:moveTo>
                <a:cubicBezTo>
                  <a:pt x="9013678" y="4006086"/>
                  <a:pt x="8768731" y="4060051"/>
                  <a:pt x="8526712" y="4119804"/>
                </a:cubicBezTo>
                <a:cubicBezTo>
                  <a:pt x="8781748" y="4123003"/>
                  <a:pt x="9026494" y="4069940"/>
                  <a:pt x="9258094" y="3958602"/>
                </a:cubicBezTo>
                <a:close/>
                <a:moveTo>
                  <a:pt x="9168987" y="3919232"/>
                </a:moveTo>
                <a:cubicBezTo>
                  <a:pt x="8975366" y="3912045"/>
                  <a:pt x="8788341" y="3989836"/>
                  <a:pt x="8603910" y="4068895"/>
                </a:cubicBezTo>
                <a:cubicBezTo>
                  <a:pt x="8818554" y="4017452"/>
                  <a:pt x="9035976" y="3970366"/>
                  <a:pt x="9252382" y="3927759"/>
                </a:cubicBezTo>
                <a:cubicBezTo>
                  <a:pt x="9224441" y="3923020"/>
                  <a:pt x="9196646" y="3920259"/>
                  <a:pt x="9168987" y="3919232"/>
                </a:cubicBezTo>
                <a:close/>
                <a:moveTo>
                  <a:pt x="1635889" y="3709494"/>
                </a:moveTo>
                <a:lnTo>
                  <a:pt x="1634800" y="3731111"/>
                </a:lnTo>
                <a:cubicBezTo>
                  <a:pt x="1634800" y="3731111"/>
                  <a:pt x="1635342" y="3716795"/>
                  <a:pt x="1635889" y="3709494"/>
                </a:cubicBezTo>
                <a:close/>
                <a:moveTo>
                  <a:pt x="3174829" y="3620110"/>
                </a:moveTo>
                <a:cubicBezTo>
                  <a:pt x="3177710" y="3619202"/>
                  <a:pt x="3182308" y="3620648"/>
                  <a:pt x="3189263" y="3625726"/>
                </a:cubicBezTo>
                <a:cubicBezTo>
                  <a:pt x="3348177" y="3744655"/>
                  <a:pt x="3463235" y="3908187"/>
                  <a:pt x="3560912" y="4079863"/>
                </a:cubicBezTo>
                <a:cubicBezTo>
                  <a:pt x="3582321" y="4117314"/>
                  <a:pt x="3599153" y="4153173"/>
                  <a:pt x="3611854" y="4188366"/>
                </a:cubicBezTo>
                <a:lnTo>
                  <a:pt x="3631583" y="4267200"/>
                </a:lnTo>
                <a:lnTo>
                  <a:pt x="3575699" y="4267200"/>
                </a:lnTo>
                <a:lnTo>
                  <a:pt x="3575567" y="4263588"/>
                </a:lnTo>
                <a:cubicBezTo>
                  <a:pt x="3563792" y="4170010"/>
                  <a:pt x="3527316" y="4081090"/>
                  <a:pt x="3467355" y="3988130"/>
                </a:cubicBezTo>
                <a:cubicBezTo>
                  <a:pt x="3420192" y="3915029"/>
                  <a:pt x="3371016" y="3849934"/>
                  <a:pt x="3310753" y="3787140"/>
                </a:cubicBezTo>
                <a:cubicBezTo>
                  <a:pt x="3303466" y="3779509"/>
                  <a:pt x="3297626" y="3773227"/>
                  <a:pt x="3291335" y="3767420"/>
                </a:cubicBezTo>
                <a:cubicBezTo>
                  <a:pt x="3324815" y="3824296"/>
                  <a:pt x="3358740" y="3880691"/>
                  <a:pt x="3390805" y="3937163"/>
                </a:cubicBezTo>
                <a:cubicBezTo>
                  <a:pt x="3450145" y="4040978"/>
                  <a:pt x="3506325" y="4144397"/>
                  <a:pt x="3545740" y="4251102"/>
                </a:cubicBezTo>
                <a:lnTo>
                  <a:pt x="3550709" y="4267200"/>
                </a:lnTo>
                <a:lnTo>
                  <a:pt x="3513586" y="4267200"/>
                </a:lnTo>
                <a:lnTo>
                  <a:pt x="3470728" y="4152456"/>
                </a:lnTo>
                <a:cubicBezTo>
                  <a:pt x="3439124" y="4085665"/>
                  <a:pt x="3402484" y="4019598"/>
                  <a:pt x="3364433" y="3953121"/>
                </a:cubicBezTo>
                <a:lnTo>
                  <a:pt x="3316479" y="3872136"/>
                </a:lnTo>
                <a:lnTo>
                  <a:pt x="3504482" y="4267200"/>
                </a:lnTo>
                <a:lnTo>
                  <a:pt x="3467547" y="4267200"/>
                </a:lnTo>
                <a:lnTo>
                  <a:pt x="3177952" y="3657386"/>
                </a:lnTo>
                <a:cubicBezTo>
                  <a:pt x="3172991" y="3646754"/>
                  <a:pt x="3166185" y="3622836"/>
                  <a:pt x="3174829" y="3620110"/>
                </a:cubicBezTo>
                <a:close/>
                <a:moveTo>
                  <a:pt x="11279315" y="3618448"/>
                </a:moveTo>
                <a:cubicBezTo>
                  <a:pt x="11299830" y="3614620"/>
                  <a:pt x="11318737" y="3618623"/>
                  <a:pt x="11317765" y="3638405"/>
                </a:cubicBezTo>
                <a:cubicBezTo>
                  <a:pt x="11309587" y="3820966"/>
                  <a:pt x="11315203" y="4012597"/>
                  <a:pt x="11304886" y="4200582"/>
                </a:cubicBezTo>
                <a:lnTo>
                  <a:pt x="11298904" y="4267200"/>
                </a:lnTo>
                <a:lnTo>
                  <a:pt x="11213088" y="4267200"/>
                </a:lnTo>
                <a:lnTo>
                  <a:pt x="11219157" y="4210725"/>
                </a:lnTo>
                <a:cubicBezTo>
                  <a:pt x="11223807" y="4119600"/>
                  <a:pt x="11224640" y="4027718"/>
                  <a:pt x="11225213" y="3936722"/>
                </a:cubicBezTo>
                <a:cubicBezTo>
                  <a:pt x="11207028" y="4022695"/>
                  <a:pt x="11194593" y="4110355"/>
                  <a:pt x="11182914" y="4196771"/>
                </a:cubicBezTo>
                <a:lnTo>
                  <a:pt x="11172266" y="4267200"/>
                </a:lnTo>
                <a:lnTo>
                  <a:pt x="11140975" y="4267200"/>
                </a:lnTo>
                <a:lnTo>
                  <a:pt x="11152239" y="4192628"/>
                </a:lnTo>
                <a:cubicBezTo>
                  <a:pt x="11165272" y="4096160"/>
                  <a:pt x="11178361" y="3997344"/>
                  <a:pt x="11201005" y="3900089"/>
                </a:cubicBezTo>
                <a:cubicBezTo>
                  <a:pt x="11166930" y="3979173"/>
                  <a:pt x="11134730" y="4058831"/>
                  <a:pt x="11105754" y="4139192"/>
                </a:cubicBezTo>
                <a:lnTo>
                  <a:pt x="11065821" y="4267200"/>
                </a:lnTo>
                <a:lnTo>
                  <a:pt x="10978133" y="4267200"/>
                </a:lnTo>
                <a:lnTo>
                  <a:pt x="11088889" y="3963916"/>
                </a:lnTo>
                <a:cubicBezTo>
                  <a:pt x="11133459" y="3856779"/>
                  <a:pt x="11181967" y="3750740"/>
                  <a:pt x="11231212" y="3645474"/>
                </a:cubicBezTo>
                <a:cubicBezTo>
                  <a:pt x="11236675" y="3633934"/>
                  <a:pt x="11258799" y="3622276"/>
                  <a:pt x="11279315" y="3618448"/>
                </a:cubicBezTo>
                <a:close/>
                <a:moveTo>
                  <a:pt x="10296877" y="3526602"/>
                </a:moveTo>
                <a:cubicBezTo>
                  <a:pt x="10305089" y="3527517"/>
                  <a:pt x="10311503" y="3531079"/>
                  <a:pt x="10314210" y="3538353"/>
                </a:cubicBezTo>
                <a:cubicBezTo>
                  <a:pt x="10361472" y="3659113"/>
                  <a:pt x="10407318" y="3780392"/>
                  <a:pt x="10450858" y="3902477"/>
                </a:cubicBezTo>
                <a:lnTo>
                  <a:pt x="10572255" y="4267200"/>
                </a:lnTo>
                <a:lnTo>
                  <a:pt x="10477642" y="4267200"/>
                </a:lnTo>
                <a:lnTo>
                  <a:pt x="10436479" y="4144570"/>
                </a:lnTo>
                <a:cubicBezTo>
                  <a:pt x="10386976" y="3995354"/>
                  <a:pt x="10333255" y="3848072"/>
                  <a:pt x="10277529" y="3701307"/>
                </a:cubicBezTo>
                <a:cubicBezTo>
                  <a:pt x="10277467" y="3703640"/>
                  <a:pt x="10276853" y="3706334"/>
                  <a:pt x="10276797" y="3708672"/>
                </a:cubicBezTo>
                <a:cubicBezTo>
                  <a:pt x="10284209" y="3854149"/>
                  <a:pt x="10331835" y="3999199"/>
                  <a:pt x="10385906" y="4147031"/>
                </a:cubicBezTo>
                <a:lnTo>
                  <a:pt x="10431445" y="4267200"/>
                </a:lnTo>
                <a:lnTo>
                  <a:pt x="10398237" y="4267200"/>
                </a:lnTo>
                <a:lnTo>
                  <a:pt x="10356661" y="4157302"/>
                </a:lnTo>
                <a:cubicBezTo>
                  <a:pt x="10321871" y="4061517"/>
                  <a:pt x="10289232" y="3966669"/>
                  <a:pt x="10268559" y="3871054"/>
                </a:cubicBezTo>
                <a:cubicBezTo>
                  <a:pt x="10272790" y="3985997"/>
                  <a:pt x="10299544" y="4094770"/>
                  <a:pt x="10340065" y="4201637"/>
                </a:cubicBezTo>
                <a:lnTo>
                  <a:pt x="10368861" y="4267200"/>
                </a:lnTo>
                <a:lnTo>
                  <a:pt x="10267862" y="4267200"/>
                </a:lnTo>
                <a:lnTo>
                  <a:pt x="10236210" y="4185635"/>
                </a:lnTo>
                <a:cubicBezTo>
                  <a:pt x="10169925" y="3991261"/>
                  <a:pt x="10150284" y="3789583"/>
                  <a:pt x="10225980" y="3561061"/>
                </a:cubicBezTo>
                <a:cubicBezTo>
                  <a:pt x="10231424" y="3544935"/>
                  <a:pt x="10272241" y="3523857"/>
                  <a:pt x="10296877" y="3526602"/>
                </a:cubicBezTo>
                <a:close/>
                <a:moveTo>
                  <a:pt x="3429186" y="3458784"/>
                </a:moveTo>
                <a:cubicBezTo>
                  <a:pt x="3434043" y="3458424"/>
                  <a:pt x="3439865" y="3459167"/>
                  <a:pt x="3446761" y="3461278"/>
                </a:cubicBezTo>
                <a:cubicBezTo>
                  <a:pt x="3801752" y="3568638"/>
                  <a:pt x="4119982" y="3746863"/>
                  <a:pt x="4419733" y="3963555"/>
                </a:cubicBezTo>
                <a:cubicBezTo>
                  <a:pt x="4508451" y="4027538"/>
                  <a:pt x="4593765" y="4093753"/>
                  <a:pt x="4659448" y="4172746"/>
                </a:cubicBezTo>
                <a:lnTo>
                  <a:pt x="4719140" y="4267200"/>
                </a:lnTo>
                <a:lnTo>
                  <a:pt x="4641222" y="4267200"/>
                </a:lnTo>
                <a:lnTo>
                  <a:pt x="4599968" y="4207074"/>
                </a:lnTo>
                <a:cubicBezTo>
                  <a:pt x="4478590" y="4057581"/>
                  <a:pt x="4278987" y="3946713"/>
                  <a:pt x="4136093" y="3858466"/>
                </a:cubicBezTo>
                <a:cubicBezTo>
                  <a:pt x="3985171" y="3764831"/>
                  <a:pt x="3831168" y="3687155"/>
                  <a:pt x="3670252" y="3622798"/>
                </a:cubicBezTo>
                <a:lnTo>
                  <a:pt x="3817258" y="3723577"/>
                </a:lnTo>
                <a:cubicBezTo>
                  <a:pt x="3878082" y="3765387"/>
                  <a:pt x="3941278" y="3808498"/>
                  <a:pt x="4000461" y="3855966"/>
                </a:cubicBezTo>
                <a:cubicBezTo>
                  <a:pt x="4030299" y="3879926"/>
                  <a:pt x="4059233" y="3904849"/>
                  <a:pt x="4088180" y="3929774"/>
                </a:cubicBezTo>
                <a:cubicBezTo>
                  <a:pt x="4119532" y="3956928"/>
                  <a:pt x="4151864" y="3984979"/>
                  <a:pt x="4184555" y="4010683"/>
                </a:cubicBezTo>
                <a:cubicBezTo>
                  <a:pt x="4252374" y="4064322"/>
                  <a:pt x="4327401" y="4112085"/>
                  <a:pt x="4399563" y="4158106"/>
                </a:cubicBezTo>
                <a:cubicBezTo>
                  <a:pt x="4448555" y="4189447"/>
                  <a:pt x="4498141" y="4221114"/>
                  <a:pt x="4546299" y="4254934"/>
                </a:cubicBezTo>
                <a:lnTo>
                  <a:pt x="4561743" y="4267200"/>
                </a:lnTo>
                <a:lnTo>
                  <a:pt x="4509274" y="4267200"/>
                </a:lnTo>
                <a:lnTo>
                  <a:pt x="4383389" y="4184369"/>
                </a:lnTo>
                <a:cubicBezTo>
                  <a:pt x="4310251" y="4137460"/>
                  <a:pt x="4234739" y="4089250"/>
                  <a:pt x="4165508" y="4035196"/>
                </a:cubicBezTo>
                <a:cubicBezTo>
                  <a:pt x="4131846" y="4008598"/>
                  <a:pt x="4099524" y="3980549"/>
                  <a:pt x="4068162" y="3953394"/>
                </a:cubicBezTo>
                <a:cubicBezTo>
                  <a:pt x="4039704" y="3928919"/>
                  <a:pt x="4010763" y="3903992"/>
                  <a:pt x="3981416" y="3880482"/>
                </a:cubicBezTo>
                <a:cubicBezTo>
                  <a:pt x="3923199" y="3833909"/>
                  <a:pt x="3860482" y="3791236"/>
                  <a:pt x="3800147" y="3749872"/>
                </a:cubicBezTo>
                <a:lnTo>
                  <a:pt x="3655073" y="3650884"/>
                </a:lnTo>
                <a:cubicBezTo>
                  <a:pt x="3768399" y="3765347"/>
                  <a:pt x="3873410" y="3884450"/>
                  <a:pt x="3989938" y="3991685"/>
                </a:cubicBezTo>
                <a:cubicBezTo>
                  <a:pt x="4106468" y="4098916"/>
                  <a:pt x="4234512" y="4194281"/>
                  <a:pt x="4393907" y="4261258"/>
                </a:cubicBezTo>
                <a:lnTo>
                  <a:pt x="4408201" y="4267200"/>
                </a:lnTo>
                <a:lnTo>
                  <a:pt x="4250346" y="4267200"/>
                </a:lnTo>
                <a:lnTo>
                  <a:pt x="4245269" y="4265040"/>
                </a:lnTo>
                <a:cubicBezTo>
                  <a:pt x="4167858" y="4230709"/>
                  <a:pt x="4095232" y="4193560"/>
                  <a:pt x="4036318" y="4147013"/>
                </a:cubicBezTo>
                <a:cubicBezTo>
                  <a:pt x="3810777" y="3969273"/>
                  <a:pt x="3654591" y="3720297"/>
                  <a:pt x="3432098" y="3537312"/>
                </a:cubicBezTo>
                <a:cubicBezTo>
                  <a:pt x="3408505" y="3517876"/>
                  <a:pt x="3395188" y="3461306"/>
                  <a:pt x="3429186" y="3458784"/>
                </a:cubicBezTo>
                <a:close/>
                <a:moveTo>
                  <a:pt x="9334796" y="3456584"/>
                </a:moveTo>
                <a:cubicBezTo>
                  <a:pt x="9406875" y="3608228"/>
                  <a:pt x="9503788" y="3758542"/>
                  <a:pt x="9651570" y="3826505"/>
                </a:cubicBezTo>
                <a:cubicBezTo>
                  <a:pt x="9559808" y="3686686"/>
                  <a:pt x="9456900" y="3564734"/>
                  <a:pt x="9334796" y="3456584"/>
                </a:cubicBezTo>
                <a:close/>
                <a:moveTo>
                  <a:pt x="4440129" y="3448571"/>
                </a:moveTo>
                <a:cubicBezTo>
                  <a:pt x="4500684" y="3600308"/>
                  <a:pt x="4765312" y="3823987"/>
                  <a:pt x="4856525" y="3915351"/>
                </a:cubicBezTo>
                <a:cubicBezTo>
                  <a:pt x="4921046" y="3979838"/>
                  <a:pt x="4987678" y="4047617"/>
                  <a:pt x="5059055" y="4108918"/>
                </a:cubicBezTo>
                <a:cubicBezTo>
                  <a:pt x="5130436" y="4170218"/>
                  <a:pt x="5206561" y="4225043"/>
                  <a:pt x="5290070" y="4263619"/>
                </a:cubicBezTo>
                <a:cubicBezTo>
                  <a:pt x="5126032" y="4132785"/>
                  <a:pt x="4978794" y="3979858"/>
                  <a:pt x="4834991" y="3830985"/>
                </a:cubicBezTo>
                <a:cubicBezTo>
                  <a:pt x="4709629" y="3700933"/>
                  <a:pt x="4579958" y="3567796"/>
                  <a:pt x="4440129" y="3448571"/>
                </a:cubicBezTo>
                <a:close/>
                <a:moveTo>
                  <a:pt x="5425834" y="3162785"/>
                </a:moveTo>
                <a:cubicBezTo>
                  <a:pt x="5393133" y="3300089"/>
                  <a:pt x="5401723" y="3491623"/>
                  <a:pt x="5401644" y="3617847"/>
                </a:cubicBezTo>
                <a:cubicBezTo>
                  <a:pt x="5401790" y="3807859"/>
                  <a:pt x="5425483" y="3992734"/>
                  <a:pt x="5467256" y="4175494"/>
                </a:cubicBezTo>
                <a:cubicBezTo>
                  <a:pt x="5469824" y="3971868"/>
                  <a:pt x="5459296" y="3766904"/>
                  <a:pt x="5448069" y="3567554"/>
                </a:cubicBezTo>
                <a:close/>
                <a:moveTo>
                  <a:pt x="1318687" y="3113840"/>
                </a:moveTo>
                <a:cubicBezTo>
                  <a:pt x="1233126" y="3142037"/>
                  <a:pt x="1148133" y="3174161"/>
                  <a:pt x="1066793" y="3212171"/>
                </a:cubicBezTo>
                <a:cubicBezTo>
                  <a:pt x="1042399" y="3223712"/>
                  <a:pt x="1017440" y="3235542"/>
                  <a:pt x="993319" y="3247648"/>
                </a:cubicBezTo>
                <a:cubicBezTo>
                  <a:pt x="947600" y="3269890"/>
                  <a:pt x="900765" y="3292688"/>
                  <a:pt x="853081" y="3312410"/>
                </a:cubicBezTo>
                <a:cubicBezTo>
                  <a:pt x="837376" y="3318884"/>
                  <a:pt x="821948" y="3324526"/>
                  <a:pt x="805957" y="3330443"/>
                </a:cubicBezTo>
                <a:cubicBezTo>
                  <a:pt x="973723" y="3284161"/>
                  <a:pt x="1193682" y="3229943"/>
                  <a:pt x="1318687" y="3113840"/>
                </a:cubicBezTo>
                <a:close/>
                <a:moveTo>
                  <a:pt x="5453702" y="3090882"/>
                </a:moveTo>
                <a:lnTo>
                  <a:pt x="5480135" y="3565802"/>
                </a:lnTo>
                <a:cubicBezTo>
                  <a:pt x="5490809" y="3762845"/>
                  <a:pt x="5501220" y="3965024"/>
                  <a:pt x="5499023" y="4166310"/>
                </a:cubicBezTo>
                <a:cubicBezTo>
                  <a:pt x="5546233" y="3984186"/>
                  <a:pt x="5562118" y="3799116"/>
                  <a:pt x="5547022" y="3607838"/>
                </a:cubicBezTo>
                <a:cubicBezTo>
                  <a:pt x="5541143" y="3530760"/>
                  <a:pt x="5529684" y="3453908"/>
                  <a:pt x="5515964" y="3378541"/>
                </a:cubicBezTo>
                <a:cubicBezTo>
                  <a:pt x="5505773" y="3321668"/>
                  <a:pt x="5475310" y="3095607"/>
                  <a:pt x="5453702" y="3090882"/>
                </a:cubicBezTo>
                <a:close/>
                <a:moveTo>
                  <a:pt x="9790480" y="3078533"/>
                </a:moveTo>
                <a:cubicBezTo>
                  <a:pt x="9782502" y="3134217"/>
                  <a:pt x="9773626" y="3189710"/>
                  <a:pt x="9763295" y="3245370"/>
                </a:cubicBezTo>
                <a:cubicBezTo>
                  <a:pt x="9730259" y="3421320"/>
                  <a:pt x="9693170" y="3586065"/>
                  <a:pt x="9736458" y="3758413"/>
                </a:cubicBezTo>
                <a:cubicBezTo>
                  <a:pt x="9741385" y="3680922"/>
                  <a:pt x="9752472" y="3603320"/>
                  <a:pt x="9763499" y="3528057"/>
                </a:cubicBezTo>
                <a:cubicBezTo>
                  <a:pt x="9778184" y="3430521"/>
                  <a:pt x="9793478" y="3330298"/>
                  <a:pt x="9793906" y="3231157"/>
                </a:cubicBezTo>
                <a:cubicBezTo>
                  <a:pt x="9793949" y="3202011"/>
                  <a:pt x="9792735" y="3172131"/>
                  <a:pt x="9791874" y="3142788"/>
                </a:cubicBezTo>
                <a:cubicBezTo>
                  <a:pt x="9791175" y="3121009"/>
                  <a:pt x="9790832" y="3099770"/>
                  <a:pt x="9790480" y="3078533"/>
                </a:cubicBezTo>
                <a:close/>
                <a:moveTo>
                  <a:pt x="1238695" y="3076820"/>
                </a:moveTo>
                <a:cubicBezTo>
                  <a:pt x="1051055" y="3082190"/>
                  <a:pt x="886407" y="3192548"/>
                  <a:pt x="716371" y="3293249"/>
                </a:cubicBezTo>
                <a:cubicBezTo>
                  <a:pt x="670943" y="3320259"/>
                  <a:pt x="625512" y="3345868"/>
                  <a:pt x="579522" y="3371759"/>
                </a:cubicBezTo>
                <a:cubicBezTo>
                  <a:pt x="586257" y="3369787"/>
                  <a:pt x="592991" y="3367806"/>
                  <a:pt x="600288" y="3365555"/>
                </a:cubicBezTo>
                <a:cubicBezTo>
                  <a:pt x="680240" y="3341573"/>
                  <a:pt x="762713" y="3317034"/>
                  <a:pt x="840692" y="3284921"/>
                </a:cubicBezTo>
                <a:cubicBezTo>
                  <a:pt x="887813" y="3265484"/>
                  <a:pt x="934087" y="3242968"/>
                  <a:pt x="979248" y="3221003"/>
                </a:cubicBezTo>
                <a:cubicBezTo>
                  <a:pt x="1004208" y="3209175"/>
                  <a:pt x="1028322" y="3197074"/>
                  <a:pt x="1053282" y="3185247"/>
                </a:cubicBezTo>
                <a:cubicBezTo>
                  <a:pt x="1139666" y="3144704"/>
                  <a:pt x="1229994" y="3110602"/>
                  <a:pt x="1320603" y="3081281"/>
                </a:cubicBezTo>
                <a:cubicBezTo>
                  <a:pt x="1292776" y="3077429"/>
                  <a:pt x="1265502" y="3076054"/>
                  <a:pt x="1238695" y="3076820"/>
                </a:cubicBezTo>
                <a:close/>
                <a:moveTo>
                  <a:pt x="5425627" y="2954192"/>
                </a:moveTo>
                <a:cubicBezTo>
                  <a:pt x="5441934" y="2956815"/>
                  <a:pt x="5467954" y="2996115"/>
                  <a:pt x="5470770" y="3005435"/>
                </a:cubicBezTo>
                <a:cubicBezTo>
                  <a:pt x="5591522" y="3395900"/>
                  <a:pt x="5656650" y="3795361"/>
                  <a:pt x="5567647" y="4190286"/>
                </a:cubicBezTo>
                <a:lnTo>
                  <a:pt x="5545854" y="4267200"/>
                </a:lnTo>
                <a:lnTo>
                  <a:pt x="5391871" y="4267200"/>
                </a:lnTo>
                <a:lnTo>
                  <a:pt x="5318171" y="4175818"/>
                </a:lnTo>
                <a:cubicBezTo>
                  <a:pt x="5204859" y="4048423"/>
                  <a:pt x="5075331" y="3936412"/>
                  <a:pt x="4943646" y="3822916"/>
                </a:cubicBezTo>
                <a:cubicBezTo>
                  <a:pt x="4828850" y="3724110"/>
                  <a:pt x="4714058" y="3625311"/>
                  <a:pt x="4594837" y="3532274"/>
                </a:cubicBezTo>
                <a:cubicBezTo>
                  <a:pt x="4562450" y="3507077"/>
                  <a:pt x="4474786" y="3410282"/>
                  <a:pt x="4441737" y="3399734"/>
                </a:cubicBezTo>
                <a:cubicBezTo>
                  <a:pt x="4437014" y="3398227"/>
                  <a:pt x="4433408" y="3398482"/>
                  <a:pt x="4431236" y="3400954"/>
                </a:cubicBezTo>
                <a:cubicBezTo>
                  <a:pt x="4474088" y="3436036"/>
                  <a:pt x="4516531" y="3472527"/>
                  <a:pt x="4557150" y="3510023"/>
                </a:cubicBezTo>
                <a:cubicBezTo>
                  <a:pt x="4661606" y="3606446"/>
                  <a:pt x="4760255" y="3709152"/>
                  <a:pt x="4856936" y="3809146"/>
                </a:cubicBezTo>
                <a:cubicBezTo>
                  <a:pt x="4939779" y="3895025"/>
                  <a:pt x="5024071" y="3982240"/>
                  <a:pt x="5111996" y="4065759"/>
                </a:cubicBezTo>
                <a:cubicBezTo>
                  <a:pt x="5155961" y="4107518"/>
                  <a:pt x="5200834" y="4148352"/>
                  <a:pt x="5246890" y="4187633"/>
                </a:cubicBezTo>
                <a:lnTo>
                  <a:pt x="5347266" y="4267200"/>
                </a:lnTo>
                <a:lnTo>
                  <a:pt x="5164092" y="4267200"/>
                </a:lnTo>
                <a:lnTo>
                  <a:pt x="5108945" y="4232176"/>
                </a:lnTo>
                <a:cubicBezTo>
                  <a:pt x="4772838" y="3999708"/>
                  <a:pt x="4490756" y="3581960"/>
                  <a:pt x="4294126" y="3303048"/>
                </a:cubicBezTo>
                <a:cubicBezTo>
                  <a:pt x="4284225" y="3288537"/>
                  <a:pt x="4271318" y="3233630"/>
                  <a:pt x="4305321" y="3256953"/>
                </a:cubicBezTo>
                <a:cubicBezTo>
                  <a:pt x="4530520" y="3414680"/>
                  <a:pt x="4740956" y="3587440"/>
                  <a:pt x="4949299" y="3766336"/>
                </a:cubicBezTo>
                <a:cubicBezTo>
                  <a:pt x="5065543" y="3866477"/>
                  <a:pt x="5184542" y="3965579"/>
                  <a:pt x="5291452" y="4076801"/>
                </a:cubicBezTo>
                <a:cubicBezTo>
                  <a:pt x="5309900" y="4095629"/>
                  <a:pt x="5393714" y="4211504"/>
                  <a:pt x="5434998" y="4254100"/>
                </a:cubicBezTo>
                <a:cubicBezTo>
                  <a:pt x="5369347" y="4172892"/>
                  <a:pt x="5356822" y="3836202"/>
                  <a:pt x="5351015" y="3760989"/>
                </a:cubicBezTo>
                <a:cubicBezTo>
                  <a:pt x="5330486" y="3492147"/>
                  <a:pt x="5355823" y="3228927"/>
                  <a:pt x="5413780" y="2966265"/>
                </a:cubicBezTo>
                <a:cubicBezTo>
                  <a:pt x="5415835" y="2956520"/>
                  <a:pt x="5420191" y="2953318"/>
                  <a:pt x="5425627" y="2954192"/>
                </a:cubicBezTo>
                <a:close/>
                <a:moveTo>
                  <a:pt x="8380397" y="2896659"/>
                </a:moveTo>
                <a:cubicBezTo>
                  <a:pt x="8455275" y="3038078"/>
                  <a:pt x="8545153" y="3173735"/>
                  <a:pt x="8634801" y="3304169"/>
                </a:cubicBezTo>
                <a:cubicBezTo>
                  <a:pt x="8726195" y="3437326"/>
                  <a:pt x="8821496" y="3600936"/>
                  <a:pt x="8971448" y="3675946"/>
                </a:cubicBezTo>
                <a:cubicBezTo>
                  <a:pt x="8910775" y="3621244"/>
                  <a:pt x="8864937" y="3553231"/>
                  <a:pt x="8820691" y="3486482"/>
                </a:cubicBezTo>
                <a:cubicBezTo>
                  <a:pt x="8816331" y="3480073"/>
                  <a:pt x="8811972" y="3473665"/>
                  <a:pt x="8807612" y="3467256"/>
                </a:cubicBezTo>
                <a:cubicBezTo>
                  <a:pt x="8727274" y="3347730"/>
                  <a:pt x="8640362" y="3230102"/>
                  <a:pt x="8556796" y="3116474"/>
                </a:cubicBezTo>
                <a:cubicBezTo>
                  <a:pt x="8515702" y="3060746"/>
                  <a:pt x="8472667" y="3003195"/>
                  <a:pt x="8427018" y="2948853"/>
                </a:cubicBezTo>
                <a:cubicBezTo>
                  <a:pt x="8411728" y="2931040"/>
                  <a:pt x="8396239" y="2914119"/>
                  <a:pt x="8380397" y="2896659"/>
                </a:cubicBezTo>
                <a:close/>
                <a:moveTo>
                  <a:pt x="9831020" y="2871730"/>
                </a:moveTo>
                <a:lnTo>
                  <a:pt x="9827707" y="2915231"/>
                </a:lnTo>
                <a:cubicBezTo>
                  <a:pt x="9824540" y="2960178"/>
                  <a:pt x="9821168" y="3006017"/>
                  <a:pt x="9820699" y="3051540"/>
                </a:cubicBezTo>
                <a:cubicBezTo>
                  <a:pt x="9820458" y="3081589"/>
                  <a:pt x="9821664" y="3111470"/>
                  <a:pt x="9822525" y="3140814"/>
                </a:cubicBezTo>
                <a:cubicBezTo>
                  <a:pt x="9823738" y="3170696"/>
                  <a:pt x="9824947" y="3200579"/>
                  <a:pt x="9824704" y="3230628"/>
                </a:cubicBezTo>
                <a:cubicBezTo>
                  <a:pt x="9823869" y="3331557"/>
                  <a:pt x="9808712" y="3433224"/>
                  <a:pt x="9793821" y="3531652"/>
                </a:cubicBezTo>
                <a:cubicBezTo>
                  <a:pt x="9783066" y="3603683"/>
                  <a:pt x="9772446" y="3677150"/>
                  <a:pt x="9767436" y="3750864"/>
                </a:cubicBezTo>
                <a:cubicBezTo>
                  <a:pt x="9782786" y="3724954"/>
                  <a:pt x="9799440" y="3697443"/>
                  <a:pt x="9814477" y="3662531"/>
                </a:cubicBezTo>
                <a:cubicBezTo>
                  <a:pt x="9926754" y="3406015"/>
                  <a:pt x="9892054" y="3133900"/>
                  <a:pt x="9831020" y="2871730"/>
                </a:cubicBezTo>
                <a:close/>
                <a:moveTo>
                  <a:pt x="8380521" y="2850596"/>
                </a:moveTo>
                <a:cubicBezTo>
                  <a:pt x="8404481" y="2875897"/>
                  <a:pt x="8428794" y="2901731"/>
                  <a:pt x="8451446" y="2928627"/>
                </a:cubicBezTo>
                <a:cubicBezTo>
                  <a:pt x="8497446" y="2983517"/>
                  <a:pt x="8540828" y="3041610"/>
                  <a:pt x="8582269" y="3097880"/>
                </a:cubicBezTo>
                <a:cubicBezTo>
                  <a:pt x="8666744" y="3211700"/>
                  <a:pt x="8753998" y="3329876"/>
                  <a:pt x="8833783" y="3449753"/>
                </a:cubicBezTo>
                <a:cubicBezTo>
                  <a:pt x="8838143" y="3456162"/>
                  <a:pt x="8842503" y="3462572"/>
                  <a:pt x="8846863" y="3468981"/>
                </a:cubicBezTo>
                <a:cubicBezTo>
                  <a:pt x="8881714" y="3521040"/>
                  <a:pt x="8917610" y="3574725"/>
                  <a:pt x="8960046" y="3620389"/>
                </a:cubicBezTo>
                <a:cubicBezTo>
                  <a:pt x="8847240" y="3316219"/>
                  <a:pt x="8665033" y="3014288"/>
                  <a:pt x="8380521" y="2850596"/>
                </a:cubicBezTo>
                <a:close/>
                <a:moveTo>
                  <a:pt x="9854151" y="2642862"/>
                </a:moveTo>
                <a:cubicBezTo>
                  <a:pt x="9862376" y="2644690"/>
                  <a:pt x="9868748" y="2649859"/>
                  <a:pt x="9871341" y="2659697"/>
                </a:cubicBezTo>
                <a:cubicBezTo>
                  <a:pt x="9936549" y="2907705"/>
                  <a:pt x="10004418" y="3164740"/>
                  <a:pt x="9966678" y="3423399"/>
                </a:cubicBezTo>
                <a:cubicBezTo>
                  <a:pt x="9951724" y="3524170"/>
                  <a:pt x="9914841" y="3605244"/>
                  <a:pt x="9880832" y="3700562"/>
                </a:cubicBezTo>
                <a:cubicBezTo>
                  <a:pt x="9817639" y="3880472"/>
                  <a:pt x="9825316" y="4002022"/>
                  <a:pt x="9896024" y="4178295"/>
                </a:cubicBezTo>
                <a:lnTo>
                  <a:pt x="10028060" y="4267200"/>
                </a:lnTo>
                <a:lnTo>
                  <a:pt x="9651813" y="4267200"/>
                </a:lnTo>
                <a:lnTo>
                  <a:pt x="9814527" y="4248048"/>
                </a:lnTo>
                <a:cubicBezTo>
                  <a:pt x="9748431" y="4225943"/>
                  <a:pt x="9681848" y="4217991"/>
                  <a:pt x="9615182" y="4220499"/>
                </a:cubicBezTo>
                <a:cubicBezTo>
                  <a:pt x="9565183" y="4222381"/>
                  <a:pt x="9515136" y="4230147"/>
                  <a:pt x="9465210" y="4242240"/>
                </a:cubicBezTo>
                <a:lnTo>
                  <a:pt x="9387108" y="4267200"/>
                </a:lnTo>
                <a:lnTo>
                  <a:pt x="9268441" y="4267200"/>
                </a:lnTo>
                <a:lnTo>
                  <a:pt x="9307676" y="4251276"/>
                </a:lnTo>
                <a:cubicBezTo>
                  <a:pt x="9459842" y="4196603"/>
                  <a:pt x="9613869" y="4164948"/>
                  <a:pt x="9761570" y="4182283"/>
                </a:cubicBezTo>
                <a:cubicBezTo>
                  <a:pt x="9633677" y="4101602"/>
                  <a:pt x="9502269" y="4023929"/>
                  <a:pt x="9368237" y="3949470"/>
                </a:cubicBezTo>
                <a:cubicBezTo>
                  <a:pt x="9363677" y="3950852"/>
                  <a:pt x="9358768" y="3951697"/>
                  <a:pt x="9354614" y="3951288"/>
                </a:cubicBezTo>
                <a:cubicBezTo>
                  <a:pt x="9045666" y="4112095"/>
                  <a:pt x="8711508" y="4184792"/>
                  <a:pt x="8364351" y="4159267"/>
                </a:cubicBezTo>
                <a:cubicBezTo>
                  <a:pt x="8322605" y="4156073"/>
                  <a:pt x="8373028" y="4125362"/>
                  <a:pt x="8386567" y="4119760"/>
                </a:cubicBezTo>
                <a:cubicBezTo>
                  <a:pt x="8661942" y="4017222"/>
                  <a:pt x="8938634" y="3857115"/>
                  <a:pt x="9231713" y="3873539"/>
                </a:cubicBezTo>
                <a:cubicBezTo>
                  <a:pt x="9162796" y="3836374"/>
                  <a:pt x="9093324" y="3799562"/>
                  <a:pt x="9023301" y="3763109"/>
                </a:cubicBezTo>
                <a:cubicBezTo>
                  <a:pt x="9018245" y="3762512"/>
                  <a:pt x="9014299" y="3761207"/>
                  <a:pt x="9010556" y="3758998"/>
                </a:cubicBezTo>
                <a:cubicBezTo>
                  <a:pt x="8818026" y="3719652"/>
                  <a:pt x="8714888" y="3571783"/>
                  <a:pt x="8604324" y="3417171"/>
                </a:cubicBezTo>
                <a:cubicBezTo>
                  <a:pt x="8460937" y="3216099"/>
                  <a:pt x="8313620" y="2999153"/>
                  <a:pt x="8218577" y="2770227"/>
                </a:cubicBezTo>
                <a:cubicBezTo>
                  <a:pt x="8215211" y="2762227"/>
                  <a:pt x="8217371" y="2755481"/>
                  <a:pt x="8222774" y="2749954"/>
                </a:cubicBezTo>
                <a:cubicBezTo>
                  <a:pt x="8238990" y="2733370"/>
                  <a:pt x="8284424" y="2727735"/>
                  <a:pt x="8297623" y="2731935"/>
                </a:cubicBezTo>
                <a:cubicBezTo>
                  <a:pt x="8726387" y="2883841"/>
                  <a:pt x="8964880" y="3311498"/>
                  <a:pt x="9090618" y="3716225"/>
                </a:cubicBezTo>
                <a:cubicBezTo>
                  <a:pt x="9321070" y="3835548"/>
                  <a:pt x="9546131" y="3959850"/>
                  <a:pt x="9762441" y="4093587"/>
                </a:cubicBezTo>
                <a:cubicBezTo>
                  <a:pt x="9739891" y="4035197"/>
                  <a:pt x="9720655" y="3974696"/>
                  <a:pt x="9717826" y="3916719"/>
                </a:cubicBezTo>
                <a:cubicBezTo>
                  <a:pt x="9716379" y="3916883"/>
                  <a:pt x="9714371" y="3917401"/>
                  <a:pt x="9713123" y="3916663"/>
                </a:cubicBezTo>
                <a:cubicBezTo>
                  <a:pt x="9419408" y="3876118"/>
                  <a:pt x="9276568" y="3571232"/>
                  <a:pt x="9175594" y="3326950"/>
                </a:cubicBezTo>
                <a:cubicBezTo>
                  <a:pt x="9162477" y="3295477"/>
                  <a:pt x="9234580" y="3273123"/>
                  <a:pt x="9253941" y="3287566"/>
                </a:cubicBezTo>
                <a:cubicBezTo>
                  <a:pt x="9396995" y="3390749"/>
                  <a:pt x="9519263" y="3506453"/>
                  <a:pt x="9625671" y="3639960"/>
                </a:cubicBezTo>
                <a:cubicBezTo>
                  <a:pt x="9622492" y="3540061"/>
                  <a:pt x="9637797" y="3439839"/>
                  <a:pt x="9656881" y="3333361"/>
                </a:cubicBezTo>
                <a:cubicBezTo>
                  <a:pt x="9696972" y="3116116"/>
                  <a:pt x="9713720" y="2891570"/>
                  <a:pt x="9782066" y="2680771"/>
                </a:cubicBezTo>
                <a:cubicBezTo>
                  <a:pt x="9788129" y="2661952"/>
                  <a:pt x="9829478" y="2637374"/>
                  <a:pt x="9854151" y="2642862"/>
                </a:cubicBezTo>
                <a:close/>
                <a:moveTo>
                  <a:pt x="11114299" y="2390555"/>
                </a:moveTo>
                <a:lnTo>
                  <a:pt x="11113373" y="2392739"/>
                </a:lnTo>
                <a:lnTo>
                  <a:pt x="11117197" y="2394358"/>
                </a:lnTo>
                <a:cubicBezTo>
                  <a:pt x="11116333" y="2393349"/>
                  <a:pt x="11115474" y="2392343"/>
                  <a:pt x="11114299" y="2390555"/>
                </a:cubicBezTo>
                <a:close/>
                <a:moveTo>
                  <a:pt x="10506276" y="2118977"/>
                </a:moveTo>
                <a:cubicBezTo>
                  <a:pt x="10510550" y="2257918"/>
                  <a:pt x="10470507" y="2393544"/>
                  <a:pt x="10431542" y="2525128"/>
                </a:cubicBezTo>
                <a:cubicBezTo>
                  <a:pt x="10417502" y="2571972"/>
                  <a:pt x="10403548" y="2620144"/>
                  <a:pt x="10391375" y="2667145"/>
                </a:cubicBezTo>
                <a:cubicBezTo>
                  <a:pt x="10377290" y="2721696"/>
                  <a:pt x="10366481" y="2777642"/>
                  <a:pt x="10355047" y="2832031"/>
                </a:cubicBezTo>
                <a:lnTo>
                  <a:pt x="10336080" y="2927011"/>
                </a:lnTo>
                <a:cubicBezTo>
                  <a:pt x="10349636" y="2893472"/>
                  <a:pt x="10367643" y="2846374"/>
                  <a:pt x="10389394" y="2782834"/>
                </a:cubicBezTo>
                <a:cubicBezTo>
                  <a:pt x="10448427" y="2611467"/>
                  <a:pt x="10546967" y="2325483"/>
                  <a:pt x="10506276" y="2118977"/>
                </a:cubicBezTo>
                <a:close/>
                <a:moveTo>
                  <a:pt x="11538179" y="2090376"/>
                </a:moveTo>
                <a:cubicBezTo>
                  <a:pt x="11552237" y="2136248"/>
                  <a:pt x="11565750" y="2181883"/>
                  <a:pt x="11577479" y="2228695"/>
                </a:cubicBezTo>
                <a:lnTo>
                  <a:pt x="11586754" y="2266098"/>
                </a:lnTo>
                <a:cubicBezTo>
                  <a:pt x="11593656" y="2295423"/>
                  <a:pt x="11600787" y="2324193"/>
                  <a:pt x="11609011" y="2353427"/>
                </a:cubicBezTo>
                <a:cubicBezTo>
                  <a:pt x="11644349" y="2475257"/>
                  <a:pt x="11704023" y="2591295"/>
                  <a:pt x="11761579" y="2703223"/>
                </a:cubicBezTo>
                <a:cubicBezTo>
                  <a:pt x="11802170" y="2782214"/>
                  <a:pt x="11843944" y="2862994"/>
                  <a:pt x="11877711" y="2947465"/>
                </a:cubicBezTo>
                <a:cubicBezTo>
                  <a:pt x="11815017" y="2640863"/>
                  <a:pt x="11724956" y="2342636"/>
                  <a:pt x="11538179" y="2090376"/>
                </a:cubicBezTo>
                <a:close/>
                <a:moveTo>
                  <a:pt x="6604735" y="2041381"/>
                </a:moveTo>
                <a:cubicBezTo>
                  <a:pt x="6726311" y="2327927"/>
                  <a:pt x="6916754" y="2606522"/>
                  <a:pt x="7204487" y="2742112"/>
                </a:cubicBezTo>
                <a:cubicBezTo>
                  <a:pt x="7179895" y="2719491"/>
                  <a:pt x="7154936" y="2696378"/>
                  <a:pt x="7131592" y="2672096"/>
                </a:cubicBezTo>
                <a:cubicBezTo>
                  <a:pt x="7084181" y="2622518"/>
                  <a:pt x="7039271" y="2569608"/>
                  <a:pt x="6996344" y="2518310"/>
                </a:cubicBezTo>
                <a:cubicBezTo>
                  <a:pt x="6908871" y="2414600"/>
                  <a:pt x="6818501" y="2306884"/>
                  <a:pt x="6735495" y="2196890"/>
                </a:cubicBezTo>
                <a:lnTo>
                  <a:pt x="6721901" y="2179274"/>
                </a:lnTo>
                <a:cubicBezTo>
                  <a:pt x="6685654" y="2131523"/>
                  <a:pt x="6648317" y="2082278"/>
                  <a:pt x="6604735" y="2041381"/>
                </a:cubicBezTo>
                <a:close/>
                <a:moveTo>
                  <a:pt x="11488421" y="2034549"/>
                </a:moveTo>
                <a:cubicBezTo>
                  <a:pt x="11459234" y="2371132"/>
                  <a:pt x="11651925" y="2658088"/>
                  <a:pt x="11840356" y="2932293"/>
                </a:cubicBezTo>
                <a:cubicBezTo>
                  <a:pt x="11809128" y="2858555"/>
                  <a:pt x="11772688" y="2786473"/>
                  <a:pt x="11736331" y="2715710"/>
                </a:cubicBezTo>
                <a:cubicBezTo>
                  <a:pt x="11678147" y="2602235"/>
                  <a:pt x="11617611" y="2485181"/>
                  <a:pt x="11581560" y="2360474"/>
                </a:cubicBezTo>
                <a:cubicBezTo>
                  <a:pt x="11573334" y="2331239"/>
                  <a:pt x="11565889" y="2301693"/>
                  <a:pt x="11558442" y="2272139"/>
                </a:cubicBezTo>
                <a:lnTo>
                  <a:pt x="11549169" y="2234734"/>
                </a:lnTo>
                <a:cubicBezTo>
                  <a:pt x="11532130" y="2167007"/>
                  <a:pt x="11511443" y="2100302"/>
                  <a:pt x="11488421" y="2034549"/>
                </a:cubicBezTo>
                <a:close/>
                <a:moveTo>
                  <a:pt x="10468916" y="2032338"/>
                </a:moveTo>
                <a:cubicBezTo>
                  <a:pt x="10450533" y="2081859"/>
                  <a:pt x="10434093" y="2132840"/>
                  <a:pt x="10421480" y="2185446"/>
                </a:cubicBezTo>
                <a:cubicBezTo>
                  <a:pt x="10388668" y="2317695"/>
                  <a:pt x="10374105" y="2457032"/>
                  <a:pt x="10351264" y="2591574"/>
                </a:cubicBezTo>
                <a:cubicBezTo>
                  <a:pt x="10332355" y="2700098"/>
                  <a:pt x="10281261" y="2959166"/>
                  <a:pt x="10294485" y="2991809"/>
                </a:cubicBezTo>
                <a:lnTo>
                  <a:pt x="10327850" y="2826310"/>
                </a:lnTo>
                <a:cubicBezTo>
                  <a:pt x="10338741" y="2771690"/>
                  <a:pt x="10350331" y="2715434"/>
                  <a:pt x="10364099" y="2660098"/>
                </a:cubicBezTo>
                <a:cubicBezTo>
                  <a:pt x="10376185" y="2611783"/>
                  <a:pt x="10390682" y="2563843"/>
                  <a:pt x="10404725" y="2516991"/>
                </a:cubicBezTo>
                <a:cubicBezTo>
                  <a:pt x="10443463" y="2385961"/>
                  <a:pt x="10483500" y="2250332"/>
                  <a:pt x="10478071" y="2114122"/>
                </a:cubicBezTo>
                <a:cubicBezTo>
                  <a:pt x="10476867" y="2086568"/>
                  <a:pt x="10473555" y="2059413"/>
                  <a:pt x="10468916" y="2032338"/>
                </a:cubicBezTo>
                <a:close/>
                <a:moveTo>
                  <a:pt x="10573132" y="1991479"/>
                </a:moveTo>
                <a:cubicBezTo>
                  <a:pt x="10722027" y="2144650"/>
                  <a:pt x="10877543" y="2280670"/>
                  <a:pt x="11066880" y="2371770"/>
                </a:cubicBezTo>
                <a:cubicBezTo>
                  <a:pt x="10930664" y="2234271"/>
                  <a:pt x="10767866" y="2088089"/>
                  <a:pt x="10573132" y="1991479"/>
                </a:cubicBezTo>
                <a:close/>
                <a:moveTo>
                  <a:pt x="6591670" y="1988277"/>
                </a:moveTo>
                <a:cubicBezTo>
                  <a:pt x="6653650" y="2036451"/>
                  <a:pt x="6701310" y="2098809"/>
                  <a:pt x="6747349" y="2160069"/>
                </a:cubicBezTo>
                <a:lnTo>
                  <a:pt x="6760943" y="2177686"/>
                </a:lnTo>
                <a:cubicBezTo>
                  <a:pt x="6844486" y="2287290"/>
                  <a:pt x="6934499" y="2394502"/>
                  <a:pt x="7021065" y="2498102"/>
                </a:cubicBezTo>
                <a:cubicBezTo>
                  <a:pt x="7063629" y="2548900"/>
                  <a:pt x="7108178" y="2601313"/>
                  <a:pt x="7155223" y="2650386"/>
                </a:cubicBezTo>
                <a:cubicBezTo>
                  <a:pt x="7170968" y="2666443"/>
                  <a:pt x="7186885" y="2681619"/>
                  <a:pt x="7203167" y="2697288"/>
                </a:cubicBezTo>
                <a:cubicBezTo>
                  <a:pt x="7124362" y="2565928"/>
                  <a:pt x="7030837" y="2441422"/>
                  <a:pt x="6937703" y="2321981"/>
                </a:cubicBezTo>
                <a:cubicBezTo>
                  <a:pt x="6842752" y="2200032"/>
                  <a:pt x="6742965" y="2048781"/>
                  <a:pt x="6591670" y="1988277"/>
                </a:cubicBezTo>
                <a:close/>
                <a:moveTo>
                  <a:pt x="5798671" y="1981601"/>
                </a:moveTo>
                <a:cubicBezTo>
                  <a:pt x="5784234" y="2008086"/>
                  <a:pt x="5768551" y="2036236"/>
                  <a:pt x="5754709" y="2071454"/>
                </a:cubicBezTo>
                <a:cubicBezTo>
                  <a:pt x="5651219" y="2330361"/>
                  <a:pt x="5694208" y="2592217"/>
                  <a:pt x="5763044" y="2842206"/>
                </a:cubicBezTo>
                <a:lnTo>
                  <a:pt x="5764974" y="2799609"/>
                </a:lnTo>
                <a:cubicBezTo>
                  <a:pt x="5766710" y="2755616"/>
                  <a:pt x="5768626" y="2710738"/>
                  <a:pt x="5767665" y="2666409"/>
                </a:cubicBezTo>
                <a:cubicBezTo>
                  <a:pt x="5766964" y="2637156"/>
                  <a:pt x="5764828" y="2608182"/>
                  <a:pt x="5763055" y="2579705"/>
                </a:cubicBezTo>
                <a:cubicBezTo>
                  <a:pt x="5760913" y="2550734"/>
                  <a:pt x="5758780" y="2521760"/>
                  <a:pt x="5758079" y="2492508"/>
                </a:cubicBezTo>
                <a:cubicBezTo>
                  <a:pt x="5755745" y="2394242"/>
                  <a:pt x="5767619" y="2294070"/>
                  <a:pt x="5779325" y="2197069"/>
                </a:cubicBezTo>
                <a:cubicBezTo>
                  <a:pt x="5787753" y="2126095"/>
                  <a:pt x="5796001" y="2053736"/>
                  <a:pt x="5798671" y="1981601"/>
                </a:cubicBezTo>
                <a:close/>
                <a:moveTo>
                  <a:pt x="5829202" y="1971679"/>
                </a:moveTo>
                <a:cubicBezTo>
                  <a:pt x="5826736" y="2047481"/>
                  <a:pt x="5818154" y="2123904"/>
                  <a:pt x="5809558" y="2198043"/>
                </a:cubicBezTo>
                <a:cubicBezTo>
                  <a:pt x="5798026" y="2294159"/>
                  <a:pt x="5785973" y="2392938"/>
                  <a:pt x="5788653" y="2489430"/>
                </a:cubicBezTo>
                <a:cubicBezTo>
                  <a:pt x="5789524" y="2517790"/>
                  <a:pt x="5791665" y="2546759"/>
                  <a:pt x="5793439" y="2575235"/>
                </a:cubicBezTo>
                <a:cubicBezTo>
                  <a:pt x="5794815" y="2596366"/>
                  <a:pt x="5795822" y="2617001"/>
                  <a:pt x="5796837" y="2637633"/>
                </a:cubicBezTo>
                <a:cubicBezTo>
                  <a:pt x="5803017" y="2582794"/>
                  <a:pt x="5810098" y="2528066"/>
                  <a:pt x="5818614" y="2473055"/>
                </a:cubicBezTo>
                <a:cubicBezTo>
                  <a:pt x="5845917" y="2299125"/>
                  <a:pt x="5877599" y="2135758"/>
                  <a:pt x="5829202" y="1971679"/>
                </a:cubicBezTo>
                <a:close/>
                <a:moveTo>
                  <a:pt x="10578769" y="1962963"/>
                </a:moveTo>
                <a:cubicBezTo>
                  <a:pt x="10773649" y="2057701"/>
                  <a:pt x="10936285" y="2201237"/>
                  <a:pt x="11073823" y="2338658"/>
                </a:cubicBezTo>
                <a:cubicBezTo>
                  <a:pt x="10938241" y="2169232"/>
                  <a:pt x="10752627" y="1968969"/>
                  <a:pt x="10578769" y="1962963"/>
                </a:cubicBezTo>
                <a:close/>
                <a:moveTo>
                  <a:pt x="5911389" y="1898371"/>
                </a:moveTo>
                <a:cubicBezTo>
                  <a:pt x="6006914" y="2026768"/>
                  <a:pt x="6112955" y="2136857"/>
                  <a:pt x="6237627" y="2231921"/>
                </a:cubicBezTo>
                <a:cubicBezTo>
                  <a:pt x="6161282" y="2090381"/>
                  <a:pt x="6060308" y="1952200"/>
                  <a:pt x="5911389" y="1898371"/>
                </a:cubicBezTo>
                <a:close/>
                <a:moveTo>
                  <a:pt x="6944437" y="1575402"/>
                </a:moveTo>
                <a:cubicBezTo>
                  <a:pt x="6732842" y="1643305"/>
                  <a:pt x="6518352" y="1707201"/>
                  <a:pt x="6304730" y="1766654"/>
                </a:cubicBezTo>
                <a:cubicBezTo>
                  <a:pt x="6527947" y="1784949"/>
                  <a:pt x="6737901" y="1680839"/>
                  <a:pt x="6944437" y="1575402"/>
                </a:cubicBezTo>
                <a:close/>
                <a:moveTo>
                  <a:pt x="7019523" y="1519450"/>
                </a:moveTo>
                <a:cubicBezTo>
                  <a:pt x="6766096" y="1537552"/>
                  <a:pt x="6524653" y="1609537"/>
                  <a:pt x="6298091" y="1737122"/>
                </a:cubicBezTo>
                <a:cubicBezTo>
                  <a:pt x="6539381" y="1670594"/>
                  <a:pt x="6780997" y="1597715"/>
                  <a:pt x="7019523" y="1519450"/>
                </a:cubicBezTo>
                <a:close/>
                <a:moveTo>
                  <a:pt x="2399523" y="1428234"/>
                </a:moveTo>
                <a:cubicBezTo>
                  <a:pt x="2324192" y="1539775"/>
                  <a:pt x="2267478" y="1713586"/>
                  <a:pt x="2224982" y="1826201"/>
                </a:cubicBezTo>
                <a:cubicBezTo>
                  <a:pt x="2161246" y="1995817"/>
                  <a:pt x="2120250" y="2168765"/>
                  <a:pt x="2096099" y="2345900"/>
                </a:cubicBezTo>
                <a:cubicBezTo>
                  <a:pt x="2166834" y="2165047"/>
                  <a:pt x="2226331" y="1978598"/>
                  <a:pt x="2283317" y="1796925"/>
                </a:cubicBezTo>
                <a:close/>
                <a:moveTo>
                  <a:pt x="2448558" y="1373435"/>
                </a:moveTo>
                <a:lnTo>
                  <a:pt x="2312521" y="1806140"/>
                </a:lnTo>
                <a:cubicBezTo>
                  <a:pt x="2255817" y="1985569"/>
                  <a:pt x="2197150" y="2169492"/>
                  <a:pt x="2127533" y="2348380"/>
                </a:cubicBezTo>
                <a:cubicBezTo>
                  <a:pt x="2230881" y="2201722"/>
                  <a:pt x="2307261" y="2041905"/>
                  <a:pt x="2358080" y="1866134"/>
                </a:cubicBezTo>
                <a:cubicBezTo>
                  <a:pt x="2378743" y="1795373"/>
                  <a:pt x="2394349" y="1722940"/>
                  <a:pt x="2407436" y="1651070"/>
                </a:cubicBezTo>
                <a:cubicBezTo>
                  <a:pt x="2417458" y="1596892"/>
                  <a:pt x="2466254" y="1384915"/>
                  <a:pt x="2448558" y="1373435"/>
                </a:cubicBezTo>
                <a:close/>
                <a:moveTo>
                  <a:pt x="278707" y="1352270"/>
                </a:moveTo>
                <a:lnTo>
                  <a:pt x="321570" y="1861610"/>
                </a:lnTo>
                <a:cubicBezTo>
                  <a:pt x="336248" y="1725752"/>
                  <a:pt x="317508" y="1584885"/>
                  <a:pt x="294281" y="1440658"/>
                </a:cubicBezTo>
                <a:close/>
                <a:moveTo>
                  <a:pt x="1423821" y="1351958"/>
                </a:moveTo>
                <a:cubicBezTo>
                  <a:pt x="1426859" y="1507722"/>
                  <a:pt x="1587831" y="1796280"/>
                  <a:pt x="1638521" y="1908470"/>
                </a:cubicBezTo>
                <a:cubicBezTo>
                  <a:pt x="1674424" y="1987707"/>
                  <a:pt x="1711105" y="2070587"/>
                  <a:pt x="1754199" y="2149284"/>
                </a:cubicBezTo>
                <a:cubicBezTo>
                  <a:pt x="1797295" y="2227981"/>
                  <a:pt x="1846801" y="2302493"/>
                  <a:pt x="1908359" y="2364988"/>
                </a:cubicBezTo>
                <a:cubicBezTo>
                  <a:pt x="1805946" y="2193096"/>
                  <a:pt x="1725953" y="2007134"/>
                  <a:pt x="1647661" y="1825945"/>
                </a:cubicBezTo>
                <a:cubicBezTo>
                  <a:pt x="1579500" y="1667751"/>
                  <a:pt x="1508533" y="1505355"/>
                  <a:pt x="1423821" y="1351958"/>
                </a:cubicBezTo>
                <a:close/>
                <a:moveTo>
                  <a:pt x="9518298" y="1338235"/>
                </a:moveTo>
                <a:cubicBezTo>
                  <a:pt x="9531977" y="1651120"/>
                  <a:pt x="9677527" y="1999242"/>
                  <a:pt x="9838009" y="2272553"/>
                </a:cubicBezTo>
                <a:cubicBezTo>
                  <a:pt x="9825312" y="2235634"/>
                  <a:pt x="9815180" y="2197225"/>
                  <a:pt x="9805906" y="2159819"/>
                </a:cubicBezTo>
                <a:lnTo>
                  <a:pt x="9801623" y="2142555"/>
                </a:lnTo>
                <a:cubicBezTo>
                  <a:pt x="9756626" y="1964482"/>
                  <a:pt x="9698390" y="1787247"/>
                  <a:pt x="9628671" y="1617375"/>
                </a:cubicBezTo>
                <a:cubicBezTo>
                  <a:pt x="9618364" y="1593060"/>
                  <a:pt x="9608603" y="1568967"/>
                  <a:pt x="9598299" y="1544643"/>
                </a:cubicBezTo>
                <a:cubicBezTo>
                  <a:pt x="9570133" y="1477354"/>
                  <a:pt x="9541339" y="1408510"/>
                  <a:pt x="9518298" y="1338235"/>
                </a:cubicBezTo>
                <a:close/>
                <a:moveTo>
                  <a:pt x="1431890" y="1306475"/>
                </a:moveTo>
                <a:cubicBezTo>
                  <a:pt x="1458339" y="1352187"/>
                  <a:pt x="1483952" y="1399016"/>
                  <a:pt x="1507597" y="1446132"/>
                </a:cubicBezTo>
                <a:cubicBezTo>
                  <a:pt x="1568403" y="1567288"/>
                  <a:pt x="1621917" y="1692101"/>
                  <a:pt x="1674586" y="1813832"/>
                </a:cubicBezTo>
                <a:cubicBezTo>
                  <a:pt x="1719648" y="1918315"/>
                  <a:pt x="1765554" y="2024477"/>
                  <a:pt x="1815950" y="2128564"/>
                </a:cubicBezTo>
                <a:cubicBezTo>
                  <a:pt x="1866346" y="2232648"/>
                  <a:pt x="1921228" y="2334658"/>
                  <a:pt x="1984242" y="2430829"/>
                </a:cubicBezTo>
                <a:cubicBezTo>
                  <a:pt x="1994073" y="2437830"/>
                  <a:pt x="2003908" y="2444836"/>
                  <a:pt x="2014023" y="2450995"/>
                </a:cubicBezTo>
                <a:cubicBezTo>
                  <a:pt x="1956448" y="2239741"/>
                  <a:pt x="1853160" y="2049325"/>
                  <a:pt x="1747337" y="1855264"/>
                </a:cubicBezTo>
                <a:cubicBezTo>
                  <a:pt x="1678102" y="1728504"/>
                  <a:pt x="1608870" y="1601753"/>
                  <a:pt x="1533749" y="1478656"/>
                </a:cubicBezTo>
                <a:cubicBezTo>
                  <a:pt x="1510398" y="1440515"/>
                  <a:pt x="1454048" y="1294657"/>
                  <a:pt x="1431890" y="1306475"/>
                </a:cubicBezTo>
                <a:close/>
                <a:moveTo>
                  <a:pt x="5052692" y="1292994"/>
                </a:moveTo>
                <a:cubicBezTo>
                  <a:pt x="5103155" y="1406739"/>
                  <a:pt x="5153078" y="1520878"/>
                  <a:pt x="5200661" y="1635186"/>
                </a:cubicBezTo>
                <a:cubicBezTo>
                  <a:pt x="5238218" y="1725483"/>
                  <a:pt x="5273610" y="1815047"/>
                  <a:pt x="5297138" y="1906351"/>
                </a:cubicBezTo>
                <a:cubicBezTo>
                  <a:pt x="5281533" y="1683399"/>
                  <a:pt x="5177210" y="1491946"/>
                  <a:pt x="5052692" y="1292994"/>
                </a:cubicBezTo>
                <a:close/>
                <a:moveTo>
                  <a:pt x="9528078" y="1278636"/>
                </a:moveTo>
                <a:cubicBezTo>
                  <a:pt x="9552982" y="1365794"/>
                  <a:pt x="9588937" y="1451189"/>
                  <a:pt x="9623946" y="1534260"/>
                </a:cubicBezTo>
                <a:lnTo>
                  <a:pt x="9654858" y="1607218"/>
                </a:lnTo>
                <a:cubicBezTo>
                  <a:pt x="9724183" y="1774989"/>
                  <a:pt x="9781702" y="1949347"/>
                  <a:pt x="9826304" y="2125320"/>
                </a:cubicBezTo>
                <a:cubicBezTo>
                  <a:pt x="9794296" y="1963695"/>
                  <a:pt x="9753660" y="1804203"/>
                  <a:pt x="9701198" y="1646797"/>
                </a:cubicBezTo>
                <a:cubicBezTo>
                  <a:pt x="9655682" y="1511000"/>
                  <a:pt x="9586050" y="1397178"/>
                  <a:pt x="9528078" y="1278636"/>
                </a:cubicBezTo>
                <a:close/>
                <a:moveTo>
                  <a:pt x="5009948" y="1273619"/>
                </a:moveTo>
                <a:cubicBezTo>
                  <a:pt x="5013363" y="1406203"/>
                  <a:pt x="5078144" y="1538571"/>
                  <a:pt x="5121777" y="1654213"/>
                </a:cubicBezTo>
                <a:cubicBezTo>
                  <a:pt x="5175625" y="1795269"/>
                  <a:pt x="5233597" y="1934093"/>
                  <a:pt x="5293545" y="2072247"/>
                </a:cubicBezTo>
                <a:cubicBezTo>
                  <a:pt x="5293533" y="2069971"/>
                  <a:pt x="5294060" y="2067298"/>
                  <a:pt x="5294042" y="2065019"/>
                </a:cubicBezTo>
                <a:cubicBezTo>
                  <a:pt x="5282123" y="1924099"/>
                  <a:pt x="5230273" y="1786942"/>
                  <a:pt x="5171936" y="1647613"/>
                </a:cubicBezTo>
                <a:cubicBezTo>
                  <a:pt x="5119977" y="1522743"/>
                  <a:pt x="5065315" y="1397539"/>
                  <a:pt x="5009948" y="1273619"/>
                </a:cubicBezTo>
                <a:close/>
                <a:moveTo>
                  <a:pt x="655236" y="1268632"/>
                </a:moveTo>
                <a:cubicBezTo>
                  <a:pt x="717895" y="1408869"/>
                  <a:pt x="771574" y="1550454"/>
                  <a:pt x="839521" y="1685315"/>
                </a:cubicBezTo>
                <a:cubicBezTo>
                  <a:pt x="907470" y="1820177"/>
                  <a:pt x="989683" y="1948318"/>
                  <a:pt x="1109416" y="2061663"/>
                </a:cubicBezTo>
                <a:cubicBezTo>
                  <a:pt x="1177718" y="2126399"/>
                  <a:pt x="1244319" y="2184954"/>
                  <a:pt x="1298300" y="2247742"/>
                </a:cubicBezTo>
                <a:cubicBezTo>
                  <a:pt x="1250168" y="2156040"/>
                  <a:pt x="1187457" y="2071655"/>
                  <a:pt x="1125871" y="1989513"/>
                </a:cubicBezTo>
                <a:cubicBezTo>
                  <a:pt x="1076370" y="1923070"/>
                  <a:pt x="1025189" y="1854667"/>
                  <a:pt x="981574" y="1783157"/>
                </a:cubicBezTo>
                <a:cubicBezTo>
                  <a:pt x="960475" y="1748106"/>
                  <a:pt x="941058" y="1712211"/>
                  <a:pt x="922198" y="1677437"/>
                </a:cubicBezTo>
                <a:cubicBezTo>
                  <a:pt x="905028" y="1646031"/>
                  <a:pt x="887579" y="1614059"/>
                  <a:pt x="869293" y="1583214"/>
                </a:cubicBezTo>
                <a:cubicBezTo>
                  <a:pt x="832994" y="1522086"/>
                  <a:pt x="791368" y="1462924"/>
                  <a:pt x="751431" y="1405731"/>
                </a:cubicBezTo>
                <a:close/>
                <a:moveTo>
                  <a:pt x="6516292" y="1263064"/>
                </a:moveTo>
                <a:cubicBezTo>
                  <a:pt x="6288018" y="1373581"/>
                  <a:pt x="6031500" y="1451909"/>
                  <a:pt x="5736320" y="1501803"/>
                </a:cubicBezTo>
                <a:cubicBezTo>
                  <a:pt x="6001708" y="1565837"/>
                  <a:pt x="6267694" y="1408906"/>
                  <a:pt x="6516292" y="1263064"/>
                </a:cubicBezTo>
                <a:close/>
                <a:moveTo>
                  <a:pt x="291466" y="1250369"/>
                </a:moveTo>
                <a:cubicBezTo>
                  <a:pt x="302228" y="1312380"/>
                  <a:pt x="313548" y="1374109"/>
                  <a:pt x="323180" y="1435283"/>
                </a:cubicBezTo>
                <a:cubicBezTo>
                  <a:pt x="347262" y="1585402"/>
                  <a:pt x="366566" y="1733005"/>
                  <a:pt x="349381" y="1875041"/>
                </a:cubicBezTo>
                <a:cubicBezTo>
                  <a:pt x="398887" y="1761016"/>
                  <a:pt x="404047" y="1643975"/>
                  <a:pt x="374363" y="1506494"/>
                </a:cubicBezTo>
                <a:cubicBezTo>
                  <a:pt x="356845" y="1425406"/>
                  <a:pt x="334841" y="1350786"/>
                  <a:pt x="302168" y="1274495"/>
                </a:cubicBezTo>
                <a:cubicBezTo>
                  <a:pt x="298229" y="1265236"/>
                  <a:pt x="295129" y="1257666"/>
                  <a:pt x="291466" y="1250369"/>
                </a:cubicBezTo>
                <a:close/>
                <a:moveTo>
                  <a:pt x="678222" y="1248670"/>
                </a:moveTo>
                <a:lnTo>
                  <a:pt x="775536" y="1388015"/>
                </a:lnTo>
                <a:cubicBezTo>
                  <a:pt x="815764" y="1445771"/>
                  <a:pt x="857669" y="1505484"/>
                  <a:pt x="894529" y="1567739"/>
                </a:cubicBezTo>
                <a:cubicBezTo>
                  <a:pt x="913103" y="1599148"/>
                  <a:pt x="930546" y="1631115"/>
                  <a:pt x="948000" y="1663088"/>
                </a:cubicBezTo>
                <a:cubicBezTo>
                  <a:pt x="966853" y="1697859"/>
                  <a:pt x="986277" y="1733757"/>
                  <a:pt x="1006812" y="1767683"/>
                </a:cubicBezTo>
                <a:cubicBezTo>
                  <a:pt x="1049303" y="1838347"/>
                  <a:pt x="1100205" y="1906189"/>
                  <a:pt x="1149133" y="1971513"/>
                </a:cubicBezTo>
                <a:cubicBezTo>
                  <a:pt x="1215506" y="2060384"/>
                  <a:pt x="1283561" y="2151216"/>
                  <a:pt x="1333952" y="2251620"/>
                </a:cubicBezTo>
                <a:lnTo>
                  <a:pt x="1337329" y="2258350"/>
                </a:lnTo>
                <a:cubicBezTo>
                  <a:pt x="1352131" y="2023413"/>
                  <a:pt x="1145204" y="1784597"/>
                  <a:pt x="1014726" y="1615556"/>
                </a:cubicBezTo>
                <a:cubicBezTo>
                  <a:pt x="911517" y="1481269"/>
                  <a:pt x="800192" y="1360189"/>
                  <a:pt x="678222" y="1248670"/>
                </a:cubicBezTo>
                <a:close/>
                <a:moveTo>
                  <a:pt x="9441752" y="1245311"/>
                </a:moveTo>
                <a:cubicBezTo>
                  <a:pt x="9367449" y="1271794"/>
                  <a:pt x="9313207" y="1329954"/>
                  <a:pt x="9278979" y="1406236"/>
                </a:cubicBezTo>
                <a:cubicBezTo>
                  <a:pt x="9261017" y="1445630"/>
                  <a:pt x="9242585" y="1502850"/>
                  <a:pt x="9235540" y="1546869"/>
                </a:cubicBezTo>
                <a:cubicBezTo>
                  <a:pt x="9223867" y="1618535"/>
                  <a:pt x="9230001" y="1614698"/>
                  <a:pt x="9264074" y="1557016"/>
                </a:cubicBezTo>
                <a:cubicBezTo>
                  <a:pt x="9325587" y="1454296"/>
                  <a:pt x="9384605" y="1349880"/>
                  <a:pt x="9441752" y="1245311"/>
                </a:cubicBezTo>
                <a:close/>
                <a:moveTo>
                  <a:pt x="6691602" y="1140573"/>
                </a:moveTo>
                <a:cubicBezTo>
                  <a:pt x="6646175" y="1158238"/>
                  <a:pt x="6598950" y="1175684"/>
                  <a:pt x="6571100" y="1183662"/>
                </a:cubicBezTo>
                <a:cubicBezTo>
                  <a:pt x="6462406" y="1213607"/>
                  <a:pt x="6352215" y="1234713"/>
                  <a:pt x="6241687" y="1257600"/>
                </a:cubicBezTo>
                <a:cubicBezTo>
                  <a:pt x="6040746" y="1299467"/>
                  <a:pt x="5893317" y="1420819"/>
                  <a:pt x="5693009" y="1478256"/>
                </a:cubicBezTo>
                <a:cubicBezTo>
                  <a:pt x="6021285" y="1426507"/>
                  <a:pt x="6301876" y="1340642"/>
                  <a:pt x="6548420" y="1214599"/>
                </a:cubicBezTo>
                <a:cubicBezTo>
                  <a:pt x="6567440" y="1204628"/>
                  <a:pt x="6586456" y="1194658"/>
                  <a:pt x="6605473" y="1184686"/>
                </a:cubicBezTo>
                <a:cubicBezTo>
                  <a:pt x="6633823" y="1169483"/>
                  <a:pt x="6662531" y="1154778"/>
                  <a:pt x="6691602" y="1140573"/>
                </a:cubicBezTo>
                <a:close/>
                <a:moveTo>
                  <a:pt x="4002475" y="1037802"/>
                </a:moveTo>
                <a:cubicBezTo>
                  <a:pt x="4001933" y="1038196"/>
                  <a:pt x="4000861" y="1038973"/>
                  <a:pt x="4000324" y="1039362"/>
                </a:cubicBezTo>
                <a:cubicBezTo>
                  <a:pt x="4001046" y="1040360"/>
                  <a:pt x="4002134" y="1041861"/>
                  <a:pt x="4002862" y="1042866"/>
                </a:cubicBezTo>
                <a:cubicBezTo>
                  <a:pt x="4002672" y="1041472"/>
                  <a:pt x="4002487" y="1040086"/>
                  <a:pt x="4002475" y="1037802"/>
                </a:cubicBezTo>
                <a:close/>
                <a:moveTo>
                  <a:pt x="506322" y="1020997"/>
                </a:moveTo>
                <a:cubicBezTo>
                  <a:pt x="513282" y="1018930"/>
                  <a:pt x="522180" y="1021005"/>
                  <a:pt x="533068" y="1029409"/>
                </a:cubicBezTo>
                <a:cubicBezTo>
                  <a:pt x="813777" y="1244537"/>
                  <a:pt x="1037861" y="1510547"/>
                  <a:pt x="1232525" y="1804675"/>
                </a:cubicBezTo>
                <a:cubicBezTo>
                  <a:pt x="1347857" y="1978510"/>
                  <a:pt x="1448039" y="2155739"/>
                  <a:pt x="1388858" y="2368011"/>
                </a:cubicBezTo>
                <a:cubicBezTo>
                  <a:pt x="1387462" y="2372226"/>
                  <a:pt x="1385496" y="2375314"/>
                  <a:pt x="1384098" y="2378125"/>
                </a:cubicBezTo>
                <a:cubicBezTo>
                  <a:pt x="1412260" y="2438425"/>
                  <a:pt x="1428077" y="2506324"/>
                  <a:pt x="1425393" y="2589124"/>
                </a:cubicBezTo>
                <a:cubicBezTo>
                  <a:pt x="1425681" y="2592488"/>
                  <a:pt x="1424559" y="2594453"/>
                  <a:pt x="1424001" y="2597541"/>
                </a:cubicBezTo>
                <a:cubicBezTo>
                  <a:pt x="1672217" y="2669579"/>
                  <a:pt x="1915127" y="2759032"/>
                  <a:pt x="2152729" y="2864487"/>
                </a:cubicBezTo>
                <a:cubicBezTo>
                  <a:pt x="2132903" y="2746636"/>
                  <a:pt x="2106350" y="2629357"/>
                  <a:pt x="2020609" y="2539671"/>
                </a:cubicBezTo>
                <a:cubicBezTo>
                  <a:pt x="2019486" y="2538832"/>
                  <a:pt x="2019482" y="2537426"/>
                  <a:pt x="2018920" y="2536309"/>
                </a:cubicBezTo>
                <a:cubicBezTo>
                  <a:pt x="1612986" y="2284320"/>
                  <a:pt x="1451410" y="1593008"/>
                  <a:pt x="1342441" y="1173017"/>
                </a:cubicBezTo>
                <a:cubicBezTo>
                  <a:pt x="1338482" y="1156742"/>
                  <a:pt x="1345418" y="1103405"/>
                  <a:pt x="1367925" y="1135648"/>
                </a:cubicBezTo>
                <a:cubicBezTo>
                  <a:pt x="1515878" y="1352095"/>
                  <a:pt x="1645605" y="1576999"/>
                  <a:pt x="1771401" y="1806673"/>
                </a:cubicBezTo>
                <a:cubicBezTo>
                  <a:pt x="1841477" y="1935111"/>
                  <a:pt x="1914363" y="2063547"/>
                  <a:pt x="1972385" y="2198735"/>
                </a:cubicBezTo>
                <a:cubicBezTo>
                  <a:pt x="1982518" y="2221738"/>
                  <a:pt x="2018367" y="2353316"/>
                  <a:pt x="2040892" y="2405205"/>
                </a:cubicBezTo>
                <a:cubicBezTo>
                  <a:pt x="2009600" y="2310668"/>
                  <a:pt x="2111587" y="2005996"/>
                  <a:pt x="2131689" y="1936926"/>
                </a:cubicBezTo>
                <a:cubicBezTo>
                  <a:pt x="2203731" y="1690111"/>
                  <a:pt x="2314813" y="1463729"/>
                  <a:pt x="2454820" y="1248808"/>
                </a:cubicBezTo>
                <a:cubicBezTo>
                  <a:pt x="2475264" y="1216788"/>
                  <a:pt x="2493340" y="1290570"/>
                  <a:pt x="2492512" y="1302920"/>
                </a:cubicBezTo>
                <a:cubicBezTo>
                  <a:pt x="2465675" y="1747535"/>
                  <a:pt x="2370053" y="2178216"/>
                  <a:pt x="2081216" y="2527513"/>
                </a:cubicBezTo>
                <a:cubicBezTo>
                  <a:pt x="2081497" y="2528073"/>
                  <a:pt x="2081211" y="2528916"/>
                  <a:pt x="2081211" y="2528916"/>
                </a:cubicBezTo>
                <a:cubicBezTo>
                  <a:pt x="2150699" y="2633778"/>
                  <a:pt x="2178105" y="2756954"/>
                  <a:pt x="2199067" y="2884061"/>
                </a:cubicBezTo>
                <a:cubicBezTo>
                  <a:pt x="2641128" y="3084915"/>
                  <a:pt x="3028660" y="3311628"/>
                  <a:pt x="3192586" y="3411496"/>
                </a:cubicBezTo>
                <a:cubicBezTo>
                  <a:pt x="3356510" y="3511368"/>
                  <a:pt x="3237401" y="3517312"/>
                  <a:pt x="3182620" y="3483279"/>
                </a:cubicBezTo>
                <a:cubicBezTo>
                  <a:pt x="3055506" y="3404310"/>
                  <a:pt x="2789863" y="3259545"/>
                  <a:pt x="2435119" y="3080173"/>
                </a:cubicBezTo>
                <a:lnTo>
                  <a:pt x="2410152" y="3063751"/>
                </a:lnTo>
                <a:lnTo>
                  <a:pt x="2408099" y="3064403"/>
                </a:lnTo>
                <a:lnTo>
                  <a:pt x="2407218" y="3070324"/>
                </a:lnTo>
                <a:cubicBezTo>
                  <a:pt x="2402612" y="3079171"/>
                  <a:pt x="2394080" y="3088906"/>
                  <a:pt x="2380138" y="3099341"/>
                </a:cubicBezTo>
                <a:cubicBezTo>
                  <a:pt x="2194333" y="3283170"/>
                  <a:pt x="1992503" y="3449064"/>
                  <a:pt x="1765923" y="3581043"/>
                </a:cubicBezTo>
                <a:cubicBezTo>
                  <a:pt x="1744896" y="3593696"/>
                  <a:pt x="1723857" y="3603555"/>
                  <a:pt x="1702258" y="3612286"/>
                </a:cubicBezTo>
                <a:cubicBezTo>
                  <a:pt x="1664333" y="3650747"/>
                  <a:pt x="1731601" y="3589836"/>
                  <a:pt x="1538370" y="3811804"/>
                </a:cubicBezTo>
                <a:cubicBezTo>
                  <a:pt x="1473491" y="3921431"/>
                  <a:pt x="1402113" y="4025542"/>
                  <a:pt x="1325720" y="4125411"/>
                </a:cubicBezTo>
                <a:lnTo>
                  <a:pt x="1206279" y="4267200"/>
                </a:lnTo>
                <a:lnTo>
                  <a:pt x="1115040" y="4267200"/>
                </a:lnTo>
                <a:lnTo>
                  <a:pt x="1258195" y="4099624"/>
                </a:lnTo>
                <a:cubicBezTo>
                  <a:pt x="1315987" y="4027073"/>
                  <a:pt x="1371166" y="3952247"/>
                  <a:pt x="1423113" y="3874565"/>
                </a:cubicBezTo>
                <a:lnTo>
                  <a:pt x="1260565" y="4031982"/>
                </a:lnTo>
                <a:cubicBezTo>
                  <a:pt x="1197929" y="4092559"/>
                  <a:pt x="1134310" y="4154329"/>
                  <a:pt x="1073327" y="4218727"/>
                </a:cubicBezTo>
                <a:lnTo>
                  <a:pt x="1032294" y="4267200"/>
                </a:lnTo>
                <a:lnTo>
                  <a:pt x="993830" y="4267200"/>
                </a:lnTo>
                <a:lnTo>
                  <a:pt x="1051860" y="4198693"/>
                </a:lnTo>
                <a:cubicBezTo>
                  <a:pt x="1113440" y="4133732"/>
                  <a:pt x="1177549" y="4071540"/>
                  <a:pt x="1240607" y="4010401"/>
                </a:cubicBezTo>
                <a:lnTo>
                  <a:pt x="1310106" y="3943217"/>
                </a:lnTo>
                <a:cubicBezTo>
                  <a:pt x="1174685" y="4033303"/>
                  <a:pt x="1054913" y="4139624"/>
                  <a:pt x="952103" y="4265972"/>
                </a:cubicBezTo>
                <a:lnTo>
                  <a:pt x="951207" y="4267200"/>
                </a:lnTo>
                <a:lnTo>
                  <a:pt x="862760" y="4267200"/>
                </a:lnTo>
                <a:lnTo>
                  <a:pt x="909145" y="4199225"/>
                </a:lnTo>
                <a:cubicBezTo>
                  <a:pt x="998789" y="4086824"/>
                  <a:pt x="1101084" y="3991246"/>
                  <a:pt x="1214067" y="3908561"/>
                </a:cubicBezTo>
                <a:cubicBezTo>
                  <a:pt x="1023317" y="3973399"/>
                  <a:pt x="824392" y="4020568"/>
                  <a:pt x="640967" y="4105601"/>
                </a:cubicBezTo>
                <a:cubicBezTo>
                  <a:pt x="549674" y="4147907"/>
                  <a:pt x="460581" y="4194508"/>
                  <a:pt x="372807" y="4243651"/>
                </a:cubicBezTo>
                <a:lnTo>
                  <a:pt x="332830" y="4267200"/>
                </a:lnTo>
                <a:lnTo>
                  <a:pt x="168301" y="4267200"/>
                </a:lnTo>
                <a:lnTo>
                  <a:pt x="278002" y="4201399"/>
                </a:lnTo>
                <a:cubicBezTo>
                  <a:pt x="359885" y="4153808"/>
                  <a:pt x="442683" y="4107866"/>
                  <a:pt x="527241" y="4065078"/>
                </a:cubicBezTo>
                <a:cubicBezTo>
                  <a:pt x="838255" y="3908281"/>
                  <a:pt x="1212318" y="3863093"/>
                  <a:pt x="1510397" y="3684705"/>
                </a:cubicBezTo>
                <a:cubicBezTo>
                  <a:pt x="1390337" y="3729510"/>
                  <a:pt x="1267181" y="3766747"/>
                  <a:pt x="1146550" y="3802012"/>
                </a:cubicBezTo>
                <a:cubicBezTo>
                  <a:pt x="997862" y="3845736"/>
                  <a:pt x="843568" y="3890871"/>
                  <a:pt x="698834" y="3952272"/>
                </a:cubicBezTo>
                <a:cubicBezTo>
                  <a:pt x="519814" y="4027898"/>
                  <a:pt x="352828" y="4127506"/>
                  <a:pt x="192528" y="4236299"/>
                </a:cubicBezTo>
                <a:lnTo>
                  <a:pt x="148586" y="4267200"/>
                </a:lnTo>
                <a:lnTo>
                  <a:pt x="98116" y="4267200"/>
                </a:lnTo>
                <a:lnTo>
                  <a:pt x="169669" y="4216852"/>
                </a:lnTo>
                <a:cubicBezTo>
                  <a:pt x="333361" y="4105506"/>
                  <a:pt x="504130" y="4002947"/>
                  <a:pt x="687572" y="3925629"/>
                </a:cubicBezTo>
                <a:cubicBezTo>
                  <a:pt x="833705" y="3864223"/>
                  <a:pt x="989118" y="3818520"/>
                  <a:pt x="1138365" y="3774515"/>
                </a:cubicBezTo>
                <a:cubicBezTo>
                  <a:pt x="1260121" y="3738686"/>
                  <a:pt x="1384681" y="3701451"/>
                  <a:pt x="1505579" y="3655526"/>
                </a:cubicBezTo>
                <a:cubicBezTo>
                  <a:pt x="1442294" y="3658846"/>
                  <a:pt x="1378650" y="3655854"/>
                  <a:pt x="1313114" y="3655216"/>
                </a:cubicBezTo>
                <a:cubicBezTo>
                  <a:pt x="1247578" y="3654578"/>
                  <a:pt x="1180153" y="3656293"/>
                  <a:pt x="1109304" y="3669030"/>
                </a:cubicBezTo>
                <a:cubicBezTo>
                  <a:pt x="794692" y="3725281"/>
                  <a:pt x="516258" y="3901624"/>
                  <a:pt x="258951" y="4111994"/>
                </a:cubicBezTo>
                <a:lnTo>
                  <a:pt x="80807" y="4267200"/>
                </a:lnTo>
                <a:lnTo>
                  <a:pt x="0" y="4267200"/>
                </a:lnTo>
                <a:lnTo>
                  <a:pt x="0" y="4233763"/>
                </a:lnTo>
                <a:lnTo>
                  <a:pt x="36881" y="4200118"/>
                </a:lnTo>
                <a:cubicBezTo>
                  <a:pt x="302143" y="3962792"/>
                  <a:pt x="585478" y="3740226"/>
                  <a:pt x="910534" y="3629753"/>
                </a:cubicBezTo>
                <a:cubicBezTo>
                  <a:pt x="1140280" y="3551663"/>
                  <a:pt x="1356783" y="3624873"/>
                  <a:pt x="1578717" y="3575982"/>
                </a:cubicBezTo>
                <a:cubicBezTo>
                  <a:pt x="1857881" y="3513822"/>
                  <a:pt x="2134207" y="3238918"/>
                  <a:pt x="2338780" y="3033725"/>
                </a:cubicBezTo>
                <a:cubicBezTo>
                  <a:pt x="2165203" y="2949506"/>
                  <a:pt x="1987990" y="2873430"/>
                  <a:pt x="1807991" y="2807184"/>
                </a:cubicBezTo>
                <a:cubicBezTo>
                  <a:pt x="1696192" y="2934214"/>
                  <a:pt x="1567238" y="3035444"/>
                  <a:pt x="1416358" y="3112571"/>
                </a:cubicBezTo>
                <a:cubicBezTo>
                  <a:pt x="1318658" y="3280278"/>
                  <a:pt x="1112986" y="3321000"/>
                  <a:pt x="939066" y="3378798"/>
                </a:cubicBezTo>
                <a:cubicBezTo>
                  <a:pt x="668357" y="3469020"/>
                  <a:pt x="393418" y="3543804"/>
                  <a:pt x="115099" y="3607650"/>
                </a:cubicBezTo>
                <a:cubicBezTo>
                  <a:pt x="80589" y="3615844"/>
                  <a:pt x="67554" y="3533906"/>
                  <a:pt x="97284" y="3520393"/>
                </a:cubicBezTo>
                <a:cubicBezTo>
                  <a:pt x="382521" y="3387774"/>
                  <a:pt x="642160" y="3215335"/>
                  <a:pt x="922050" y="3074867"/>
                </a:cubicBezTo>
                <a:cubicBezTo>
                  <a:pt x="1080787" y="2995199"/>
                  <a:pt x="1233979" y="2960447"/>
                  <a:pt x="1405265" y="3016319"/>
                </a:cubicBezTo>
                <a:cubicBezTo>
                  <a:pt x="1406106" y="3016600"/>
                  <a:pt x="1406671" y="3017724"/>
                  <a:pt x="1407512" y="3018001"/>
                </a:cubicBezTo>
                <a:cubicBezTo>
                  <a:pt x="1526420" y="2954115"/>
                  <a:pt x="1632390" y="2874245"/>
                  <a:pt x="1726266" y="2777274"/>
                </a:cubicBezTo>
                <a:cubicBezTo>
                  <a:pt x="1369635" y="2651515"/>
                  <a:pt x="1000990" y="2561972"/>
                  <a:pt x="625390" y="2514541"/>
                </a:cubicBezTo>
                <a:cubicBezTo>
                  <a:pt x="624559" y="2519877"/>
                  <a:pt x="622878" y="2524928"/>
                  <a:pt x="619799" y="2527180"/>
                </a:cubicBezTo>
                <a:cubicBezTo>
                  <a:pt x="509037" y="2598914"/>
                  <a:pt x="403069" y="2677377"/>
                  <a:pt x="310030" y="2771818"/>
                </a:cubicBezTo>
                <a:cubicBezTo>
                  <a:pt x="266034" y="2817076"/>
                  <a:pt x="224887" y="2891795"/>
                  <a:pt x="173877" y="2937056"/>
                </a:cubicBezTo>
                <a:cubicBezTo>
                  <a:pt x="145840" y="3003792"/>
                  <a:pt x="113686" y="3071134"/>
                  <a:pt x="77889" y="3138440"/>
                </a:cubicBezTo>
                <a:lnTo>
                  <a:pt x="0" y="3271395"/>
                </a:lnTo>
                <a:lnTo>
                  <a:pt x="0" y="3153002"/>
                </a:lnTo>
                <a:lnTo>
                  <a:pt x="2386" y="3149203"/>
                </a:lnTo>
                <a:cubicBezTo>
                  <a:pt x="33821" y="3095439"/>
                  <a:pt x="63030" y="3041490"/>
                  <a:pt x="89753" y="2987702"/>
                </a:cubicBezTo>
                <a:cubicBezTo>
                  <a:pt x="85546" y="2993322"/>
                  <a:pt x="81066" y="2999788"/>
                  <a:pt x="76869" y="3005404"/>
                </a:cubicBezTo>
                <a:cubicBezTo>
                  <a:pt x="63139" y="3024231"/>
                  <a:pt x="48575" y="3042776"/>
                  <a:pt x="32049" y="3065814"/>
                </a:cubicBezTo>
                <a:lnTo>
                  <a:pt x="0" y="3108744"/>
                </a:lnTo>
                <a:lnTo>
                  <a:pt x="0" y="3058059"/>
                </a:lnTo>
                <a:lnTo>
                  <a:pt x="7610" y="3047889"/>
                </a:lnTo>
                <a:cubicBezTo>
                  <a:pt x="24410" y="3025415"/>
                  <a:pt x="38695" y="3006301"/>
                  <a:pt x="52419" y="2987479"/>
                </a:cubicBezTo>
                <a:cubicBezTo>
                  <a:pt x="54382" y="2984385"/>
                  <a:pt x="57184" y="2981579"/>
                  <a:pt x="59142" y="2978488"/>
                </a:cubicBezTo>
                <a:lnTo>
                  <a:pt x="0" y="3015334"/>
                </a:lnTo>
                <a:lnTo>
                  <a:pt x="0" y="2914286"/>
                </a:lnTo>
                <a:lnTo>
                  <a:pt x="36383" y="2901128"/>
                </a:lnTo>
                <a:cubicBezTo>
                  <a:pt x="76283" y="2885228"/>
                  <a:pt x="116303" y="2866415"/>
                  <a:pt x="156329" y="2840533"/>
                </a:cubicBezTo>
                <a:cubicBezTo>
                  <a:pt x="229785" y="2792431"/>
                  <a:pt x="289125" y="2682604"/>
                  <a:pt x="358355" y="2620471"/>
                </a:cubicBezTo>
                <a:cubicBezTo>
                  <a:pt x="406846" y="2577174"/>
                  <a:pt x="457591" y="2538372"/>
                  <a:pt x="510577" y="2501244"/>
                </a:cubicBezTo>
                <a:cubicBezTo>
                  <a:pt x="411488" y="2490937"/>
                  <a:pt x="311929" y="2483543"/>
                  <a:pt x="211967" y="2479171"/>
                </a:cubicBezTo>
                <a:lnTo>
                  <a:pt x="0" y="2476398"/>
                </a:lnTo>
                <a:lnTo>
                  <a:pt x="0" y="2389189"/>
                </a:lnTo>
                <a:lnTo>
                  <a:pt x="103062" y="2389518"/>
                </a:lnTo>
                <a:cubicBezTo>
                  <a:pt x="239716" y="2392822"/>
                  <a:pt x="375712" y="2401808"/>
                  <a:pt x="510734" y="2416201"/>
                </a:cubicBezTo>
                <a:cubicBezTo>
                  <a:pt x="453295" y="2294758"/>
                  <a:pt x="388809" y="2156489"/>
                  <a:pt x="279257" y="2092102"/>
                </a:cubicBezTo>
                <a:cubicBezTo>
                  <a:pt x="214509" y="2054029"/>
                  <a:pt x="140169" y="2030776"/>
                  <a:pt x="65265" y="2006049"/>
                </a:cubicBezTo>
                <a:lnTo>
                  <a:pt x="0" y="1982532"/>
                </a:lnTo>
                <a:lnTo>
                  <a:pt x="0" y="1912789"/>
                </a:lnTo>
                <a:lnTo>
                  <a:pt x="97460" y="1953725"/>
                </a:lnTo>
                <a:cubicBezTo>
                  <a:pt x="140146" y="1968817"/>
                  <a:pt x="181972" y="1973804"/>
                  <a:pt x="221272" y="1980766"/>
                </a:cubicBezTo>
                <a:cubicBezTo>
                  <a:pt x="184478" y="1960612"/>
                  <a:pt x="148800" y="1938494"/>
                  <a:pt x="116765" y="1911033"/>
                </a:cubicBezTo>
                <a:cubicBezTo>
                  <a:pt x="78825" y="1878815"/>
                  <a:pt x="47051" y="1840696"/>
                  <a:pt x="16405" y="1803412"/>
                </a:cubicBezTo>
                <a:lnTo>
                  <a:pt x="0" y="1784777"/>
                </a:lnTo>
                <a:lnTo>
                  <a:pt x="0" y="1740082"/>
                </a:lnTo>
                <a:lnTo>
                  <a:pt x="39394" y="1784856"/>
                </a:lnTo>
                <a:cubicBezTo>
                  <a:pt x="69479" y="1821014"/>
                  <a:pt x="100126" y="1858299"/>
                  <a:pt x="135813" y="1888838"/>
                </a:cubicBezTo>
                <a:cubicBezTo>
                  <a:pt x="168411" y="1916009"/>
                  <a:pt x="204933" y="1938411"/>
                  <a:pt x="242575" y="1958841"/>
                </a:cubicBezTo>
                <a:cubicBezTo>
                  <a:pt x="195379" y="1882642"/>
                  <a:pt x="141547" y="1815083"/>
                  <a:pt x="82197" y="1754826"/>
                </a:cubicBezTo>
                <a:lnTo>
                  <a:pt x="0" y="1679650"/>
                </a:lnTo>
                <a:lnTo>
                  <a:pt x="0" y="1602463"/>
                </a:lnTo>
                <a:lnTo>
                  <a:pt x="84689" y="1677442"/>
                </a:lnTo>
                <a:cubicBezTo>
                  <a:pt x="165950" y="1759826"/>
                  <a:pt x="237786" y="1855565"/>
                  <a:pt x="298437" y="1968019"/>
                </a:cubicBezTo>
                <a:lnTo>
                  <a:pt x="227269" y="1114064"/>
                </a:lnTo>
                <a:cubicBezTo>
                  <a:pt x="226129" y="1099191"/>
                  <a:pt x="230003" y="1062136"/>
                  <a:pt x="248003" y="1089613"/>
                </a:cubicBezTo>
                <a:cubicBezTo>
                  <a:pt x="349844" y="1249160"/>
                  <a:pt x="397556" y="1433768"/>
                  <a:pt x="427020" y="1619803"/>
                </a:cubicBezTo>
                <a:cubicBezTo>
                  <a:pt x="453086" y="1782272"/>
                  <a:pt x="422387" y="1897385"/>
                  <a:pt x="340345" y="2027739"/>
                </a:cubicBezTo>
                <a:cubicBezTo>
                  <a:pt x="347373" y="2033339"/>
                  <a:pt x="354114" y="2038383"/>
                  <a:pt x="360865" y="2044827"/>
                </a:cubicBezTo>
                <a:cubicBezTo>
                  <a:pt x="443500" y="2128340"/>
                  <a:pt x="506078" y="2306190"/>
                  <a:pt x="560414" y="2421457"/>
                </a:cubicBezTo>
                <a:cubicBezTo>
                  <a:pt x="831022" y="2452769"/>
                  <a:pt x="1098019" y="2506255"/>
                  <a:pt x="1359703" y="2578554"/>
                </a:cubicBezTo>
                <a:lnTo>
                  <a:pt x="1359422" y="2577994"/>
                </a:lnTo>
                <a:cubicBezTo>
                  <a:pt x="1370467" y="2269807"/>
                  <a:pt x="976420" y="2084880"/>
                  <a:pt x="828701" y="1839520"/>
                </a:cubicBezTo>
                <a:cubicBezTo>
                  <a:pt x="687172" y="1605098"/>
                  <a:pt x="631475" y="1330413"/>
                  <a:pt x="494427" y="1092333"/>
                </a:cubicBezTo>
                <a:cubicBezTo>
                  <a:pt x="481980" y="1070671"/>
                  <a:pt x="485440" y="1027197"/>
                  <a:pt x="506322" y="1020997"/>
                </a:cubicBezTo>
                <a:close/>
                <a:moveTo>
                  <a:pt x="4570198" y="978081"/>
                </a:moveTo>
                <a:cubicBezTo>
                  <a:pt x="4555714" y="1028259"/>
                  <a:pt x="4540870" y="1077934"/>
                  <a:pt x="4523691" y="1127776"/>
                </a:cubicBezTo>
                <a:lnTo>
                  <a:pt x="4509875" y="1167552"/>
                </a:lnTo>
                <a:cubicBezTo>
                  <a:pt x="4498703" y="1198545"/>
                  <a:pt x="4488074" y="1229138"/>
                  <a:pt x="4478168" y="1260735"/>
                </a:cubicBezTo>
                <a:cubicBezTo>
                  <a:pt x="4437866" y="1392962"/>
                  <a:pt x="4423333" y="1532451"/>
                  <a:pt x="4409309" y="1666996"/>
                </a:cubicBezTo>
                <a:cubicBezTo>
                  <a:pt x="4399387" y="1761934"/>
                  <a:pt x="4389478" y="1859162"/>
                  <a:pt x="4370031" y="1955666"/>
                </a:cubicBezTo>
                <a:cubicBezTo>
                  <a:pt x="4495511" y="1636562"/>
                  <a:pt x="4590903" y="1311031"/>
                  <a:pt x="4570198" y="978081"/>
                </a:cubicBezTo>
                <a:close/>
                <a:moveTo>
                  <a:pt x="12149131" y="959050"/>
                </a:moveTo>
                <a:cubicBezTo>
                  <a:pt x="12135265" y="975072"/>
                  <a:pt x="12121401" y="991089"/>
                  <a:pt x="12105664" y="1006960"/>
                </a:cubicBezTo>
                <a:cubicBezTo>
                  <a:pt x="12040174" y="1071943"/>
                  <a:pt x="11966532" y="1125748"/>
                  <a:pt x="11883102" y="1184424"/>
                </a:cubicBezTo>
                <a:cubicBezTo>
                  <a:pt x="11822339" y="1227583"/>
                  <a:pt x="11746281" y="1281016"/>
                  <a:pt x="11665174" y="1317493"/>
                </a:cubicBezTo>
                <a:cubicBezTo>
                  <a:pt x="11640620" y="1328342"/>
                  <a:pt x="11615753" y="1338416"/>
                  <a:pt x="11590337" y="1348256"/>
                </a:cubicBezTo>
                <a:cubicBezTo>
                  <a:pt x="11556383" y="1361567"/>
                  <a:pt x="11523739" y="1374791"/>
                  <a:pt x="11492588" y="1390573"/>
                </a:cubicBezTo>
                <a:cubicBezTo>
                  <a:pt x="11632969" y="1358579"/>
                  <a:pt x="11770492" y="1298342"/>
                  <a:pt x="11888865" y="1220988"/>
                </a:cubicBezTo>
                <a:cubicBezTo>
                  <a:pt x="11984266" y="1158366"/>
                  <a:pt x="12085135" y="1064584"/>
                  <a:pt x="12149131" y="959050"/>
                </a:cubicBezTo>
                <a:close/>
                <a:moveTo>
                  <a:pt x="4557898" y="900011"/>
                </a:moveTo>
                <a:cubicBezTo>
                  <a:pt x="4330292" y="1199280"/>
                  <a:pt x="4335713" y="1567725"/>
                  <a:pt x="4344840" y="1922038"/>
                </a:cubicBezTo>
                <a:cubicBezTo>
                  <a:pt x="4360210" y="1836882"/>
                  <a:pt x="4369815" y="1750562"/>
                  <a:pt x="4378710" y="1665516"/>
                </a:cubicBezTo>
                <a:cubicBezTo>
                  <a:pt x="4393083" y="1529197"/>
                  <a:pt x="4407432" y="1388309"/>
                  <a:pt x="4448798" y="1253024"/>
                </a:cubicBezTo>
                <a:cubicBezTo>
                  <a:pt x="4458700" y="1221425"/>
                  <a:pt x="4469507" y="1189944"/>
                  <a:pt x="4480315" y="1158454"/>
                </a:cubicBezTo>
                <a:lnTo>
                  <a:pt x="4494133" y="1118676"/>
                </a:lnTo>
                <a:cubicBezTo>
                  <a:pt x="4518925" y="1046526"/>
                  <a:pt x="4539765" y="973431"/>
                  <a:pt x="4557898" y="900011"/>
                </a:cubicBezTo>
                <a:close/>
                <a:moveTo>
                  <a:pt x="5870151" y="898890"/>
                </a:moveTo>
                <a:cubicBezTo>
                  <a:pt x="5866911" y="898948"/>
                  <a:pt x="5864574" y="899121"/>
                  <a:pt x="5861335" y="899177"/>
                </a:cubicBezTo>
                <a:lnTo>
                  <a:pt x="5843702" y="899748"/>
                </a:lnTo>
                <a:cubicBezTo>
                  <a:pt x="5780018" y="902412"/>
                  <a:pt x="5714210" y="911192"/>
                  <a:pt x="5651107" y="920306"/>
                </a:cubicBezTo>
                <a:cubicBezTo>
                  <a:pt x="5588537" y="929031"/>
                  <a:pt x="5523624" y="937920"/>
                  <a:pt x="5459407" y="940975"/>
                </a:cubicBezTo>
                <a:cubicBezTo>
                  <a:pt x="5431523" y="942110"/>
                  <a:pt x="5402918" y="942237"/>
                  <a:pt x="5374846" y="941988"/>
                </a:cubicBezTo>
                <a:cubicBezTo>
                  <a:pt x="5336157" y="941792"/>
                  <a:pt x="5295497" y="942268"/>
                  <a:pt x="5256105" y="945632"/>
                </a:cubicBezTo>
                <a:cubicBezTo>
                  <a:pt x="5206829" y="950064"/>
                  <a:pt x="5155964" y="960232"/>
                  <a:pt x="5107071" y="969720"/>
                </a:cubicBezTo>
                <a:cubicBezTo>
                  <a:pt x="5071129" y="976700"/>
                  <a:pt x="5035177" y="983681"/>
                  <a:pt x="4998681" y="988771"/>
                </a:cubicBezTo>
                <a:cubicBezTo>
                  <a:pt x="5256175" y="1057755"/>
                  <a:pt x="5597864" y="989418"/>
                  <a:pt x="5870151" y="898890"/>
                </a:cubicBezTo>
                <a:close/>
                <a:moveTo>
                  <a:pt x="12190084" y="854709"/>
                </a:moveTo>
                <a:cubicBezTo>
                  <a:pt x="12181324" y="863235"/>
                  <a:pt x="12172252" y="870980"/>
                  <a:pt x="12162947" y="879275"/>
                </a:cubicBezTo>
                <a:cubicBezTo>
                  <a:pt x="12028326" y="998039"/>
                  <a:pt x="11883371" y="1121443"/>
                  <a:pt x="11721478" y="1216434"/>
                </a:cubicBezTo>
                <a:lnTo>
                  <a:pt x="11680712" y="1239730"/>
                </a:lnTo>
                <a:cubicBezTo>
                  <a:pt x="11620220" y="1274640"/>
                  <a:pt x="11558177" y="1310180"/>
                  <a:pt x="11505347" y="1352837"/>
                </a:cubicBezTo>
                <a:cubicBezTo>
                  <a:pt x="11530133" y="1341442"/>
                  <a:pt x="11555544" y="1331600"/>
                  <a:pt x="11580962" y="1321759"/>
                </a:cubicBezTo>
                <a:cubicBezTo>
                  <a:pt x="11605590" y="1312227"/>
                  <a:pt x="11630227" y="1302697"/>
                  <a:pt x="11654234" y="1291618"/>
                </a:cubicBezTo>
                <a:cubicBezTo>
                  <a:pt x="11733018" y="1256083"/>
                  <a:pt x="11807521" y="1203284"/>
                  <a:pt x="11867274" y="1160983"/>
                </a:cubicBezTo>
                <a:cubicBezTo>
                  <a:pt x="11949151" y="1102940"/>
                  <a:pt x="12022324" y="1050225"/>
                  <a:pt x="12086035" y="986418"/>
                </a:cubicBezTo>
                <a:cubicBezTo>
                  <a:pt x="12128278" y="944429"/>
                  <a:pt x="12163191" y="899980"/>
                  <a:pt x="12190084" y="854709"/>
                </a:cubicBezTo>
                <a:close/>
                <a:moveTo>
                  <a:pt x="5504425" y="848067"/>
                </a:moveTo>
                <a:cubicBezTo>
                  <a:pt x="5313518" y="848319"/>
                  <a:pt x="5144450" y="894555"/>
                  <a:pt x="4968849" y="962318"/>
                </a:cubicBezTo>
                <a:cubicBezTo>
                  <a:pt x="5013986" y="957830"/>
                  <a:pt x="5059460" y="949291"/>
                  <a:pt x="5104039" y="940634"/>
                </a:cubicBezTo>
                <a:cubicBezTo>
                  <a:pt x="5153465" y="930752"/>
                  <a:pt x="5205230" y="920703"/>
                  <a:pt x="5256311" y="916490"/>
                </a:cubicBezTo>
                <a:cubicBezTo>
                  <a:pt x="5297138" y="912849"/>
                  <a:pt x="5338158" y="912871"/>
                  <a:pt x="5377381" y="912671"/>
                </a:cubicBezTo>
                <a:cubicBezTo>
                  <a:pt x="5405093" y="912428"/>
                  <a:pt x="5432627" y="913077"/>
                  <a:pt x="5460148" y="911442"/>
                </a:cubicBezTo>
                <a:cubicBezTo>
                  <a:pt x="5522934" y="908669"/>
                  <a:pt x="5586937" y="899666"/>
                  <a:pt x="5648971" y="891331"/>
                </a:cubicBezTo>
                <a:cubicBezTo>
                  <a:pt x="5712974" y="882328"/>
                  <a:pt x="5779324" y="873155"/>
                  <a:pt x="5844807" y="870718"/>
                </a:cubicBezTo>
                <a:lnTo>
                  <a:pt x="5862975" y="869756"/>
                </a:lnTo>
                <a:cubicBezTo>
                  <a:pt x="5882405" y="869405"/>
                  <a:pt x="5902011" y="868171"/>
                  <a:pt x="5920887" y="865929"/>
                </a:cubicBezTo>
                <a:cubicBezTo>
                  <a:pt x="5782825" y="855356"/>
                  <a:pt x="5643867" y="846954"/>
                  <a:pt x="5504425" y="848067"/>
                </a:cubicBezTo>
                <a:close/>
                <a:moveTo>
                  <a:pt x="8924104" y="777000"/>
                </a:moveTo>
                <a:cubicBezTo>
                  <a:pt x="8923664" y="782606"/>
                  <a:pt x="8922673" y="787979"/>
                  <a:pt x="8921999" y="794136"/>
                </a:cubicBezTo>
                <a:cubicBezTo>
                  <a:pt x="8919582" y="810498"/>
                  <a:pt x="8917940" y="826538"/>
                  <a:pt x="8916066" y="843129"/>
                </a:cubicBezTo>
                <a:cubicBezTo>
                  <a:pt x="8910698" y="896870"/>
                  <a:pt x="8909926" y="951907"/>
                  <a:pt x="8909852" y="1005313"/>
                </a:cubicBezTo>
                <a:cubicBezTo>
                  <a:pt x="8907936" y="1206014"/>
                  <a:pt x="8906433" y="1413328"/>
                  <a:pt x="8936982" y="1614896"/>
                </a:cubicBezTo>
                <a:lnTo>
                  <a:pt x="8939706" y="1632791"/>
                </a:lnTo>
                <a:lnTo>
                  <a:pt x="8946691" y="1680170"/>
                </a:lnTo>
                <a:cubicBezTo>
                  <a:pt x="8947341" y="1669501"/>
                  <a:pt x="8947217" y="1659149"/>
                  <a:pt x="8947643" y="1649028"/>
                </a:cubicBezTo>
                <a:cubicBezTo>
                  <a:pt x="8950646" y="1394060"/>
                  <a:pt x="8954155" y="1130296"/>
                  <a:pt x="8931687" y="871628"/>
                </a:cubicBezTo>
                <a:lnTo>
                  <a:pt x="8929804" y="850229"/>
                </a:lnTo>
                <a:cubicBezTo>
                  <a:pt x="8927750" y="826182"/>
                  <a:pt x="8925696" y="802134"/>
                  <a:pt x="8924104" y="777000"/>
                </a:cubicBezTo>
                <a:close/>
                <a:moveTo>
                  <a:pt x="8951219" y="764662"/>
                </a:moveTo>
                <a:cubicBezTo>
                  <a:pt x="8952434" y="792211"/>
                  <a:pt x="8955277" y="820458"/>
                  <a:pt x="8957270" y="847698"/>
                </a:cubicBezTo>
                <a:lnTo>
                  <a:pt x="8959153" y="869097"/>
                </a:lnTo>
                <a:cubicBezTo>
                  <a:pt x="8981354" y="1119277"/>
                  <a:pt x="8978808" y="1373147"/>
                  <a:pt x="8976081" y="1619865"/>
                </a:cubicBezTo>
                <a:cubicBezTo>
                  <a:pt x="9043646" y="1335574"/>
                  <a:pt x="9035127" y="1045475"/>
                  <a:pt x="8951219" y="764662"/>
                </a:cubicBezTo>
                <a:close/>
                <a:moveTo>
                  <a:pt x="8898081" y="630137"/>
                </a:moveTo>
                <a:cubicBezTo>
                  <a:pt x="8735190" y="940376"/>
                  <a:pt x="8800852" y="1302315"/>
                  <a:pt x="8910095" y="1626691"/>
                </a:cubicBezTo>
                <a:lnTo>
                  <a:pt x="8908822" y="1619067"/>
                </a:lnTo>
                <a:cubicBezTo>
                  <a:pt x="8877873" y="1415398"/>
                  <a:pt x="8879292" y="1206762"/>
                  <a:pt x="8881669" y="1004967"/>
                </a:cubicBezTo>
                <a:cubicBezTo>
                  <a:pt x="8881975" y="951016"/>
                  <a:pt x="8882434" y="895204"/>
                  <a:pt x="8888265" y="840369"/>
                </a:cubicBezTo>
                <a:cubicBezTo>
                  <a:pt x="8890137" y="823783"/>
                  <a:pt x="8892011" y="807192"/>
                  <a:pt x="8894429" y="790831"/>
                </a:cubicBezTo>
                <a:cubicBezTo>
                  <a:pt x="8901122" y="737010"/>
                  <a:pt x="8907725" y="681866"/>
                  <a:pt x="8898081" y="630137"/>
                </a:cubicBezTo>
                <a:close/>
                <a:moveTo>
                  <a:pt x="11491396" y="623931"/>
                </a:moveTo>
                <a:cubicBezTo>
                  <a:pt x="11465686" y="637515"/>
                  <a:pt x="11440209" y="650546"/>
                  <a:pt x="11413329" y="662344"/>
                </a:cubicBezTo>
                <a:cubicBezTo>
                  <a:pt x="11268660" y="727282"/>
                  <a:pt x="11113102" y="758642"/>
                  <a:pt x="10966547" y="818916"/>
                </a:cubicBezTo>
                <a:cubicBezTo>
                  <a:pt x="10793574" y="889896"/>
                  <a:pt x="10652020" y="1008307"/>
                  <a:pt x="10498883" y="1111507"/>
                </a:cubicBezTo>
                <a:cubicBezTo>
                  <a:pt x="10559155" y="1098395"/>
                  <a:pt x="10616158" y="1067158"/>
                  <a:pt x="10671292" y="1035777"/>
                </a:cubicBezTo>
                <a:lnTo>
                  <a:pt x="10685894" y="1027151"/>
                </a:lnTo>
                <a:cubicBezTo>
                  <a:pt x="10821548" y="950027"/>
                  <a:pt x="10965272" y="882756"/>
                  <a:pt x="11104337" y="817377"/>
                </a:cubicBezTo>
                <a:cubicBezTo>
                  <a:pt x="11233375" y="757414"/>
                  <a:pt x="11364889" y="694633"/>
                  <a:pt x="11491396" y="623931"/>
                </a:cubicBezTo>
                <a:close/>
                <a:moveTo>
                  <a:pt x="10779304" y="584486"/>
                </a:moveTo>
                <a:cubicBezTo>
                  <a:pt x="10740583" y="648568"/>
                  <a:pt x="10699136" y="711502"/>
                  <a:pt x="10658378" y="772788"/>
                </a:cubicBezTo>
                <a:cubicBezTo>
                  <a:pt x="10594579" y="868744"/>
                  <a:pt x="10529620" y="967431"/>
                  <a:pt x="10475581" y="1070739"/>
                </a:cubicBezTo>
                <a:cubicBezTo>
                  <a:pt x="10578194" y="966751"/>
                  <a:pt x="10672522" y="819977"/>
                  <a:pt x="10735178" y="693281"/>
                </a:cubicBezTo>
                <a:close/>
                <a:moveTo>
                  <a:pt x="10132488" y="518596"/>
                </a:moveTo>
                <a:cubicBezTo>
                  <a:pt x="10047856" y="532980"/>
                  <a:pt x="9963302" y="548687"/>
                  <a:pt x="9879465" y="567273"/>
                </a:cubicBezTo>
                <a:cubicBezTo>
                  <a:pt x="9683016" y="611580"/>
                  <a:pt x="9523495" y="697916"/>
                  <a:pt x="9364243" y="809468"/>
                </a:cubicBezTo>
                <a:cubicBezTo>
                  <a:pt x="9364793" y="809701"/>
                  <a:pt x="9365336" y="809931"/>
                  <a:pt x="9366655" y="809848"/>
                </a:cubicBezTo>
                <a:cubicBezTo>
                  <a:pt x="9558665" y="728900"/>
                  <a:pt x="9742999" y="656935"/>
                  <a:pt x="9914233" y="596159"/>
                </a:cubicBezTo>
                <a:close/>
                <a:moveTo>
                  <a:pt x="10264524" y="501747"/>
                </a:moveTo>
                <a:lnTo>
                  <a:pt x="9922837" y="622979"/>
                </a:lnTo>
                <a:cubicBezTo>
                  <a:pt x="9763806" y="679263"/>
                  <a:pt x="9594234" y="745243"/>
                  <a:pt x="9416908" y="818889"/>
                </a:cubicBezTo>
                <a:cubicBezTo>
                  <a:pt x="9417689" y="818579"/>
                  <a:pt x="9417689" y="818579"/>
                  <a:pt x="9418234" y="818810"/>
                </a:cubicBezTo>
                <a:cubicBezTo>
                  <a:pt x="9717394" y="764555"/>
                  <a:pt x="10002904" y="633058"/>
                  <a:pt x="10264524" y="501747"/>
                </a:cubicBezTo>
                <a:close/>
                <a:moveTo>
                  <a:pt x="10802699" y="488163"/>
                </a:moveTo>
                <a:lnTo>
                  <a:pt x="10618739" y="734118"/>
                </a:lnTo>
                <a:lnTo>
                  <a:pt x="10604580" y="753877"/>
                </a:lnTo>
                <a:cubicBezTo>
                  <a:pt x="10575714" y="793161"/>
                  <a:pt x="10550336" y="828772"/>
                  <a:pt x="10529643" y="867004"/>
                </a:cubicBezTo>
                <a:cubicBezTo>
                  <a:pt x="10501301" y="918746"/>
                  <a:pt x="10479284" y="973805"/>
                  <a:pt x="10462194" y="1035452"/>
                </a:cubicBezTo>
                <a:cubicBezTo>
                  <a:pt x="10514547" y="939156"/>
                  <a:pt x="10575176" y="847655"/>
                  <a:pt x="10635117" y="757788"/>
                </a:cubicBezTo>
                <a:cubicBezTo>
                  <a:pt x="10692800" y="670189"/>
                  <a:pt x="10751735" y="581180"/>
                  <a:pt x="10802699" y="488163"/>
                </a:cubicBezTo>
                <a:close/>
                <a:moveTo>
                  <a:pt x="10359107" y="485136"/>
                </a:moveTo>
                <a:cubicBezTo>
                  <a:pt x="10100692" y="616512"/>
                  <a:pt x="9815681" y="755947"/>
                  <a:pt x="9515108" y="825701"/>
                </a:cubicBezTo>
                <a:cubicBezTo>
                  <a:pt x="9825509" y="831572"/>
                  <a:pt x="10104184" y="667562"/>
                  <a:pt x="10359107" y="485136"/>
                </a:cubicBezTo>
                <a:close/>
                <a:moveTo>
                  <a:pt x="11886089" y="483936"/>
                </a:moveTo>
                <a:cubicBezTo>
                  <a:pt x="11800033" y="547295"/>
                  <a:pt x="11710455" y="605296"/>
                  <a:pt x="11622890" y="661575"/>
                </a:cubicBezTo>
                <a:cubicBezTo>
                  <a:pt x="11437051" y="781189"/>
                  <a:pt x="11244843" y="905190"/>
                  <a:pt x="11038640" y="996875"/>
                </a:cubicBezTo>
                <a:cubicBezTo>
                  <a:pt x="10885656" y="1064725"/>
                  <a:pt x="10725662" y="1114166"/>
                  <a:pt x="10561310" y="1145020"/>
                </a:cubicBezTo>
                <a:cubicBezTo>
                  <a:pt x="10596460" y="1154752"/>
                  <a:pt x="10632933" y="1164394"/>
                  <a:pt x="10675127" y="1163586"/>
                </a:cubicBezTo>
                <a:cubicBezTo>
                  <a:pt x="10827145" y="1160350"/>
                  <a:pt x="10989398" y="1058435"/>
                  <a:pt x="11120351" y="990907"/>
                </a:cubicBezTo>
                <a:cubicBezTo>
                  <a:pt x="11302032" y="897860"/>
                  <a:pt x="11481110" y="797268"/>
                  <a:pt x="11648506" y="680145"/>
                </a:cubicBezTo>
                <a:cubicBezTo>
                  <a:pt x="11691733" y="649515"/>
                  <a:pt x="11821224" y="550475"/>
                  <a:pt x="11886089" y="483936"/>
                </a:cubicBezTo>
                <a:close/>
                <a:moveTo>
                  <a:pt x="3607114" y="467441"/>
                </a:moveTo>
                <a:cubicBezTo>
                  <a:pt x="3528124" y="599478"/>
                  <a:pt x="3410482" y="705343"/>
                  <a:pt x="3296242" y="807991"/>
                </a:cubicBezTo>
                <a:cubicBezTo>
                  <a:pt x="3255418" y="844446"/>
                  <a:pt x="3213877" y="882186"/>
                  <a:pt x="3174674" y="919759"/>
                </a:cubicBezTo>
                <a:cubicBezTo>
                  <a:pt x="3129209" y="963390"/>
                  <a:pt x="3085915" y="1010032"/>
                  <a:pt x="3042978" y="1054894"/>
                </a:cubicBezTo>
                <a:lnTo>
                  <a:pt x="2968914" y="1133756"/>
                </a:lnTo>
                <a:cubicBezTo>
                  <a:pt x="3001355" y="1109480"/>
                  <a:pt x="3045966" y="1074853"/>
                  <a:pt x="3103823" y="1026814"/>
                </a:cubicBezTo>
                <a:cubicBezTo>
                  <a:pt x="3260201" y="897449"/>
                  <a:pt x="3521192" y="681569"/>
                  <a:pt x="3607114" y="467441"/>
                </a:cubicBezTo>
                <a:close/>
                <a:moveTo>
                  <a:pt x="10784544" y="465669"/>
                </a:moveTo>
                <a:cubicBezTo>
                  <a:pt x="10662409" y="521478"/>
                  <a:pt x="10422179" y="894258"/>
                  <a:pt x="10426419" y="1062158"/>
                </a:cubicBezTo>
                <a:cubicBezTo>
                  <a:pt x="10438657" y="1011968"/>
                  <a:pt x="10453241" y="965354"/>
                  <a:pt x="10471732" y="921679"/>
                </a:cubicBezTo>
                <a:cubicBezTo>
                  <a:pt x="10481672" y="898200"/>
                  <a:pt x="10492705" y="875187"/>
                  <a:pt x="10504824" y="852631"/>
                </a:cubicBezTo>
                <a:cubicBezTo>
                  <a:pt x="10526215" y="812759"/>
                  <a:pt x="10552604" y="776291"/>
                  <a:pt x="10582237" y="736692"/>
                </a:cubicBezTo>
                <a:lnTo>
                  <a:pt x="10596401" y="716935"/>
                </a:lnTo>
                <a:cubicBezTo>
                  <a:pt x="10661482" y="628604"/>
                  <a:pt x="10720448" y="548625"/>
                  <a:pt x="10784544" y="465669"/>
                </a:cubicBezTo>
                <a:close/>
                <a:moveTo>
                  <a:pt x="11916494" y="422768"/>
                </a:moveTo>
                <a:cubicBezTo>
                  <a:pt x="11840345" y="436884"/>
                  <a:pt x="11770712" y="482734"/>
                  <a:pt x="11703185" y="528178"/>
                </a:cubicBezTo>
                <a:lnTo>
                  <a:pt x="11680755" y="543149"/>
                </a:lnTo>
                <a:cubicBezTo>
                  <a:pt x="11503085" y="661715"/>
                  <a:pt x="11307002" y="753816"/>
                  <a:pt x="11116818" y="842623"/>
                </a:cubicBezTo>
                <a:cubicBezTo>
                  <a:pt x="10977992" y="907459"/>
                  <a:pt x="10835051" y="974411"/>
                  <a:pt x="10700164" y="1051220"/>
                </a:cubicBezTo>
                <a:lnTo>
                  <a:pt x="10685570" y="1059849"/>
                </a:lnTo>
                <a:cubicBezTo>
                  <a:pt x="10652486" y="1078679"/>
                  <a:pt x="10619176" y="1098052"/>
                  <a:pt x="10584288" y="1113543"/>
                </a:cubicBezTo>
                <a:cubicBezTo>
                  <a:pt x="10736655" y="1082118"/>
                  <a:pt x="10884823" y="1034762"/>
                  <a:pt x="11026698" y="971858"/>
                </a:cubicBezTo>
                <a:cubicBezTo>
                  <a:pt x="11231114" y="881353"/>
                  <a:pt x="11422542" y="757667"/>
                  <a:pt x="11607604" y="638368"/>
                </a:cubicBezTo>
                <a:cubicBezTo>
                  <a:pt x="11712249" y="570645"/>
                  <a:pt x="11819449" y="501435"/>
                  <a:pt x="11919452" y="423380"/>
                </a:cubicBezTo>
                <a:cubicBezTo>
                  <a:pt x="11918363" y="422918"/>
                  <a:pt x="11917811" y="422686"/>
                  <a:pt x="11916494" y="422768"/>
                </a:cubicBezTo>
                <a:close/>
                <a:moveTo>
                  <a:pt x="8148168" y="416949"/>
                </a:moveTo>
                <a:cubicBezTo>
                  <a:pt x="8041447" y="489578"/>
                  <a:pt x="7951585" y="589312"/>
                  <a:pt x="7862052" y="694330"/>
                </a:cubicBezTo>
                <a:lnTo>
                  <a:pt x="7808002" y="759654"/>
                </a:lnTo>
                <a:close/>
                <a:moveTo>
                  <a:pt x="8295299" y="416143"/>
                </a:moveTo>
                <a:cubicBezTo>
                  <a:pt x="8303328" y="454953"/>
                  <a:pt x="8309263" y="494162"/>
                  <a:pt x="8309124" y="534021"/>
                </a:cubicBezTo>
                <a:cubicBezTo>
                  <a:pt x="8309177" y="581042"/>
                  <a:pt x="8301211" y="627240"/>
                  <a:pt x="8293154" y="672115"/>
                </a:cubicBezTo>
                <a:cubicBezTo>
                  <a:pt x="8287455" y="703824"/>
                  <a:pt x="8281839" y="736857"/>
                  <a:pt x="8279099" y="769176"/>
                </a:cubicBezTo>
                <a:cubicBezTo>
                  <a:pt x="8271208" y="866910"/>
                  <a:pt x="8290164" y="965070"/>
                  <a:pt x="8309186" y="1060039"/>
                </a:cubicBezTo>
                <a:cubicBezTo>
                  <a:pt x="8338258" y="1208834"/>
                  <a:pt x="8368983" y="1362838"/>
                  <a:pt x="8410512" y="1511108"/>
                </a:cubicBezTo>
                <a:cubicBezTo>
                  <a:pt x="8445511" y="1186645"/>
                  <a:pt x="8463496" y="815698"/>
                  <a:pt x="8351657" y="521768"/>
                </a:cubicBezTo>
                <a:cubicBezTo>
                  <a:pt x="8336376" y="481820"/>
                  <a:pt x="8314355" y="448679"/>
                  <a:pt x="8295299" y="416143"/>
                </a:cubicBezTo>
                <a:close/>
                <a:moveTo>
                  <a:pt x="8266483" y="414244"/>
                </a:moveTo>
                <a:cubicBezTo>
                  <a:pt x="8162811" y="736679"/>
                  <a:pt x="8223592" y="1050836"/>
                  <a:pt x="8343425" y="1357811"/>
                </a:cubicBezTo>
                <a:cubicBezTo>
                  <a:pt x="8320496" y="1259904"/>
                  <a:pt x="8300994" y="1161513"/>
                  <a:pt x="8282114" y="1064671"/>
                </a:cubicBezTo>
                <a:cubicBezTo>
                  <a:pt x="8263238" y="967838"/>
                  <a:pt x="8243336" y="867346"/>
                  <a:pt x="8251298" y="766414"/>
                </a:cubicBezTo>
                <a:cubicBezTo>
                  <a:pt x="8253954" y="732777"/>
                  <a:pt x="8259797" y="699198"/>
                  <a:pt x="8265729" y="666939"/>
                </a:cubicBezTo>
                <a:cubicBezTo>
                  <a:pt x="8273319" y="623158"/>
                  <a:pt x="8281376" y="578281"/>
                  <a:pt x="8281494" y="533909"/>
                </a:cubicBezTo>
                <a:cubicBezTo>
                  <a:pt x="8281080" y="493822"/>
                  <a:pt x="8274834" y="453832"/>
                  <a:pt x="8266483" y="414244"/>
                </a:cubicBezTo>
                <a:close/>
                <a:moveTo>
                  <a:pt x="8140802" y="388720"/>
                </a:moveTo>
                <a:cubicBezTo>
                  <a:pt x="8028462" y="422924"/>
                  <a:pt x="7941106" y="490876"/>
                  <a:pt x="7860379" y="596411"/>
                </a:cubicBezTo>
                <a:cubicBezTo>
                  <a:pt x="7812773" y="658663"/>
                  <a:pt x="7772566" y="720182"/>
                  <a:pt x="7737688" y="790400"/>
                </a:cubicBezTo>
                <a:cubicBezTo>
                  <a:pt x="7733439" y="798902"/>
                  <a:pt x="7729892" y="805767"/>
                  <a:pt x="7726885" y="812869"/>
                </a:cubicBezTo>
                <a:cubicBezTo>
                  <a:pt x="7764906" y="767160"/>
                  <a:pt x="7802380" y="721219"/>
                  <a:pt x="7840490" y="676832"/>
                </a:cubicBezTo>
                <a:cubicBezTo>
                  <a:pt x="7933738" y="567590"/>
                  <a:pt x="8028101" y="463327"/>
                  <a:pt x="8140802" y="388720"/>
                </a:cubicBezTo>
                <a:close/>
                <a:moveTo>
                  <a:pt x="3744487" y="383136"/>
                </a:moveTo>
                <a:cubicBezTo>
                  <a:pt x="3789590" y="603780"/>
                  <a:pt x="3850997" y="811848"/>
                  <a:pt x="3970213" y="995559"/>
                </a:cubicBezTo>
                <a:cubicBezTo>
                  <a:pt x="3927384" y="796159"/>
                  <a:pt x="3865366" y="574806"/>
                  <a:pt x="3744487" y="383136"/>
                </a:cubicBezTo>
                <a:close/>
                <a:moveTo>
                  <a:pt x="3624562" y="367041"/>
                </a:moveTo>
                <a:cubicBezTo>
                  <a:pt x="3578160" y="403736"/>
                  <a:pt x="3532667" y="442805"/>
                  <a:pt x="3489712" y="485386"/>
                </a:cubicBezTo>
                <a:cubicBezTo>
                  <a:pt x="3380716" y="591858"/>
                  <a:pt x="3284219" y="714458"/>
                  <a:pt x="3182994" y="828265"/>
                </a:cubicBezTo>
                <a:cubicBezTo>
                  <a:pt x="3100902" y="919812"/>
                  <a:pt x="2899469" y="1135252"/>
                  <a:pt x="2892114" y="1172635"/>
                </a:cubicBezTo>
                <a:lnTo>
                  <a:pt x="3021459" y="1035385"/>
                </a:lnTo>
                <a:cubicBezTo>
                  <a:pt x="3064036" y="990026"/>
                  <a:pt x="3108229" y="943501"/>
                  <a:pt x="3153873" y="898971"/>
                </a:cubicBezTo>
                <a:cubicBezTo>
                  <a:pt x="3193783" y="860125"/>
                  <a:pt x="3235680" y="822883"/>
                  <a:pt x="3276511" y="786423"/>
                </a:cubicBezTo>
                <a:cubicBezTo>
                  <a:pt x="3390214" y="684175"/>
                  <a:pt x="3507852" y="578306"/>
                  <a:pt x="3584154" y="448218"/>
                </a:cubicBezTo>
                <a:cubicBezTo>
                  <a:pt x="3599491" y="421848"/>
                  <a:pt x="3612660" y="394752"/>
                  <a:pt x="3624562" y="367041"/>
                </a:cubicBezTo>
                <a:close/>
                <a:moveTo>
                  <a:pt x="3766672" y="359429"/>
                </a:moveTo>
                <a:cubicBezTo>
                  <a:pt x="3888797" y="549425"/>
                  <a:pt x="3952247" y="768223"/>
                  <a:pt x="3996338" y="968237"/>
                </a:cubicBezTo>
                <a:cubicBezTo>
                  <a:pt x="3973140" y="739339"/>
                  <a:pt x="3922473" y="455576"/>
                  <a:pt x="3766672" y="359429"/>
                </a:cubicBezTo>
                <a:close/>
                <a:moveTo>
                  <a:pt x="5805386" y="239240"/>
                </a:moveTo>
                <a:cubicBezTo>
                  <a:pt x="5783116" y="246988"/>
                  <a:pt x="5760847" y="254734"/>
                  <a:pt x="5736947" y="261367"/>
                </a:cubicBezTo>
                <a:cubicBezTo>
                  <a:pt x="5638133" y="287976"/>
                  <a:pt x="5538513" y="299897"/>
                  <a:pt x="5427012" y="311272"/>
                </a:cubicBezTo>
                <a:cubicBezTo>
                  <a:pt x="5345554" y="319953"/>
                  <a:pt x="5243942" y="330268"/>
                  <a:pt x="5147818" y="322112"/>
                </a:cubicBezTo>
                <a:cubicBezTo>
                  <a:pt x="5118835" y="319462"/>
                  <a:pt x="5090027" y="315925"/>
                  <a:pt x="5060854" y="311882"/>
                </a:cubicBezTo>
                <a:cubicBezTo>
                  <a:pt x="5021780" y="306636"/>
                  <a:pt x="4983964" y="301993"/>
                  <a:pt x="4945989" y="300516"/>
                </a:cubicBezTo>
                <a:cubicBezTo>
                  <a:pt x="5093776" y="343728"/>
                  <a:pt x="5255799" y="359063"/>
                  <a:pt x="5410479" y="348434"/>
                </a:cubicBezTo>
                <a:cubicBezTo>
                  <a:pt x="5535307" y="339607"/>
                  <a:pt x="5683741" y="304513"/>
                  <a:pt x="5805386" y="239240"/>
                </a:cubicBezTo>
                <a:close/>
                <a:moveTo>
                  <a:pt x="5905192" y="163079"/>
                </a:moveTo>
                <a:cubicBezTo>
                  <a:pt x="5892074" y="166484"/>
                  <a:pt x="5879136" y="168997"/>
                  <a:pt x="5865655" y="171901"/>
                </a:cubicBezTo>
                <a:cubicBezTo>
                  <a:pt x="5671371" y="212758"/>
                  <a:pt x="5464843" y="252569"/>
                  <a:pt x="5259740" y="257013"/>
                </a:cubicBezTo>
                <a:cubicBezTo>
                  <a:pt x="5242649" y="257191"/>
                  <a:pt x="5225558" y="257369"/>
                  <a:pt x="5208466" y="257550"/>
                </a:cubicBezTo>
                <a:cubicBezTo>
                  <a:pt x="5132177" y="258666"/>
                  <a:pt x="5054091" y="259560"/>
                  <a:pt x="4980204" y="271903"/>
                </a:cubicBezTo>
                <a:cubicBezTo>
                  <a:pt x="5009725" y="274165"/>
                  <a:pt x="5038894" y="278201"/>
                  <a:pt x="5068068" y="282244"/>
                </a:cubicBezTo>
                <a:cubicBezTo>
                  <a:pt x="5096338" y="286164"/>
                  <a:pt x="5124608" y="290090"/>
                  <a:pt x="5153231" y="292240"/>
                </a:cubicBezTo>
                <a:cubicBezTo>
                  <a:pt x="5246661" y="300067"/>
                  <a:pt x="5346469" y="289533"/>
                  <a:pt x="5426491" y="281128"/>
                </a:cubicBezTo>
                <a:cubicBezTo>
                  <a:pt x="5536189" y="269536"/>
                  <a:pt x="5634727" y="258390"/>
                  <a:pt x="5731212" y="231951"/>
                </a:cubicBezTo>
                <a:cubicBezTo>
                  <a:pt x="5794995" y="214721"/>
                  <a:pt x="5853525" y="191373"/>
                  <a:pt x="5905192" y="163079"/>
                </a:cubicBezTo>
                <a:close/>
                <a:moveTo>
                  <a:pt x="5944437" y="113829"/>
                </a:moveTo>
                <a:cubicBezTo>
                  <a:pt x="5917256" y="119186"/>
                  <a:pt x="5863594" y="140199"/>
                  <a:pt x="5825032" y="146405"/>
                </a:cubicBezTo>
                <a:cubicBezTo>
                  <a:pt x="5539893" y="189777"/>
                  <a:pt x="5237140" y="170377"/>
                  <a:pt x="4955599" y="247008"/>
                </a:cubicBezTo>
                <a:cubicBezTo>
                  <a:pt x="5038637" y="230314"/>
                  <a:pt x="5125543" y="229138"/>
                  <a:pt x="5210104" y="228123"/>
                </a:cubicBezTo>
                <a:cubicBezTo>
                  <a:pt x="5227195" y="227945"/>
                  <a:pt x="5244285" y="227765"/>
                  <a:pt x="5261015" y="227087"/>
                </a:cubicBezTo>
                <a:cubicBezTo>
                  <a:pt x="5463242" y="223204"/>
                  <a:pt x="5667966" y="183171"/>
                  <a:pt x="5861181" y="143093"/>
                </a:cubicBezTo>
                <a:cubicBezTo>
                  <a:pt x="5895331" y="135893"/>
                  <a:pt x="5928215" y="128080"/>
                  <a:pt x="5961252" y="114820"/>
                </a:cubicBezTo>
                <a:cubicBezTo>
                  <a:pt x="5959615" y="111998"/>
                  <a:pt x="5953497" y="112044"/>
                  <a:pt x="5944437" y="113829"/>
                </a:cubicBezTo>
                <a:close/>
                <a:moveTo>
                  <a:pt x="9095810" y="0"/>
                </a:moveTo>
                <a:lnTo>
                  <a:pt x="9215999" y="0"/>
                </a:lnTo>
                <a:lnTo>
                  <a:pt x="9250991" y="17650"/>
                </a:lnTo>
                <a:cubicBezTo>
                  <a:pt x="9345825" y="54329"/>
                  <a:pt x="9448424" y="64330"/>
                  <a:pt x="9551793" y="69947"/>
                </a:cubicBezTo>
                <a:cubicBezTo>
                  <a:pt x="9773323" y="81971"/>
                  <a:pt x="9993517" y="56091"/>
                  <a:pt x="10211701" y="15192"/>
                </a:cubicBezTo>
                <a:cubicBezTo>
                  <a:pt x="10030564" y="37013"/>
                  <a:pt x="9847820" y="45912"/>
                  <a:pt x="9665014" y="41266"/>
                </a:cubicBezTo>
                <a:cubicBezTo>
                  <a:pt x="9560295" y="38460"/>
                  <a:pt x="9467175" y="31066"/>
                  <a:pt x="9382567" y="18583"/>
                </a:cubicBezTo>
                <a:lnTo>
                  <a:pt x="9283159" y="0"/>
                </a:lnTo>
                <a:lnTo>
                  <a:pt x="9469266" y="0"/>
                </a:lnTo>
                <a:lnTo>
                  <a:pt x="9504117" y="4274"/>
                </a:lnTo>
                <a:cubicBezTo>
                  <a:pt x="9555272" y="8689"/>
                  <a:pt x="9609472" y="11637"/>
                  <a:pt x="9667223" y="13232"/>
                </a:cubicBezTo>
                <a:cubicBezTo>
                  <a:pt x="9740740" y="15225"/>
                  <a:pt x="9814266" y="15008"/>
                  <a:pt x="9887703" y="12601"/>
                </a:cubicBezTo>
                <a:lnTo>
                  <a:pt x="10088930" y="0"/>
                </a:lnTo>
                <a:lnTo>
                  <a:pt x="10544171" y="0"/>
                </a:lnTo>
                <a:lnTo>
                  <a:pt x="10392396" y="36772"/>
                </a:lnTo>
                <a:cubicBezTo>
                  <a:pt x="10070832" y="110795"/>
                  <a:pt x="9739873" y="167441"/>
                  <a:pt x="9413803" y="131277"/>
                </a:cubicBezTo>
                <a:cubicBezTo>
                  <a:pt x="9315472" y="120226"/>
                  <a:pt x="9243539" y="84460"/>
                  <a:pt x="9174626" y="44983"/>
                </a:cubicBezTo>
                <a:close/>
                <a:moveTo>
                  <a:pt x="8474998" y="0"/>
                </a:moveTo>
                <a:lnTo>
                  <a:pt x="8573502" y="0"/>
                </a:lnTo>
                <a:lnTo>
                  <a:pt x="8659539" y="117664"/>
                </a:lnTo>
                <a:cubicBezTo>
                  <a:pt x="8833725" y="341427"/>
                  <a:pt x="9029703" y="551148"/>
                  <a:pt x="9248507" y="743734"/>
                </a:cubicBezTo>
                <a:cubicBezTo>
                  <a:pt x="9268744" y="761313"/>
                  <a:pt x="9289217" y="778348"/>
                  <a:pt x="9309457" y="795932"/>
                </a:cubicBezTo>
                <a:cubicBezTo>
                  <a:pt x="9458210" y="686371"/>
                  <a:pt x="9607233" y="585288"/>
                  <a:pt x="9785496" y="530713"/>
                </a:cubicBezTo>
                <a:cubicBezTo>
                  <a:pt x="10009630" y="462073"/>
                  <a:pt x="10250992" y="434854"/>
                  <a:pt x="10482828" y="399738"/>
                </a:cubicBezTo>
                <a:cubicBezTo>
                  <a:pt x="10519933" y="394202"/>
                  <a:pt x="10478550" y="453937"/>
                  <a:pt x="10468382" y="461219"/>
                </a:cubicBezTo>
                <a:cubicBezTo>
                  <a:pt x="10161572" y="688641"/>
                  <a:pt x="9818370" y="924476"/>
                  <a:pt x="9430790" y="895589"/>
                </a:cubicBezTo>
                <a:cubicBezTo>
                  <a:pt x="9617112" y="1044003"/>
                  <a:pt x="9813963" y="1178199"/>
                  <a:pt x="10019780" y="1298815"/>
                </a:cubicBezTo>
                <a:cubicBezTo>
                  <a:pt x="10142151" y="1263712"/>
                  <a:pt x="10256792" y="1186061"/>
                  <a:pt x="10372218" y="1146081"/>
                </a:cubicBezTo>
                <a:cubicBezTo>
                  <a:pt x="10279439" y="901425"/>
                  <a:pt x="10751513" y="443317"/>
                  <a:pt x="10896429" y="310883"/>
                </a:cubicBezTo>
                <a:cubicBezTo>
                  <a:pt x="10907980" y="300321"/>
                  <a:pt x="10927341" y="295643"/>
                  <a:pt x="10919735" y="318176"/>
                </a:cubicBezTo>
                <a:cubicBezTo>
                  <a:pt x="10845552" y="531416"/>
                  <a:pt x="10769057" y="750112"/>
                  <a:pt x="10637064" y="935661"/>
                </a:cubicBezTo>
                <a:cubicBezTo>
                  <a:pt x="10618262" y="961821"/>
                  <a:pt x="10471373" y="1105010"/>
                  <a:pt x="10516995" y="1070245"/>
                </a:cubicBezTo>
                <a:cubicBezTo>
                  <a:pt x="10630585" y="984423"/>
                  <a:pt x="10740230" y="886628"/>
                  <a:pt x="10868835" y="815534"/>
                </a:cubicBezTo>
                <a:cubicBezTo>
                  <a:pt x="11133493" y="669415"/>
                  <a:pt x="11435682" y="612577"/>
                  <a:pt x="11704547" y="465665"/>
                </a:cubicBezTo>
                <a:cubicBezTo>
                  <a:pt x="11748194" y="441649"/>
                  <a:pt x="11962368" y="287033"/>
                  <a:pt x="12033562" y="350012"/>
                </a:cubicBezTo>
                <a:cubicBezTo>
                  <a:pt x="12042008" y="357446"/>
                  <a:pt x="12029170" y="377121"/>
                  <a:pt x="12025537" y="382666"/>
                </a:cubicBezTo>
                <a:cubicBezTo>
                  <a:pt x="11835636" y="694348"/>
                  <a:pt x="11402055" y="895784"/>
                  <a:pt x="11088649" y="1056676"/>
                </a:cubicBezTo>
                <a:cubicBezTo>
                  <a:pt x="10916755" y="1144851"/>
                  <a:pt x="10757473" y="1230645"/>
                  <a:pt x="10561600" y="1229477"/>
                </a:cubicBezTo>
                <a:cubicBezTo>
                  <a:pt x="10456897" y="1228927"/>
                  <a:pt x="10388434" y="1221837"/>
                  <a:pt x="10280797" y="1263181"/>
                </a:cubicBezTo>
                <a:cubicBezTo>
                  <a:pt x="10214114" y="1288380"/>
                  <a:pt x="10149765" y="1312641"/>
                  <a:pt x="10083376" y="1334114"/>
                </a:cubicBezTo>
                <a:cubicBezTo>
                  <a:pt x="10323674" y="1470609"/>
                  <a:pt x="10574467" y="1588379"/>
                  <a:pt x="10832582" y="1687356"/>
                </a:cubicBezTo>
                <a:cubicBezTo>
                  <a:pt x="10835145" y="1685866"/>
                  <a:pt x="10837160" y="1684144"/>
                  <a:pt x="10839263" y="1683743"/>
                </a:cubicBezTo>
                <a:cubicBezTo>
                  <a:pt x="11026680" y="1639479"/>
                  <a:pt x="11198523" y="1559010"/>
                  <a:pt x="11350910" y="1443899"/>
                </a:cubicBezTo>
                <a:cubicBezTo>
                  <a:pt x="11353302" y="1439761"/>
                  <a:pt x="11356166" y="1434532"/>
                  <a:pt x="11360346" y="1429225"/>
                </a:cubicBezTo>
                <a:cubicBezTo>
                  <a:pt x="11568454" y="1154547"/>
                  <a:pt x="11893126" y="995756"/>
                  <a:pt x="12167580" y="789523"/>
                </a:cubicBezTo>
                <a:lnTo>
                  <a:pt x="12192000" y="769876"/>
                </a:lnTo>
                <a:lnTo>
                  <a:pt x="12192000" y="802845"/>
                </a:lnTo>
                <a:lnTo>
                  <a:pt x="12173558" y="821317"/>
                </a:lnTo>
                <a:cubicBezTo>
                  <a:pt x="12156328" y="839775"/>
                  <a:pt x="12135859" y="862655"/>
                  <a:pt x="12117398" y="877374"/>
                </a:cubicBezTo>
                <a:cubicBezTo>
                  <a:pt x="11911342" y="1038644"/>
                  <a:pt x="11659100" y="1158472"/>
                  <a:pt x="11472926" y="1344259"/>
                </a:cubicBezTo>
                <a:cubicBezTo>
                  <a:pt x="11530856" y="1294104"/>
                  <a:pt x="11599815" y="1254410"/>
                  <a:pt x="11666978" y="1215889"/>
                </a:cubicBezTo>
                <a:cubicBezTo>
                  <a:pt x="11680568" y="1208123"/>
                  <a:pt x="11694155" y="1200357"/>
                  <a:pt x="11707200" y="1192361"/>
                </a:cubicBezTo>
                <a:cubicBezTo>
                  <a:pt x="11867081" y="1099094"/>
                  <a:pt x="12010478" y="976320"/>
                  <a:pt x="12144637" y="858646"/>
                </a:cubicBezTo>
                <a:lnTo>
                  <a:pt x="12192000" y="810414"/>
                </a:lnTo>
                <a:lnTo>
                  <a:pt x="12192000" y="916439"/>
                </a:lnTo>
                <a:lnTo>
                  <a:pt x="12150630" y="982925"/>
                </a:lnTo>
                <a:cubicBezTo>
                  <a:pt x="11972246" y="1237618"/>
                  <a:pt x="11719654" y="1416530"/>
                  <a:pt x="11389484" y="1469889"/>
                </a:cubicBezTo>
                <a:cubicBezTo>
                  <a:pt x="11249700" y="1582602"/>
                  <a:pt x="11093517" y="1667134"/>
                  <a:pt x="10923736" y="1721439"/>
                </a:cubicBezTo>
                <a:cubicBezTo>
                  <a:pt x="10979487" y="1741826"/>
                  <a:pt x="11035469" y="1761662"/>
                  <a:pt x="11091913" y="1780406"/>
                </a:cubicBezTo>
                <a:cubicBezTo>
                  <a:pt x="11318237" y="1855623"/>
                  <a:pt x="11544464" y="1908264"/>
                  <a:pt x="11771238" y="1944400"/>
                </a:cubicBezTo>
                <a:cubicBezTo>
                  <a:pt x="11775181" y="1939634"/>
                  <a:pt x="11778904" y="1935410"/>
                  <a:pt x="11783166" y="1931422"/>
                </a:cubicBezTo>
                <a:cubicBezTo>
                  <a:pt x="11885723" y="1797152"/>
                  <a:pt x="11990570" y="1669642"/>
                  <a:pt x="12131988" y="1574357"/>
                </a:cubicBezTo>
                <a:lnTo>
                  <a:pt x="12192000" y="1537429"/>
                </a:lnTo>
                <a:lnTo>
                  <a:pt x="12192000" y="1589108"/>
                </a:lnTo>
                <a:lnTo>
                  <a:pt x="12112105" y="1640352"/>
                </a:lnTo>
                <a:cubicBezTo>
                  <a:pt x="12011319" y="1713959"/>
                  <a:pt x="11928638" y="1801479"/>
                  <a:pt x="11849203" y="1900149"/>
                </a:cubicBezTo>
                <a:cubicBezTo>
                  <a:pt x="11883038" y="1876488"/>
                  <a:pt x="11915071" y="1849494"/>
                  <a:pt x="11946326" y="1822808"/>
                </a:cubicBezTo>
                <a:cubicBezTo>
                  <a:pt x="11980834" y="1792997"/>
                  <a:pt x="12017130" y="1762011"/>
                  <a:pt x="12055863" y="1735914"/>
                </a:cubicBezTo>
                <a:cubicBezTo>
                  <a:pt x="12086678" y="1714840"/>
                  <a:pt x="12119524" y="1696556"/>
                  <a:pt x="12150816" y="1678902"/>
                </a:cubicBezTo>
                <a:lnTo>
                  <a:pt x="12192000" y="1655121"/>
                </a:lnTo>
                <a:lnTo>
                  <a:pt x="12192000" y="1686869"/>
                </a:lnTo>
                <a:lnTo>
                  <a:pt x="12163772" y="1703058"/>
                </a:lnTo>
                <a:cubicBezTo>
                  <a:pt x="12132704" y="1720165"/>
                  <a:pt x="12100405" y="1738677"/>
                  <a:pt x="12070597" y="1758893"/>
                </a:cubicBezTo>
                <a:cubicBezTo>
                  <a:pt x="12033422" y="1784357"/>
                  <a:pt x="11997904" y="1815035"/>
                  <a:pt x="11963621" y="1844299"/>
                </a:cubicBezTo>
                <a:cubicBezTo>
                  <a:pt x="11938421" y="1865816"/>
                  <a:pt x="11913214" y="1887338"/>
                  <a:pt x="11886604" y="1907617"/>
                </a:cubicBezTo>
                <a:cubicBezTo>
                  <a:pt x="11977116" y="1884856"/>
                  <a:pt x="12067233" y="1841647"/>
                  <a:pt x="12153575" y="1786372"/>
                </a:cubicBezTo>
                <a:lnTo>
                  <a:pt x="12192000" y="1759693"/>
                </a:lnTo>
                <a:lnTo>
                  <a:pt x="12192000" y="1809459"/>
                </a:lnTo>
                <a:lnTo>
                  <a:pt x="12121362" y="1857561"/>
                </a:lnTo>
                <a:cubicBezTo>
                  <a:pt x="12048187" y="1902591"/>
                  <a:pt x="11972544" y="1939172"/>
                  <a:pt x="11895949" y="1963079"/>
                </a:cubicBezTo>
                <a:lnTo>
                  <a:pt x="12192000" y="1990579"/>
                </a:lnTo>
                <a:lnTo>
                  <a:pt x="12192000" y="2065582"/>
                </a:lnTo>
                <a:lnTo>
                  <a:pt x="12153918" y="2063926"/>
                </a:lnTo>
                <a:lnTo>
                  <a:pt x="12192000" y="2085104"/>
                </a:lnTo>
                <a:lnTo>
                  <a:pt x="12192000" y="2178471"/>
                </a:lnTo>
                <a:lnTo>
                  <a:pt x="12085355" y="2122457"/>
                </a:lnTo>
                <a:lnTo>
                  <a:pt x="12192000" y="2196158"/>
                </a:lnTo>
                <a:lnTo>
                  <a:pt x="12192000" y="2230374"/>
                </a:lnTo>
                <a:lnTo>
                  <a:pt x="12041237" y="2126309"/>
                </a:lnTo>
                <a:cubicBezTo>
                  <a:pt x="12076493" y="2177612"/>
                  <a:pt x="12124001" y="2222030"/>
                  <a:pt x="12174450" y="2262541"/>
                </a:cubicBezTo>
                <a:lnTo>
                  <a:pt x="12192000" y="2275857"/>
                </a:lnTo>
                <a:lnTo>
                  <a:pt x="12192000" y="2377131"/>
                </a:lnTo>
                <a:lnTo>
                  <a:pt x="12155801" y="2349925"/>
                </a:lnTo>
                <a:cubicBezTo>
                  <a:pt x="12047062" y="2264619"/>
                  <a:pt x="11950704" y="2181979"/>
                  <a:pt x="11930164" y="2041945"/>
                </a:cubicBezTo>
                <a:cubicBezTo>
                  <a:pt x="11807338" y="2027929"/>
                  <a:pt x="11684723" y="2008847"/>
                  <a:pt x="11561767" y="1984479"/>
                </a:cubicBezTo>
                <a:cubicBezTo>
                  <a:pt x="11829168" y="2318516"/>
                  <a:pt x="11916257" y="2737804"/>
                  <a:pt x="11987997" y="3153822"/>
                </a:cubicBezTo>
                <a:cubicBezTo>
                  <a:pt x="11991834" y="3176690"/>
                  <a:pt x="11945766" y="3233800"/>
                  <a:pt x="11926558" y="3203134"/>
                </a:cubicBezTo>
                <a:cubicBezTo>
                  <a:pt x="11688637" y="2826855"/>
                  <a:pt x="11343207" y="2452063"/>
                  <a:pt x="11440430" y="1973028"/>
                </a:cubicBezTo>
                <a:cubicBezTo>
                  <a:pt x="11441503" y="1968973"/>
                  <a:pt x="11443583" y="1964061"/>
                  <a:pt x="11446754" y="1959605"/>
                </a:cubicBezTo>
                <a:cubicBezTo>
                  <a:pt x="11314670" y="1929437"/>
                  <a:pt x="11182797" y="1894208"/>
                  <a:pt x="11050651" y="1850495"/>
                </a:cubicBezTo>
                <a:cubicBezTo>
                  <a:pt x="10825423" y="1775743"/>
                  <a:pt x="10604642" y="1687421"/>
                  <a:pt x="10389960" y="1586232"/>
                </a:cubicBezTo>
                <a:cubicBezTo>
                  <a:pt x="10423849" y="1697796"/>
                  <a:pt x="10481699" y="1805979"/>
                  <a:pt x="10500699" y="1913175"/>
                </a:cubicBezTo>
                <a:cubicBezTo>
                  <a:pt x="10502971" y="1915419"/>
                  <a:pt x="10505550" y="1918445"/>
                  <a:pt x="10507814" y="1920694"/>
                </a:cubicBezTo>
                <a:cubicBezTo>
                  <a:pt x="10511536" y="1916469"/>
                  <a:pt x="10515800" y="1912482"/>
                  <a:pt x="10518908" y="1911226"/>
                </a:cubicBezTo>
                <a:cubicBezTo>
                  <a:pt x="10803133" y="1788841"/>
                  <a:pt x="11118572" y="2264893"/>
                  <a:pt x="11258935" y="2442781"/>
                </a:cubicBezTo>
                <a:cubicBezTo>
                  <a:pt x="11271929" y="2459223"/>
                  <a:pt x="11230610" y="2515770"/>
                  <a:pt x="11211663" y="2510325"/>
                </a:cubicBezTo>
                <a:cubicBezTo>
                  <a:pt x="10952813" y="2437432"/>
                  <a:pt x="10754880" y="2286035"/>
                  <a:pt x="10571295" y="2105302"/>
                </a:cubicBezTo>
                <a:cubicBezTo>
                  <a:pt x="10593939" y="2333141"/>
                  <a:pt x="10477445" y="2625036"/>
                  <a:pt x="10435737" y="2805672"/>
                </a:cubicBezTo>
                <a:cubicBezTo>
                  <a:pt x="10398299" y="2965580"/>
                  <a:pt x="10359478" y="3078554"/>
                  <a:pt x="10206831" y="3151701"/>
                </a:cubicBezTo>
                <a:cubicBezTo>
                  <a:pt x="10193935" y="3157832"/>
                  <a:pt x="10194572" y="3142650"/>
                  <a:pt x="10196482" y="3135084"/>
                </a:cubicBezTo>
                <a:cubicBezTo>
                  <a:pt x="10274073" y="2811909"/>
                  <a:pt x="10304290" y="2478979"/>
                  <a:pt x="10381882" y="2155807"/>
                </a:cubicBezTo>
                <a:cubicBezTo>
                  <a:pt x="10395105" y="2100241"/>
                  <a:pt x="10437104" y="2020803"/>
                  <a:pt x="10439260" y="1962486"/>
                </a:cubicBezTo>
                <a:cubicBezTo>
                  <a:pt x="10439491" y="1961942"/>
                  <a:pt x="10439175" y="1961166"/>
                  <a:pt x="10439409" y="1960615"/>
                </a:cubicBezTo>
                <a:cubicBezTo>
                  <a:pt x="10439475" y="1957427"/>
                  <a:pt x="10440085" y="1954468"/>
                  <a:pt x="10439915" y="1951821"/>
                </a:cubicBezTo>
                <a:cubicBezTo>
                  <a:pt x="10433959" y="1836632"/>
                  <a:pt x="10332627" y="1683636"/>
                  <a:pt x="10314241" y="1556749"/>
                </a:cubicBezTo>
                <a:cubicBezTo>
                  <a:pt x="10313847" y="1554649"/>
                  <a:pt x="10314451" y="1551688"/>
                  <a:pt x="10315061" y="1548729"/>
                </a:cubicBezTo>
                <a:cubicBezTo>
                  <a:pt x="10038413" y="1412938"/>
                  <a:pt x="9774128" y="1254043"/>
                  <a:pt x="9526158" y="1071804"/>
                </a:cubicBezTo>
                <a:cubicBezTo>
                  <a:pt x="9586547" y="1245450"/>
                  <a:pt x="9699054" y="1407035"/>
                  <a:pt x="9758689" y="1585512"/>
                </a:cubicBezTo>
                <a:cubicBezTo>
                  <a:pt x="9851296" y="1860991"/>
                  <a:pt x="9909066" y="2144264"/>
                  <a:pt x="9941392" y="2432858"/>
                </a:cubicBezTo>
                <a:cubicBezTo>
                  <a:pt x="9942776" y="2446319"/>
                  <a:pt x="9898852" y="2512059"/>
                  <a:pt x="9887724" y="2495762"/>
                </a:cubicBezTo>
                <a:cubicBezTo>
                  <a:pt x="9758830" y="2305989"/>
                  <a:pt x="9675953" y="2083557"/>
                  <a:pt x="9587446" y="1872898"/>
                </a:cubicBezTo>
                <a:cubicBezTo>
                  <a:pt x="9504836" y="1675682"/>
                  <a:pt x="9450239" y="1492905"/>
                  <a:pt x="9462810" y="1288346"/>
                </a:cubicBezTo>
                <a:cubicBezTo>
                  <a:pt x="9416080" y="1372857"/>
                  <a:pt x="9368030" y="1457457"/>
                  <a:pt x="9318575" y="1540820"/>
                </a:cubicBezTo>
                <a:cubicBezTo>
                  <a:pt x="9284037" y="1599587"/>
                  <a:pt x="9257140" y="1661598"/>
                  <a:pt x="9191090" y="1688355"/>
                </a:cubicBezTo>
                <a:cubicBezTo>
                  <a:pt x="9186426" y="1690241"/>
                  <a:pt x="9179411" y="1688563"/>
                  <a:pt x="9177757" y="1683354"/>
                </a:cubicBezTo>
                <a:cubicBezTo>
                  <a:pt x="9143528" y="1583238"/>
                  <a:pt x="9220115" y="1420588"/>
                  <a:pt x="9274865" y="1336896"/>
                </a:cubicBezTo>
                <a:cubicBezTo>
                  <a:pt x="9324504" y="1260695"/>
                  <a:pt x="9393212" y="1200294"/>
                  <a:pt x="9478649" y="1173376"/>
                </a:cubicBezTo>
                <a:cubicBezTo>
                  <a:pt x="9479343" y="1171736"/>
                  <a:pt x="9480811" y="1169782"/>
                  <a:pt x="9482281" y="1167830"/>
                </a:cubicBezTo>
                <a:cubicBezTo>
                  <a:pt x="9463542" y="1119335"/>
                  <a:pt x="9448141" y="1069035"/>
                  <a:pt x="9438637" y="1015438"/>
                </a:cubicBezTo>
                <a:cubicBezTo>
                  <a:pt x="9438473" y="1012795"/>
                  <a:pt x="9438847" y="1010377"/>
                  <a:pt x="9439458" y="1007420"/>
                </a:cubicBezTo>
                <a:cubicBezTo>
                  <a:pt x="9356819" y="944106"/>
                  <a:pt x="9275563" y="877509"/>
                  <a:pt x="9197105" y="808882"/>
                </a:cubicBezTo>
                <a:cubicBezTo>
                  <a:pt x="9119732" y="740719"/>
                  <a:pt x="9045390" y="669969"/>
                  <a:pt x="8973607" y="597733"/>
                </a:cubicBezTo>
                <a:cubicBezTo>
                  <a:pt x="9117865" y="988437"/>
                  <a:pt x="9115639" y="1402749"/>
                  <a:pt x="8967512" y="1795211"/>
                </a:cubicBezTo>
                <a:cubicBezTo>
                  <a:pt x="8964595" y="1803635"/>
                  <a:pt x="8922055" y="1866099"/>
                  <a:pt x="8912526" y="1841464"/>
                </a:cubicBezTo>
                <a:cubicBezTo>
                  <a:pt x="8756044" y="1433999"/>
                  <a:pt x="8647107" y="967467"/>
                  <a:pt x="8893391" y="572788"/>
                </a:cubicBezTo>
                <a:cubicBezTo>
                  <a:pt x="8896018" y="568101"/>
                  <a:pt x="8899507" y="564428"/>
                  <a:pt x="8902990" y="560750"/>
                </a:cubicBezTo>
                <a:cubicBezTo>
                  <a:pt x="8907633" y="554349"/>
                  <a:pt x="8913596" y="547863"/>
                  <a:pt x="8919102" y="542471"/>
                </a:cubicBezTo>
                <a:cubicBezTo>
                  <a:pt x="8828814" y="448553"/>
                  <a:pt x="8743025" y="351231"/>
                  <a:pt x="8661728" y="250903"/>
                </a:cubicBezTo>
                <a:close/>
                <a:moveTo>
                  <a:pt x="8357758" y="0"/>
                </a:moveTo>
                <a:lnTo>
                  <a:pt x="8405492" y="0"/>
                </a:lnTo>
                <a:lnTo>
                  <a:pt x="8392083" y="30495"/>
                </a:lnTo>
                <a:cubicBezTo>
                  <a:pt x="8354166" y="121698"/>
                  <a:pt x="8324318" y="217584"/>
                  <a:pt x="8339888" y="306259"/>
                </a:cubicBezTo>
                <a:cubicBezTo>
                  <a:pt x="8364400" y="446040"/>
                  <a:pt x="8455049" y="577127"/>
                  <a:pt x="8473847" y="727373"/>
                </a:cubicBezTo>
                <a:cubicBezTo>
                  <a:pt x="8510300" y="1013846"/>
                  <a:pt x="8488635" y="1326579"/>
                  <a:pt x="8454081" y="1611960"/>
                </a:cubicBezTo>
                <a:cubicBezTo>
                  <a:pt x="8452268" y="1625361"/>
                  <a:pt x="8409518" y="1692886"/>
                  <a:pt x="8396000" y="1663986"/>
                </a:cubicBezTo>
                <a:cubicBezTo>
                  <a:pt x="8190763" y="1233305"/>
                  <a:pt x="8063839" y="818387"/>
                  <a:pt x="8238881" y="368438"/>
                </a:cubicBezTo>
                <a:lnTo>
                  <a:pt x="7668140" y="942511"/>
                </a:lnTo>
                <a:cubicBezTo>
                  <a:pt x="7658137" y="952438"/>
                  <a:pt x="7629107" y="972341"/>
                  <a:pt x="7637853" y="942567"/>
                </a:cubicBezTo>
                <a:cubicBezTo>
                  <a:pt x="7690270" y="771614"/>
                  <a:pt x="7793861" y="624255"/>
                  <a:pt x="7909649" y="489150"/>
                </a:cubicBezTo>
                <a:cubicBezTo>
                  <a:pt x="8010566" y="370919"/>
                  <a:pt x="8112174" y="322520"/>
                  <a:pt x="8256182" y="301724"/>
                </a:cubicBezTo>
                <a:cubicBezTo>
                  <a:pt x="8255907" y="293239"/>
                  <a:pt x="8255408" y="285302"/>
                  <a:pt x="8255912" y="276498"/>
                </a:cubicBezTo>
                <a:cubicBezTo>
                  <a:pt x="8260651" y="221208"/>
                  <a:pt x="8285427" y="155085"/>
                  <a:pt x="8315225" y="89075"/>
                </a:cubicBezTo>
                <a:close/>
                <a:moveTo>
                  <a:pt x="7497388" y="0"/>
                </a:moveTo>
                <a:lnTo>
                  <a:pt x="7560921" y="0"/>
                </a:lnTo>
                <a:lnTo>
                  <a:pt x="7546742" y="68966"/>
                </a:lnTo>
                <a:cubicBezTo>
                  <a:pt x="7513334" y="225436"/>
                  <a:pt x="7494394" y="379659"/>
                  <a:pt x="7488853" y="535687"/>
                </a:cubicBezTo>
                <a:lnTo>
                  <a:pt x="7529509" y="380358"/>
                </a:lnTo>
                <a:cubicBezTo>
                  <a:pt x="7546426" y="316055"/>
                  <a:pt x="7563725" y="249346"/>
                  <a:pt x="7585939" y="184712"/>
                </a:cubicBezTo>
                <a:cubicBezTo>
                  <a:pt x="7597162" y="152119"/>
                  <a:pt x="7609478" y="119997"/>
                  <a:pt x="7621792" y="87864"/>
                </a:cubicBezTo>
                <a:lnTo>
                  <a:pt x="7654204" y="0"/>
                </a:lnTo>
                <a:lnTo>
                  <a:pt x="7683986" y="0"/>
                </a:lnTo>
                <a:lnTo>
                  <a:pt x="7647914" y="97640"/>
                </a:lnTo>
                <a:cubicBezTo>
                  <a:pt x="7635833" y="129221"/>
                  <a:pt x="7623516" y="161350"/>
                  <a:pt x="7612524" y="193392"/>
                </a:cubicBezTo>
                <a:cubicBezTo>
                  <a:pt x="7590775" y="256933"/>
                  <a:pt x="7573702" y="323103"/>
                  <a:pt x="7557013" y="386853"/>
                </a:cubicBezTo>
                <a:lnTo>
                  <a:pt x="7517286" y="539999"/>
                </a:lnTo>
                <a:cubicBezTo>
                  <a:pt x="7579804" y="409054"/>
                  <a:pt x="7648790" y="283748"/>
                  <a:pt x="7704204" y="152292"/>
                </a:cubicBezTo>
                <a:lnTo>
                  <a:pt x="7756975" y="0"/>
                </a:lnTo>
                <a:lnTo>
                  <a:pt x="7837329" y="0"/>
                </a:lnTo>
                <a:lnTo>
                  <a:pt x="7821760" y="65656"/>
                </a:lnTo>
                <a:cubicBezTo>
                  <a:pt x="7739780" y="311007"/>
                  <a:pt x="7576279" y="519263"/>
                  <a:pt x="7488925" y="763628"/>
                </a:cubicBezTo>
                <a:cubicBezTo>
                  <a:pt x="7478308" y="793254"/>
                  <a:pt x="7422482" y="826275"/>
                  <a:pt x="7419999" y="774360"/>
                </a:cubicBezTo>
                <a:cubicBezTo>
                  <a:pt x="7407159" y="524115"/>
                  <a:pt x="7434412" y="279259"/>
                  <a:pt x="7487820" y="37416"/>
                </a:cubicBezTo>
                <a:close/>
                <a:moveTo>
                  <a:pt x="3882765" y="0"/>
                </a:moveTo>
                <a:lnTo>
                  <a:pt x="3995099" y="0"/>
                </a:lnTo>
                <a:lnTo>
                  <a:pt x="4163818" y="234104"/>
                </a:lnTo>
                <a:cubicBezTo>
                  <a:pt x="4167056" y="234046"/>
                  <a:pt x="4169933" y="233486"/>
                  <a:pt x="4172099" y="234207"/>
                </a:cubicBezTo>
                <a:cubicBezTo>
                  <a:pt x="4370329" y="290447"/>
                  <a:pt x="4575890" y="304753"/>
                  <a:pt x="4784282" y="276561"/>
                </a:cubicBezTo>
                <a:cubicBezTo>
                  <a:pt x="4788943" y="273941"/>
                  <a:pt x="4794689" y="270546"/>
                  <a:pt x="4801687" y="267764"/>
                </a:cubicBezTo>
                <a:cubicBezTo>
                  <a:pt x="5207052" y="98325"/>
                  <a:pt x="5661672" y="149587"/>
                  <a:pt x="6082788" y="64119"/>
                </a:cubicBezTo>
                <a:cubicBezTo>
                  <a:pt x="6097705" y="60940"/>
                  <a:pt x="6122565" y="65809"/>
                  <a:pt x="6099442" y="82568"/>
                </a:cubicBezTo>
                <a:cubicBezTo>
                  <a:pt x="5702970" y="366122"/>
                  <a:pt x="5250177" y="483706"/>
                  <a:pt x="4804137" y="320931"/>
                </a:cubicBezTo>
                <a:cubicBezTo>
                  <a:pt x="4608728" y="353445"/>
                  <a:pt x="4415104" y="351091"/>
                  <a:pt x="4227047" y="313415"/>
                </a:cubicBezTo>
                <a:cubicBezTo>
                  <a:pt x="4265992" y="361495"/>
                  <a:pt x="4305481" y="409180"/>
                  <a:pt x="4346041" y="456086"/>
                </a:cubicBezTo>
                <a:cubicBezTo>
                  <a:pt x="4508645" y="644218"/>
                  <a:pt x="4684629" y="811207"/>
                  <a:pt x="4870967" y="963061"/>
                </a:cubicBezTo>
                <a:cubicBezTo>
                  <a:pt x="4877428" y="960662"/>
                  <a:pt x="4883360" y="958653"/>
                  <a:pt x="4889647" y="957147"/>
                </a:cubicBezTo>
                <a:cubicBezTo>
                  <a:pt x="5063790" y="885104"/>
                  <a:pt x="5235998" y="820573"/>
                  <a:pt x="5422504" y="805191"/>
                </a:cubicBezTo>
                <a:cubicBezTo>
                  <a:pt x="5643719" y="786779"/>
                  <a:pt x="5869113" y="808075"/>
                  <a:pt x="6087656" y="826703"/>
                </a:cubicBezTo>
                <a:cubicBezTo>
                  <a:pt x="6118977" y="829180"/>
                  <a:pt x="6064821" y="863092"/>
                  <a:pt x="6058717" y="865992"/>
                </a:cubicBezTo>
                <a:cubicBezTo>
                  <a:pt x="5757093" y="988464"/>
                  <a:pt x="5312094" y="1115658"/>
                  <a:pt x="4974153" y="1045456"/>
                </a:cubicBezTo>
                <a:cubicBezTo>
                  <a:pt x="5180499" y="1203411"/>
                  <a:pt x="5398986" y="1344171"/>
                  <a:pt x="5627835" y="1472077"/>
                </a:cubicBezTo>
                <a:cubicBezTo>
                  <a:pt x="5628372" y="1471688"/>
                  <a:pt x="5629279" y="1471800"/>
                  <a:pt x="5629817" y="1471412"/>
                </a:cubicBezTo>
                <a:cubicBezTo>
                  <a:pt x="5631249" y="1471132"/>
                  <a:pt x="5633225" y="1470462"/>
                  <a:pt x="5634124" y="1470572"/>
                </a:cubicBezTo>
                <a:cubicBezTo>
                  <a:pt x="5647257" y="1469448"/>
                  <a:pt x="5751167" y="1386498"/>
                  <a:pt x="5755832" y="1383886"/>
                </a:cubicBezTo>
                <a:cubicBezTo>
                  <a:pt x="5837996" y="1338827"/>
                  <a:pt x="5925989" y="1306339"/>
                  <a:pt x="6014186" y="1279799"/>
                </a:cubicBezTo>
                <a:cubicBezTo>
                  <a:pt x="6310230" y="1190367"/>
                  <a:pt x="6608567" y="1157268"/>
                  <a:pt x="6901619" y="1047874"/>
                </a:cubicBezTo>
                <a:cubicBezTo>
                  <a:pt x="6921553" y="1040293"/>
                  <a:pt x="6976591" y="1037028"/>
                  <a:pt x="6931566" y="1062034"/>
                </a:cubicBezTo>
                <a:cubicBezTo>
                  <a:pt x="6610108" y="1243134"/>
                  <a:pt x="6183662" y="1573592"/>
                  <a:pt x="5790982" y="1561380"/>
                </a:cubicBezTo>
                <a:cubicBezTo>
                  <a:pt x="5920545" y="1629240"/>
                  <a:pt x="6053507" y="1693876"/>
                  <a:pt x="6188971" y="1755168"/>
                </a:cubicBezTo>
                <a:cubicBezTo>
                  <a:pt x="6193458" y="1753446"/>
                  <a:pt x="6198307" y="1752214"/>
                  <a:pt x="6202446" y="1752268"/>
                </a:cubicBezTo>
                <a:cubicBezTo>
                  <a:pt x="6504288" y="1570118"/>
                  <a:pt x="6833930" y="1471594"/>
                  <a:pt x="7179560" y="1467551"/>
                </a:cubicBezTo>
                <a:cubicBezTo>
                  <a:pt x="7221126" y="1467186"/>
                  <a:pt x="7172003" y="1501258"/>
                  <a:pt x="7158730" y="1507835"/>
                </a:cubicBezTo>
                <a:cubicBezTo>
                  <a:pt x="6888412" y="1630502"/>
                  <a:pt x="6618589" y="1809287"/>
                  <a:pt x="6326959" y="1817686"/>
                </a:cubicBezTo>
                <a:cubicBezTo>
                  <a:pt x="6396578" y="1848113"/>
                  <a:pt x="6466739" y="1878148"/>
                  <a:pt x="6537433" y="1907790"/>
                </a:cubicBezTo>
                <a:cubicBezTo>
                  <a:pt x="6542473" y="1907949"/>
                  <a:pt x="6546435" y="1908891"/>
                  <a:pt x="6550221" y="1910729"/>
                </a:cubicBezTo>
                <a:cubicBezTo>
                  <a:pt x="6742694" y="1932993"/>
                  <a:pt x="6849771" y="2068278"/>
                  <a:pt x="6964438" y="2209505"/>
                </a:cubicBezTo>
                <a:cubicBezTo>
                  <a:pt x="7113162" y="2393201"/>
                  <a:pt x="7266286" y="2592015"/>
                  <a:pt x="7367862" y="2806833"/>
                </a:cubicBezTo>
                <a:cubicBezTo>
                  <a:pt x="7371456" y="2814338"/>
                  <a:pt x="7369522" y="2821080"/>
                  <a:pt x="7364329" y="2826907"/>
                </a:cubicBezTo>
                <a:cubicBezTo>
                  <a:pt x="7348741" y="2844389"/>
                  <a:pt x="7303788" y="2853651"/>
                  <a:pt x="7290545" y="2850663"/>
                </a:cubicBezTo>
                <a:cubicBezTo>
                  <a:pt x="6859896" y="2738539"/>
                  <a:pt x="6609607" y="2342306"/>
                  <a:pt x="6472036" y="1959003"/>
                </a:cubicBezTo>
                <a:cubicBezTo>
                  <a:pt x="6239391" y="1862081"/>
                  <a:pt x="6011946" y="1759868"/>
                  <a:pt x="5792897" y="1647747"/>
                </a:cubicBezTo>
                <a:cubicBezTo>
                  <a:pt x="5817125" y="1702679"/>
                  <a:pt x="5838127" y="1759942"/>
                  <a:pt x="5842751" y="1816112"/>
                </a:cubicBezTo>
                <a:cubicBezTo>
                  <a:pt x="5844184" y="1815832"/>
                  <a:pt x="5846161" y="1815162"/>
                  <a:pt x="5847424" y="1815776"/>
                </a:cubicBezTo>
                <a:cubicBezTo>
                  <a:pt x="6140442" y="1830791"/>
                  <a:pt x="6291873" y="2115536"/>
                  <a:pt x="6399821" y="2344799"/>
                </a:cubicBezTo>
                <a:cubicBezTo>
                  <a:pt x="6413837" y="2374329"/>
                  <a:pt x="6342916" y="2402075"/>
                  <a:pt x="6323232" y="2389634"/>
                </a:cubicBezTo>
                <a:cubicBezTo>
                  <a:pt x="6177906" y="2301146"/>
                  <a:pt x="6052833" y="2198747"/>
                  <a:pt x="5942958" y="2077708"/>
                </a:cubicBezTo>
                <a:cubicBezTo>
                  <a:pt x="5949243" y="2174636"/>
                  <a:pt x="5937179" y="2273417"/>
                  <a:pt x="5921559" y="2378596"/>
                </a:cubicBezTo>
                <a:cubicBezTo>
                  <a:pt x="5888539" y="2593290"/>
                  <a:pt x="5878937" y="2813146"/>
                  <a:pt x="5817651" y="3023919"/>
                </a:cubicBezTo>
                <a:cubicBezTo>
                  <a:pt x="5810408" y="3049005"/>
                  <a:pt x="5741174" y="3089270"/>
                  <a:pt x="5729634" y="3051849"/>
                </a:cubicBezTo>
                <a:cubicBezTo>
                  <a:pt x="5657096" y="2815984"/>
                  <a:pt x="5581632" y="2571559"/>
                  <a:pt x="5611018" y="2316769"/>
                </a:cubicBezTo>
                <a:cubicBezTo>
                  <a:pt x="5622715" y="2217484"/>
                  <a:pt x="5656813" y="2135538"/>
                  <a:pt x="5687608" y="2039972"/>
                </a:cubicBezTo>
                <a:cubicBezTo>
                  <a:pt x="5744741" y="1859679"/>
                  <a:pt x="5733310" y="1742061"/>
                  <a:pt x="5657554" y="1576445"/>
                </a:cubicBezTo>
                <a:cubicBezTo>
                  <a:pt x="5483232" y="1483028"/>
                  <a:pt x="5313009" y="1382833"/>
                  <a:pt x="5150475" y="1274012"/>
                </a:cubicBezTo>
                <a:cubicBezTo>
                  <a:pt x="5326569" y="1559959"/>
                  <a:pt x="5457991" y="1838600"/>
                  <a:pt x="5349142" y="2204405"/>
                </a:cubicBezTo>
                <a:cubicBezTo>
                  <a:pt x="5342604" y="2225928"/>
                  <a:pt x="5273881" y="2261245"/>
                  <a:pt x="5262214" y="2233836"/>
                </a:cubicBezTo>
                <a:cubicBezTo>
                  <a:pt x="5160759" y="2006724"/>
                  <a:pt x="5064863" y="1777114"/>
                  <a:pt x="4981539" y="1542201"/>
                </a:cubicBezTo>
                <a:cubicBezTo>
                  <a:pt x="4932755" y="1405876"/>
                  <a:pt x="4893729" y="1278486"/>
                  <a:pt x="4958461" y="1136957"/>
                </a:cubicBezTo>
                <a:cubicBezTo>
                  <a:pt x="4854219" y="1059900"/>
                  <a:pt x="4753195" y="978221"/>
                  <a:pt x="4655015" y="891426"/>
                </a:cubicBezTo>
                <a:cubicBezTo>
                  <a:pt x="4700834" y="1342763"/>
                  <a:pt x="4530476" y="1779853"/>
                  <a:pt x="4348002" y="2205895"/>
                </a:cubicBezTo>
                <a:cubicBezTo>
                  <a:pt x="4337873" y="2229260"/>
                  <a:pt x="4261560" y="2258626"/>
                  <a:pt x="4262250" y="2219972"/>
                </a:cubicBezTo>
                <a:cubicBezTo>
                  <a:pt x="4268663" y="1744520"/>
                  <a:pt x="4175629" y="1214471"/>
                  <a:pt x="4550611" y="817540"/>
                </a:cubicBezTo>
                <a:cubicBezTo>
                  <a:pt x="4554014" y="814312"/>
                  <a:pt x="4558850" y="810804"/>
                  <a:pt x="4564418" y="808293"/>
                </a:cubicBezTo>
                <a:cubicBezTo>
                  <a:pt x="4461330" y="711325"/>
                  <a:pt x="4361455" y="609738"/>
                  <a:pt x="4266388" y="500083"/>
                </a:cubicBezTo>
                <a:cubicBezTo>
                  <a:pt x="4185451" y="406519"/>
                  <a:pt x="4107556" y="310364"/>
                  <a:pt x="4032842" y="211809"/>
                </a:cubicBezTo>
                <a:close/>
                <a:moveTo>
                  <a:pt x="3721337" y="0"/>
                </a:moveTo>
                <a:lnTo>
                  <a:pt x="3797544" y="0"/>
                </a:lnTo>
                <a:lnTo>
                  <a:pt x="3775734" y="95131"/>
                </a:lnTo>
                <a:cubicBezTo>
                  <a:pt x="3762598" y="156923"/>
                  <a:pt x="3748081" y="217234"/>
                  <a:pt x="3724807" y="272257"/>
                </a:cubicBezTo>
                <a:cubicBezTo>
                  <a:pt x="3725550" y="275539"/>
                  <a:pt x="3726109" y="279707"/>
                  <a:pt x="3726844" y="282988"/>
                </a:cubicBezTo>
                <a:cubicBezTo>
                  <a:pt x="3732776" y="280979"/>
                  <a:pt x="3739065" y="279475"/>
                  <a:pt x="3742664" y="279918"/>
                </a:cubicBezTo>
                <a:cubicBezTo>
                  <a:pt x="4076263" y="313585"/>
                  <a:pt x="4081377" y="922622"/>
                  <a:pt x="4103910" y="1161917"/>
                </a:cubicBezTo>
                <a:cubicBezTo>
                  <a:pt x="4106010" y="1184045"/>
                  <a:pt x="4034389" y="1215360"/>
                  <a:pt x="4020269" y="1200406"/>
                </a:cubicBezTo>
                <a:cubicBezTo>
                  <a:pt x="3826459" y="997506"/>
                  <a:pt x="3735339" y="752983"/>
                  <a:pt x="3674882" y="488524"/>
                </a:cubicBezTo>
                <a:cubicBezTo>
                  <a:pt x="3559684" y="713184"/>
                  <a:pt x="3278706" y="925237"/>
                  <a:pt x="3132682" y="1072284"/>
                </a:cubicBezTo>
                <a:cubicBezTo>
                  <a:pt x="3002939" y="1202191"/>
                  <a:pt x="2899935" y="1287527"/>
                  <a:pt x="2716346" y="1276376"/>
                </a:cubicBezTo>
                <a:cubicBezTo>
                  <a:pt x="2700863" y="1275390"/>
                  <a:pt x="2710506" y="1261536"/>
                  <a:pt x="2716772" y="1255462"/>
                </a:cubicBezTo>
                <a:cubicBezTo>
                  <a:pt x="2980750" y="993927"/>
                  <a:pt x="3207119" y="698608"/>
                  <a:pt x="3471096" y="437072"/>
                </a:cubicBezTo>
                <a:cubicBezTo>
                  <a:pt x="3516376" y="392044"/>
                  <a:pt x="3602281" y="339698"/>
                  <a:pt x="3639057" y="286334"/>
                </a:cubicBezTo>
                <a:cubicBezTo>
                  <a:pt x="3639591" y="285947"/>
                  <a:pt x="3639767" y="285058"/>
                  <a:pt x="3640309" y="284664"/>
                </a:cubicBezTo>
                <a:cubicBezTo>
                  <a:pt x="3642272" y="281720"/>
                  <a:pt x="3644597" y="279273"/>
                  <a:pt x="3646022" y="276711"/>
                </a:cubicBezTo>
                <a:cubicBezTo>
                  <a:pt x="3677659" y="221350"/>
                  <a:pt x="3693078" y="144742"/>
                  <a:pt x="3707943" y="65958"/>
                </a:cubicBezTo>
                <a:close/>
                <a:moveTo>
                  <a:pt x="2867960" y="0"/>
                </a:moveTo>
                <a:lnTo>
                  <a:pt x="2926351" y="0"/>
                </a:lnTo>
                <a:lnTo>
                  <a:pt x="2902823" y="262929"/>
                </a:lnTo>
                <a:cubicBezTo>
                  <a:pt x="2913215" y="221824"/>
                  <a:pt x="2926844" y="180662"/>
                  <a:pt x="2940663" y="140884"/>
                </a:cubicBezTo>
                <a:lnTo>
                  <a:pt x="2947039" y="122524"/>
                </a:lnTo>
                <a:lnTo>
                  <a:pt x="2984316" y="0"/>
                </a:lnTo>
                <a:lnTo>
                  <a:pt x="3016114" y="0"/>
                </a:lnTo>
                <a:lnTo>
                  <a:pt x="2979949" y="119274"/>
                </a:lnTo>
                <a:lnTo>
                  <a:pt x="3023879" y="0"/>
                </a:lnTo>
                <a:lnTo>
                  <a:pt x="3105400" y="0"/>
                </a:lnTo>
                <a:lnTo>
                  <a:pt x="3094669" y="30308"/>
                </a:lnTo>
                <a:cubicBezTo>
                  <a:pt x="3037894" y="178003"/>
                  <a:pt x="2973232" y="323305"/>
                  <a:pt x="2901945" y="466538"/>
                </a:cubicBezTo>
                <a:cubicBezTo>
                  <a:pt x="2895180" y="479835"/>
                  <a:pt x="2815686" y="518381"/>
                  <a:pt x="2815209" y="497361"/>
                </a:cubicBezTo>
                <a:cubicBezTo>
                  <a:pt x="2812746" y="375148"/>
                  <a:pt x="2825702" y="251298"/>
                  <a:pt x="2844845" y="127638"/>
                </a:cubicBezTo>
                <a:close/>
                <a:moveTo>
                  <a:pt x="1057230" y="0"/>
                </a:moveTo>
                <a:lnTo>
                  <a:pt x="1111003" y="0"/>
                </a:lnTo>
                <a:lnTo>
                  <a:pt x="1125553" y="52588"/>
                </a:lnTo>
                <a:cubicBezTo>
                  <a:pt x="1174409" y="196547"/>
                  <a:pt x="1244674" y="336170"/>
                  <a:pt x="1304276" y="476275"/>
                </a:cubicBezTo>
                <a:cubicBezTo>
                  <a:pt x="1351896" y="589579"/>
                  <a:pt x="1459984" y="863646"/>
                  <a:pt x="1492066" y="886333"/>
                </a:cubicBezTo>
                <a:lnTo>
                  <a:pt x="1423698" y="710817"/>
                </a:lnTo>
                <a:cubicBezTo>
                  <a:pt x="1401022" y="652964"/>
                  <a:pt x="1378015" y="593152"/>
                  <a:pt x="1357609" y="532892"/>
                </a:cubicBezTo>
                <a:cubicBezTo>
                  <a:pt x="1339853" y="480241"/>
                  <a:pt x="1324587" y="426487"/>
                  <a:pt x="1309550" y="374031"/>
                </a:cubicBezTo>
                <a:cubicBezTo>
                  <a:pt x="1277632" y="264242"/>
                  <a:pt x="1244842" y="151584"/>
                  <a:pt x="1193673" y="49533"/>
                </a:cubicBezTo>
                <a:lnTo>
                  <a:pt x="1164391" y="0"/>
                </a:lnTo>
                <a:lnTo>
                  <a:pt x="1200666" y="0"/>
                </a:lnTo>
                <a:lnTo>
                  <a:pt x="1223408" y="38996"/>
                </a:lnTo>
                <a:cubicBezTo>
                  <a:pt x="1274817" y="142454"/>
                  <a:pt x="1307626" y="255236"/>
                  <a:pt x="1339635" y="365517"/>
                </a:cubicBezTo>
                <a:cubicBezTo>
                  <a:pt x="1354670" y="417965"/>
                  <a:pt x="1370587" y="471608"/>
                  <a:pt x="1387469" y="523079"/>
                </a:cubicBezTo>
                <a:cubicBezTo>
                  <a:pt x="1407105" y="582792"/>
                  <a:pt x="1430659" y="641842"/>
                  <a:pt x="1452685" y="699806"/>
                </a:cubicBezTo>
                <a:lnTo>
                  <a:pt x="1492092" y="800424"/>
                </a:lnTo>
                <a:cubicBezTo>
                  <a:pt x="1484618" y="760762"/>
                  <a:pt x="1473155" y="705686"/>
                  <a:pt x="1455302" y="632913"/>
                </a:cubicBezTo>
                <a:cubicBezTo>
                  <a:pt x="1413478" y="460985"/>
                  <a:pt x="1347194" y="188426"/>
                  <a:pt x="1222336" y="9480"/>
                </a:cubicBezTo>
                <a:lnTo>
                  <a:pt x="1214634" y="0"/>
                </a:lnTo>
                <a:lnTo>
                  <a:pt x="1289827" y="0"/>
                </a:lnTo>
                <a:lnTo>
                  <a:pt x="1321076" y="59722"/>
                </a:lnTo>
                <a:cubicBezTo>
                  <a:pt x="1409905" y="250193"/>
                  <a:pt x="1460341" y="480374"/>
                  <a:pt x="1512579" y="626441"/>
                </a:cubicBezTo>
                <a:cubicBezTo>
                  <a:pt x="1573756" y="799163"/>
                  <a:pt x="1605359" y="928641"/>
                  <a:pt x="1506076" y="1089289"/>
                </a:cubicBezTo>
                <a:cubicBezTo>
                  <a:pt x="1497659" y="1102817"/>
                  <a:pt x="1489109" y="1088176"/>
                  <a:pt x="1486346" y="1079919"/>
                </a:cubicBezTo>
                <a:cubicBezTo>
                  <a:pt x="1364522" y="729689"/>
                  <a:pt x="1192335" y="398839"/>
                  <a:pt x="1070511" y="48609"/>
                </a:cubicBezTo>
                <a:close/>
                <a:moveTo>
                  <a:pt x="43151" y="0"/>
                </a:moveTo>
                <a:lnTo>
                  <a:pt x="95283" y="0"/>
                </a:lnTo>
                <a:lnTo>
                  <a:pt x="300708" y="154571"/>
                </a:lnTo>
                <a:cubicBezTo>
                  <a:pt x="379729" y="218614"/>
                  <a:pt x="456466" y="285481"/>
                  <a:pt x="530414" y="354673"/>
                </a:cubicBezTo>
                <a:cubicBezTo>
                  <a:pt x="466701" y="288424"/>
                  <a:pt x="401285" y="223977"/>
                  <a:pt x="333785" y="161564"/>
                </a:cubicBezTo>
                <a:lnTo>
                  <a:pt x="147005" y="0"/>
                </a:lnTo>
                <a:lnTo>
                  <a:pt x="272509" y="0"/>
                </a:lnTo>
                <a:lnTo>
                  <a:pt x="326276" y="45847"/>
                </a:lnTo>
                <a:cubicBezTo>
                  <a:pt x="505803" y="208268"/>
                  <a:pt x="670600" y="385490"/>
                  <a:pt x="823759" y="574145"/>
                </a:cubicBezTo>
                <a:cubicBezTo>
                  <a:pt x="833168" y="585952"/>
                  <a:pt x="831522" y="674146"/>
                  <a:pt x="811254" y="665546"/>
                </a:cubicBezTo>
                <a:cubicBezTo>
                  <a:pt x="575890" y="564984"/>
                  <a:pt x="364063" y="406029"/>
                  <a:pt x="154042" y="261522"/>
                </a:cubicBezTo>
                <a:cubicBezTo>
                  <a:pt x="104946" y="227663"/>
                  <a:pt x="58037" y="193597"/>
                  <a:pt x="13550" y="158423"/>
                </a:cubicBezTo>
                <a:lnTo>
                  <a:pt x="0" y="146618"/>
                </a:lnTo>
                <a:lnTo>
                  <a:pt x="0" y="59161"/>
                </a:lnTo>
                <a:lnTo>
                  <a:pt x="45427" y="101078"/>
                </a:lnTo>
                <a:cubicBezTo>
                  <a:pt x="223783" y="254949"/>
                  <a:pt x="433006" y="385896"/>
                  <a:pt x="630103" y="485885"/>
                </a:cubicBezTo>
                <a:cubicBezTo>
                  <a:pt x="595938" y="458865"/>
                  <a:pt x="563284" y="428899"/>
                  <a:pt x="532040" y="399359"/>
                </a:cubicBezTo>
                <a:lnTo>
                  <a:pt x="517618" y="385726"/>
                </a:lnTo>
                <a:cubicBezTo>
                  <a:pt x="442853" y="315667"/>
                  <a:pt x="365106" y="247799"/>
                  <a:pt x="285074" y="182755"/>
                </a:cubicBezTo>
                <a:close/>
              </a:path>
            </a:pathLst>
          </a:cu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 useBgFill="1">
        <p:nvSpPr>
          <p:cNvPr id="22" name="Rectangle 21">
            <a:extLst>
              <a:ext uri="{FF2B5EF4-FFF2-40B4-BE49-F238E27FC236}">
                <a16:creationId xmlns:a16="http://schemas.microsoft.com/office/drawing/2014/main" id="{A20AF199-99C2-4569-9CAF-24514AE5E82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7200" y="457197"/>
            <a:ext cx="11277600" cy="5943606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>
            <a:outerShdw blurRad="317500" algn="ctr" rotWithShape="0">
              <a:schemeClr val="tx1">
                <a:alpha val="25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AE1BEDE-DDE3-5402-D002-7876859C68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2999" y="1676401"/>
            <a:ext cx="4495801" cy="2286002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4800"/>
              <a:t>Wall 3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38E56C2-A41C-93E8-F82B-82D8B8FF4D5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39102" y="657225"/>
            <a:ext cx="2561079" cy="5395531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3187AFF3-19FA-77C3-D12A-CAA6E2EF233C}"/>
              </a:ext>
            </a:extLst>
          </p:cNvPr>
          <p:cNvSpPr txBox="1"/>
          <p:nvPr/>
        </p:nvSpPr>
        <p:spPr>
          <a:xfrm>
            <a:off x="7332192" y="1491735"/>
            <a:ext cx="6783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2400</a:t>
            </a:r>
            <a:endParaRPr lang="en-SG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4242449-3991-87D9-C011-12819C009902}"/>
              </a:ext>
            </a:extLst>
          </p:cNvPr>
          <p:cNvSpPr txBox="1"/>
          <p:nvPr/>
        </p:nvSpPr>
        <p:spPr>
          <a:xfrm>
            <a:off x="7275156" y="2067726"/>
            <a:ext cx="6783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2025</a:t>
            </a:r>
            <a:endParaRPr lang="en-SG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26F5D06-7942-7A27-AD1A-845528B7840E}"/>
              </a:ext>
            </a:extLst>
          </p:cNvPr>
          <p:cNvSpPr txBox="1"/>
          <p:nvPr/>
        </p:nvSpPr>
        <p:spPr>
          <a:xfrm>
            <a:off x="7275155" y="2986474"/>
            <a:ext cx="6783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1425</a:t>
            </a:r>
            <a:endParaRPr lang="en-SG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DFA51F5-2CD8-E76A-EE4C-7ED5C9CE1442}"/>
              </a:ext>
            </a:extLst>
          </p:cNvPr>
          <p:cNvSpPr txBox="1"/>
          <p:nvPr/>
        </p:nvSpPr>
        <p:spPr>
          <a:xfrm>
            <a:off x="7393907" y="3897868"/>
            <a:ext cx="5549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825</a:t>
            </a:r>
            <a:endParaRPr lang="en-SG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672D9C4-CC04-78B1-37DD-1D63EED8BE94}"/>
              </a:ext>
            </a:extLst>
          </p:cNvPr>
          <p:cNvSpPr txBox="1"/>
          <p:nvPr/>
        </p:nvSpPr>
        <p:spPr>
          <a:xfrm>
            <a:off x="7393907" y="4809261"/>
            <a:ext cx="5549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225</a:t>
            </a:r>
            <a:endParaRPr lang="en-SG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FD2157D-4385-EDB0-8ADC-ECB25A91AC8E}"/>
              </a:ext>
            </a:extLst>
          </p:cNvPr>
          <p:cNvSpPr txBox="1"/>
          <p:nvPr/>
        </p:nvSpPr>
        <p:spPr>
          <a:xfrm>
            <a:off x="8888113" y="620578"/>
            <a:ext cx="4315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70</a:t>
            </a:r>
            <a:endParaRPr lang="en-SG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26FE518-93E6-9946-1BF9-AC354C4C9901}"/>
              </a:ext>
            </a:extLst>
          </p:cNvPr>
          <p:cNvSpPr txBox="1"/>
          <p:nvPr/>
        </p:nvSpPr>
        <p:spPr>
          <a:xfrm>
            <a:off x="9609470" y="620578"/>
            <a:ext cx="5549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515</a:t>
            </a:r>
            <a:endParaRPr lang="en-SG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1A1C8D63-F8F1-3262-0D16-C734A6CEEF7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48294" y="3695596"/>
            <a:ext cx="5268060" cy="724001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3" name="Ink 2">
                <a:extLst>
                  <a:ext uri="{FF2B5EF4-FFF2-40B4-BE49-F238E27FC236}">
                    <a16:creationId xmlns:a16="http://schemas.microsoft.com/office/drawing/2014/main" id="{F728A223-B4D9-AECF-507C-C51F7CF6C9B7}"/>
                  </a:ext>
                </a:extLst>
              </p14:cNvPr>
              <p14:cNvContentPartPr/>
              <p14:nvPr/>
            </p14:nvContentPartPr>
            <p14:xfrm>
              <a:off x="4169304" y="3697776"/>
              <a:ext cx="213120" cy="123480"/>
            </p14:xfrm>
          </p:contentPart>
        </mc:Choice>
        <mc:Fallback xmlns="">
          <p:pic>
            <p:nvPicPr>
              <p:cNvPr id="3" name="Ink 2">
                <a:extLst>
                  <a:ext uri="{FF2B5EF4-FFF2-40B4-BE49-F238E27FC236}">
                    <a16:creationId xmlns:a16="http://schemas.microsoft.com/office/drawing/2014/main" id="{F728A223-B4D9-AECF-507C-C51F7CF6C9B7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4163184" y="3691656"/>
                <a:ext cx="225360" cy="135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57B26B41-B6C1-EC2A-2A64-7AD584ADE6E3}"/>
                  </a:ext>
                </a:extLst>
              </p14:cNvPr>
              <p14:cNvContentPartPr/>
              <p14:nvPr/>
            </p14:nvContentPartPr>
            <p14:xfrm>
              <a:off x="5330664" y="3632616"/>
              <a:ext cx="322920" cy="173160"/>
            </p14:xfrm>
          </p:contentPart>
        </mc:Choice>
        <mc:Fallback xmlns=""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57B26B41-B6C1-EC2A-2A64-7AD584ADE6E3}"/>
                  </a:ext>
                </a:extLst>
              </p:cNvPr>
              <p:cNvPicPr/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5324544" y="3626496"/>
                <a:ext cx="335160" cy="185400"/>
              </a:xfrm>
              <a:prstGeom prst="rect">
                <a:avLst/>
              </a:prstGeom>
            </p:spPr>
          </p:pic>
        </mc:Fallback>
      </mc:AlternateContent>
      <p:grpSp>
        <p:nvGrpSpPr>
          <p:cNvPr id="21" name="Group 20">
            <a:extLst>
              <a:ext uri="{FF2B5EF4-FFF2-40B4-BE49-F238E27FC236}">
                <a16:creationId xmlns:a16="http://schemas.microsoft.com/office/drawing/2014/main" id="{C6E79CC2-9A3D-EB91-2032-4937553B3B43}"/>
              </a:ext>
            </a:extLst>
          </p:cNvPr>
          <p:cNvGrpSpPr/>
          <p:nvPr/>
        </p:nvGrpSpPr>
        <p:grpSpPr>
          <a:xfrm>
            <a:off x="4150584" y="3924936"/>
            <a:ext cx="248760" cy="226800"/>
            <a:chOff x="4150584" y="3924936"/>
            <a:chExt cx="248760" cy="2268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9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CD9A37C4-4E8D-4172-AB17-34624EC87BCD}"/>
                    </a:ext>
                  </a:extLst>
                </p14:cNvPr>
                <p14:cNvContentPartPr/>
                <p14:nvPr/>
              </p14:nvContentPartPr>
              <p14:xfrm>
                <a:off x="4150584" y="3924936"/>
                <a:ext cx="248760" cy="90720"/>
              </p14:xfrm>
            </p:contentPart>
          </mc:Choice>
          <mc:Fallback xmlns=""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CD9A37C4-4E8D-4172-AB17-34624EC87BCD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4144464" y="3918816"/>
                  <a:ext cx="261000" cy="102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8A3871A0-3D1C-126C-C0C2-AF5306159FBF}"/>
                    </a:ext>
                  </a:extLst>
                </p14:cNvPr>
                <p14:cNvContentPartPr/>
                <p14:nvPr/>
              </p14:nvContentPartPr>
              <p14:xfrm>
                <a:off x="4196664" y="4075056"/>
                <a:ext cx="196920" cy="7668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8A3871A0-3D1C-126C-C0C2-AF5306159FBF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4190544" y="4068936"/>
                  <a:ext cx="209160" cy="889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3">
            <p14:nvContentPartPr>
              <p14:cNvPr id="9" name="Ink 8">
                <a:extLst>
                  <a:ext uri="{FF2B5EF4-FFF2-40B4-BE49-F238E27FC236}">
                    <a16:creationId xmlns:a16="http://schemas.microsoft.com/office/drawing/2014/main" id="{9B9134FF-8487-A172-7AE8-2D759814196B}"/>
                  </a:ext>
                </a:extLst>
              </p14:cNvPr>
              <p14:cNvContentPartPr/>
              <p14:nvPr/>
            </p14:nvContentPartPr>
            <p14:xfrm>
              <a:off x="4206024" y="4269456"/>
              <a:ext cx="178920" cy="95760"/>
            </p14:xfrm>
          </p:contentPart>
        </mc:Choice>
        <mc:Fallback xmlns="">
          <p:pic>
            <p:nvPicPr>
              <p:cNvPr id="9" name="Ink 8">
                <a:extLst>
                  <a:ext uri="{FF2B5EF4-FFF2-40B4-BE49-F238E27FC236}">
                    <a16:creationId xmlns:a16="http://schemas.microsoft.com/office/drawing/2014/main" id="{9B9134FF-8487-A172-7AE8-2D759814196B}"/>
                  </a:ext>
                </a:extLst>
              </p:cNvPr>
              <p:cNvPicPr/>
              <p:nvPr/>
            </p:nvPicPr>
            <p:blipFill>
              <a:blip r:embed="rId14"/>
              <a:stretch>
                <a:fillRect/>
              </a:stretch>
            </p:blipFill>
            <p:spPr>
              <a:xfrm>
                <a:off x="4199904" y="4263336"/>
                <a:ext cx="191160" cy="108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5">
            <p14:nvContentPartPr>
              <p14:cNvPr id="10" name="Ink 9">
                <a:extLst>
                  <a:ext uri="{FF2B5EF4-FFF2-40B4-BE49-F238E27FC236}">
                    <a16:creationId xmlns:a16="http://schemas.microsoft.com/office/drawing/2014/main" id="{4633BF0B-8B3D-8034-A17E-901D70E9315D}"/>
                  </a:ext>
                </a:extLst>
              </p14:cNvPr>
              <p14:cNvContentPartPr/>
              <p14:nvPr/>
            </p14:nvContentPartPr>
            <p14:xfrm>
              <a:off x="5340024" y="3944376"/>
              <a:ext cx="241560" cy="71280"/>
            </p14:xfrm>
          </p:contentPart>
        </mc:Choice>
        <mc:Fallback xmlns="">
          <p:pic>
            <p:nvPicPr>
              <p:cNvPr id="10" name="Ink 9">
                <a:extLst>
                  <a:ext uri="{FF2B5EF4-FFF2-40B4-BE49-F238E27FC236}">
                    <a16:creationId xmlns:a16="http://schemas.microsoft.com/office/drawing/2014/main" id="{4633BF0B-8B3D-8034-A17E-901D70E9315D}"/>
                  </a:ext>
                </a:extLst>
              </p:cNvPr>
              <p:cNvPicPr/>
              <p:nvPr/>
            </p:nvPicPr>
            <p:blipFill>
              <a:blip r:embed="rId16"/>
              <a:stretch>
                <a:fillRect/>
              </a:stretch>
            </p:blipFill>
            <p:spPr>
              <a:xfrm>
                <a:off x="5333904" y="3938256"/>
                <a:ext cx="253800" cy="83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7">
            <p14:nvContentPartPr>
              <p14:cNvPr id="11" name="Ink 10">
                <a:extLst>
                  <a:ext uri="{FF2B5EF4-FFF2-40B4-BE49-F238E27FC236}">
                    <a16:creationId xmlns:a16="http://schemas.microsoft.com/office/drawing/2014/main" id="{49449AA1-58E3-6213-4490-03B5EFFE5F23}"/>
                  </a:ext>
                </a:extLst>
              </p14:cNvPr>
              <p14:cNvContentPartPr/>
              <p14:nvPr/>
            </p14:nvContentPartPr>
            <p14:xfrm>
              <a:off x="5348664" y="4105656"/>
              <a:ext cx="230040" cy="111600"/>
            </p14:xfrm>
          </p:contentPart>
        </mc:Choice>
        <mc:Fallback xmlns="">
          <p:pic>
            <p:nvPicPr>
              <p:cNvPr id="11" name="Ink 10">
                <a:extLst>
                  <a:ext uri="{FF2B5EF4-FFF2-40B4-BE49-F238E27FC236}">
                    <a16:creationId xmlns:a16="http://schemas.microsoft.com/office/drawing/2014/main" id="{49449AA1-58E3-6213-4490-03B5EFFE5F23}"/>
                  </a:ext>
                </a:extLst>
              </p:cNvPr>
              <p:cNvPicPr/>
              <p:nvPr/>
            </p:nvPicPr>
            <p:blipFill>
              <a:blip r:embed="rId18"/>
              <a:stretch>
                <a:fillRect/>
              </a:stretch>
            </p:blipFill>
            <p:spPr>
              <a:xfrm>
                <a:off x="5342544" y="4099536"/>
                <a:ext cx="242280" cy="123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">
            <p14:nvContentPartPr>
              <p14:cNvPr id="19" name="Ink 18">
                <a:extLst>
                  <a:ext uri="{FF2B5EF4-FFF2-40B4-BE49-F238E27FC236}">
                    <a16:creationId xmlns:a16="http://schemas.microsoft.com/office/drawing/2014/main" id="{D67E24BD-9090-B3BA-DAAB-6BAF60503A07}"/>
                  </a:ext>
                </a:extLst>
              </p14:cNvPr>
              <p14:cNvContentPartPr/>
              <p14:nvPr/>
            </p14:nvContentPartPr>
            <p14:xfrm>
              <a:off x="5284944" y="4322736"/>
              <a:ext cx="335520" cy="191520"/>
            </p14:xfrm>
          </p:contentPart>
        </mc:Choice>
        <mc:Fallback xmlns="">
          <p:pic>
            <p:nvPicPr>
              <p:cNvPr id="19" name="Ink 18">
                <a:extLst>
                  <a:ext uri="{FF2B5EF4-FFF2-40B4-BE49-F238E27FC236}">
                    <a16:creationId xmlns:a16="http://schemas.microsoft.com/office/drawing/2014/main" id="{D67E24BD-9090-B3BA-DAAB-6BAF60503A07}"/>
                  </a:ext>
                </a:extLst>
              </p:cNvPr>
              <p:cNvPicPr/>
              <p:nvPr/>
            </p:nvPicPr>
            <p:blipFill>
              <a:blip r:embed="rId20"/>
              <a:stretch>
                <a:fillRect/>
              </a:stretch>
            </p:blipFill>
            <p:spPr>
              <a:xfrm>
                <a:off x="5278824" y="4316616"/>
                <a:ext cx="347760" cy="20376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0153750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alpha val="96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27427488-068E-4B55-AC8D-CD070B8CD46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6CEC401A-BC46-41FC-AD55-F7810C3CFA9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1" y="-1"/>
            <a:ext cx="12191999" cy="4267200"/>
            <a:chOff x="7467600" y="0"/>
            <a:chExt cx="4724400" cy="6858000"/>
          </a:xfrm>
        </p:grpSpPr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A287F808-5648-477A-80D6-A0F3BF6DF3C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7467600" y="0"/>
              <a:ext cx="4724400" cy="6858000"/>
            </a:xfrm>
            <a:prstGeom prst="rect">
              <a:avLst/>
            </a:prstGeom>
            <a:solidFill>
              <a:schemeClr val="accent5">
                <a:alpha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0A116CF9-DCF6-4F08-B01A-D5F353F83B1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7467600" y="0"/>
              <a:ext cx="4724400" cy="6858000"/>
            </a:xfrm>
            <a:prstGeom prst="rect">
              <a:avLst/>
            </a:prstGeom>
            <a:solidFill>
              <a:schemeClr val="accent6">
                <a:lumMod val="20000"/>
                <a:lumOff val="80000"/>
                <a:alpha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44D26783-C1CA-4BE1-9D40-3EA516AE3E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4267200"/>
          </a:xfrm>
          <a:custGeom>
            <a:avLst/>
            <a:gdLst>
              <a:gd name="connsiteX0" fmla="*/ 2537169 w 12192000"/>
              <a:gd name="connsiteY0" fmla="*/ 4125568 h 4267200"/>
              <a:gd name="connsiteX1" fmla="*/ 3246267 w 12192000"/>
              <a:gd name="connsiteY1" fmla="*/ 4262961 h 4267200"/>
              <a:gd name="connsiteX2" fmla="*/ 3253970 w 12192000"/>
              <a:gd name="connsiteY2" fmla="*/ 4267200 h 4267200"/>
              <a:gd name="connsiteX3" fmla="*/ 3071791 w 12192000"/>
              <a:gd name="connsiteY3" fmla="*/ 4267200 h 4267200"/>
              <a:gd name="connsiteX4" fmla="*/ 2975095 w 12192000"/>
              <a:gd name="connsiteY4" fmla="*/ 4243356 h 4267200"/>
              <a:gd name="connsiteX5" fmla="*/ 2626982 w 12192000"/>
              <a:gd name="connsiteY5" fmla="*/ 4206450 h 4267200"/>
              <a:gd name="connsiteX6" fmla="*/ 2490617 w 12192000"/>
              <a:gd name="connsiteY6" fmla="*/ 4206951 h 4267200"/>
              <a:gd name="connsiteX7" fmla="*/ 2819869 w 12192000"/>
              <a:gd name="connsiteY7" fmla="*/ 4252936 h 4267200"/>
              <a:gd name="connsiteX8" fmla="*/ 2900997 w 12192000"/>
              <a:gd name="connsiteY8" fmla="*/ 4267200 h 4267200"/>
              <a:gd name="connsiteX9" fmla="*/ 2705858 w 12192000"/>
              <a:gd name="connsiteY9" fmla="*/ 4267200 h 4267200"/>
              <a:gd name="connsiteX10" fmla="*/ 2561467 w 12192000"/>
              <a:gd name="connsiteY10" fmla="*/ 4246270 h 4267200"/>
              <a:gd name="connsiteX11" fmla="*/ 2305292 w 12192000"/>
              <a:gd name="connsiteY11" fmla="*/ 4219492 h 4267200"/>
              <a:gd name="connsiteX12" fmla="*/ 2409349 w 12192000"/>
              <a:gd name="connsiteY12" fmla="*/ 4267200 h 4267200"/>
              <a:gd name="connsiteX13" fmla="*/ 2266705 w 12192000"/>
              <a:gd name="connsiteY13" fmla="*/ 4267200 h 4267200"/>
              <a:gd name="connsiteX14" fmla="*/ 2183576 w 12192000"/>
              <a:gd name="connsiteY14" fmla="*/ 4227150 h 4267200"/>
              <a:gd name="connsiteX15" fmla="*/ 2151029 w 12192000"/>
              <a:gd name="connsiteY15" fmla="*/ 4146947 h 4267200"/>
              <a:gd name="connsiteX16" fmla="*/ 2537169 w 12192000"/>
              <a:gd name="connsiteY16" fmla="*/ 4125568 h 4267200"/>
              <a:gd name="connsiteX17" fmla="*/ 9258094 w 12192000"/>
              <a:gd name="connsiteY17" fmla="*/ 3958602 h 4267200"/>
              <a:gd name="connsiteX18" fmla="*/ 8526712 w 12192000"/>
              <a:gd name="connsiteY18" fmla="*/ 4119804 h 4267200"/>
              <a:gd name="connsiteX19" fmla="*/ 9258094 w 12192000"/>
              <a:gd name="connsiteY19" fmla="*/ 3958602 h 4267200"/>
              <a:gd name="connsiteX20" fmla="*/ 9168987 w 12192000"/>
              <a:gd name="connsiteY20" fmla="*/ 3919232 h 4267200"/>
              <a:gd name="connsiteX21" fmla="*/ 8603910 w 12192000"/>
              <a:gd name="connsiteY21" fmla="*/ 4068895 h 4267200"/>
              <a:gd name="connsiteX22" fmla="*/ 9252382 w 12192000"/>
              <a:gd name="connsiteY22" fmla="*/ 3927759 h 4267200"/>
              <a:gd name="connsiteX23" fmla="*/ 9168987 w 12192000"/>
              <a:gd name="connsiteY23" fmla="*/ 3919232 h 4267200"/>
              <a:gd name="connsiteX24" fmla="*/ 1635889 w 12192000"/>
              <a:gd name="connsiteY24" fmla="*/ 3709494 h 4267200"/>
              <a:gd name="connsiteX25" fmla="*/ 1634800 w 12192000"/>
              <a:gd name="connsiteY25" fmla="*/ 3731111 h 4267200"/>
              <a:gd name="connsiteX26" fmla="*/ 1635889 w 12192000"/>
              <a:gd name="connsiteY26" fmla="*/ 3709494 h 4267200"/>
              <a:gd name="connsiteX27" fmla="*/ 3174829 w 12192000"/>
              <a:gd name="connsiteY27" fmla="*/ 3620110 h 4267200"/>
              <a:gd name="connsiteX28" fmla="*/ 3189263 w 12192000"/>
              <a:gd name="connsiteY28" fmla="*/ 3625726 h 4267200"/>
              <a:gd name="connsiteX29" fmla="*/ 3560912 w 12192000"/>
              <a:gd name="connsiteY29" fmla="*/ 4079863 h 4267200"/>
              <a:gd name="connsiteX30" fmla="*/ 3611854 w 12192000"/>
              <a:gd name="connsiteY30" fmla="*/ 4188366 h 4267200"/>
              <a:gd name="connsiteX31" fmla="*/ 3631583 w 12192000"/>
              <a:gd name="connsiteY31" fmla="*/ 4267200 h 4267200"/>
              <a:gd name="connsiteX32" fmla="*/ 3575699 w 12192000"/>
              <a:gd name="connsiteY32" fmla="*/ 4267200 h 4267200"/>
              <a:gd name="connsiteX33" fmla="*/ 3575567 w 12192000"/>
              <a:gd name="connsiteY33" fmla="*/ 4263588 h 4267200"/>
              <a:gd name="connsiteX34" fmla="*/ 3467355 w 12192000"/>
              <a:gd name="connsiteY34" fmla="*/ 3988130 h 4267200"/>
              <a:gd name="connsiteX35" fmla="*/ 3310753 w 12192000"/>
              <a:gd name="connsiteY35" fmla="*/ 3787140 h 4267200"/>
              <a:gd name="connsiteX36" fmla="*/ 3291335 w 12192000"/>
              <a:gd name="connsiteY36" fmla="*/ 3767420 h 4267200"/>
              <a:gd name="connsiteX37" fmla="*/ 3390805 w 12192000"/>
              <a:gd name="connsiteY37" fmla="*/ 3937163 h 4267200"/>
              <a:gd name="connsiteX38" fmla="*/ 3545740 w 12192000"/>
              <a:gd name="connsiteY38" fmla="*/ 4251102 h 4267200"/>
              <a:gd name="connsiteX39" fmla="*/ 3550709 w 12192000"/>
              <a:gd name="connsiteY39" fmla="*/ 4267200 h 4267200"/>
              <a:gd name="connsiteX40" fmla="*/ 3513586 w 12192000"/>
              <a:gd name="connsiteY40" fmla="*/ 4267200 h 4267200"/>
              <a:gd name="connsiteX41" fmla="*/ 3470728 w 12192000"/>
              <a:gd name="connsiteY41" fmla="*/ 4152456 h 4267200"/>
              <a:gd name="connsiteX42" fmla="*/ 3364433 w 12192000"/>
              <a:gd name="connsiteY42" fmla="*/ 3953121 h 4267200"/>
              <a:gd name="connsiteX43" fmla="*/ 3316479 w 12192000"/>
              <a:gd name="connsiteY43" fmla="*/ 3872136 h 4267200"/>
              <a:gd name="connsiteX44" fmla="*/ 3504482 w 12192000"/>
              <a:gd name="connsiteY44" fmla="*/ 4267200 h 4267200"/>
              <a:gd name="connsiteX45" fmla="*/ 3467547 w 12192000"/>
              <a:gd name="connsiteY45" fmla="*/ 4267200 h 4267200"/>
              <a:gd name="connsiteX46" fmla="*/ 3177952 w 12192000"/>
              <a:gd name="connsiteY46" fmla="*/ 3657386 h 4267200"/>
              <a:gd name="connsiteX47" fmla="*/ 3174829 w 12192000"/>
              <a:gd name="connsiteY47" fmla="*/ 3620110 h 4267200"/>
              <a:gd name="connsiteX48" fmla="*/ 11279315 w 12192000"/>
              <a:gd name="connsiteY48" fmla="*/ 3618448 h 4267200"/>
              <a:gd name="connsiteX49" fmla="*/ 11317765 w 12192000"/>
              <a:gd name="connsiteY49" fmla="*/ 3638405 h 4267200"/>
              <a:gd name="connsiteX50" fmla="*/ 11304886 w 12192000"/>
              <a:gd name="connsiteY50" fmla="*/ 4200582 h 4267200"/>
              <a:gd name="connsiteX51" fmla="*/ 11298904 w 12192000"/>
              <a:gd name="connsiteY51" fmla="*/ 4267200 h 4267200"/>
              <a:gd name="connsiteX52" fmla="*/ 11213088 w 12192000"/>
              <a:gd name="connsiteY52" fmla="*/ 4267200 h 4267200"/>
              <a:gd name="connsiteX53" fmla="*/ 11219157 w 12192000"/>
              <a:gd name="connsiteY53" fmla="*/ 4210725 h 4267200"/>
              <a:gd name="connsiteX54" fmla="*/ 11225213 w 12192000"/>
              <a:gd name="connsiteY54" fmla="*/ 3936722 h 4267200"/>
              <a:gd name="connsiteX55" fmla="*/ 11182914 w 12192000"/>
              <a:gd name="connsiteY55" fmla="*/ 4196771 h 4267200"/>
              <a:gd name="connsiteX56" fmla="*/ 11172266 w 12192000"/>
              <a:gd name="connsiteY56" fmla="*/ 4267200 h 4267200"/>
              <a:gd name="connsiteX57" fmla="*/ 11140975 w 12192000"/>
              <a:gd name="connsiteY57" fmla="*/ 4267200 h 4267200"/>
              <a:gd name="connsiteX58" fmla="*/ 11152239 w 12192000"/>
              <a:gd name="connsiteY58" fmla="*/ 4192628 h 4267200"/>
              <a:gd name="connsiteX59" fmla="*/ 11201005 w 12192000"/>
              <a:gd name="connsiteY59" fmla="*/ 3900089 h 4267200"/>
              <a:gd name="connsiteX60" fmla="*/ 11105754 w 12192000"/>
              <a:gd name="connsiteY60" fmla="*/ 4139192 h 4267200"/>
              <a:gd name="connsiteX61" fmla="*/ 11065821 w 12192000"/>
              <a:gd name="connsiteY61" fmla="*/ 4267200 h 4267200"/>
              <a:gd name="connsiteX62" fmla="*/ 10978133 w 12192000"/>
              <a:gd name="connsiteY62" fmla="*/ 4267200 h 4267200"/>
              <a:gd name="connsiteX63" fmla="*/ 11088889 w 12192000"/>
              <a:gd name="connsiteY63" fmla="*/ 3963916 h 4267200"/>
              <a:gd name="connsiteX64" fmla="*/ 11231212 w 12192000"/>
              <a:gd name="connsiteY64" fmla="*/ 3645474 h 4267200"/>
              <a:gd name="connsiteX65" fmla="*/ 11279315 w 12192000"/>
              <a:gd name="connsiteY65" fmla="*/ 3618448 h 4267200"/>
              <a:gd name="connsiteX66" fmla="*/ 10296877 w 12192000"/>
              <a:gd name="connsiteY66" fmla="*/ 3526602 h 4267200"/>
              <a:gd name="connsiteX67" fmla="*/ 10314210 w 12192000"/>
              <a:gd name="connsiteY67" fmla="*/ 3538353 h 4267200"/>
              <a:gd name="connsiteX68" fmla="*/ 10450858 w 12192000"/>
              <a:gd name="connsiteY68" fmla="*/ 3902477 h 4267200"/>
              <a:gd name="connsiteX69" fmla="*/ 10572255 w 12192000"/>
              <a:gd name="connsiteY69" fmla="*/ 4267200 h 4267200"/>
              <a:gd name="connsiteX70" fmla="*/ 10477642 w 12192000"/>
              <a:gd name="connsiteY70" fmla="*/ 4267200 h 4267200"/>
              <a:gd name="connsiteX71" fmla="*/ 10436479 w 12192000"/>
              <a:gd name="connsiteY71" fmla="*/ 4144570 h 4267200"/>
              <a:gd name="connsiteX72" fmla="*/ 10277529 w 12192000"/>
              <a:gd name="connsiteY72" fmla="*/ 3701307 h 4267200"/>
              <a:gd name="connsiteX73" fmla="*/ 10276797 w 12192000"/>
              <a:gd name="connsiteY73" fmla="*/ 3708672 h 4267200"/>
              <a:gd name="connsiteX74" fmla="*/ 10385906 w 12192000"/>
              <a:gd name="connsiteY74" fmla="*/ 4147031 h 4267200"/>
              <a:gd name="connsiteX75" fmla="*/ 10431445 w 12192000"/>
              <a:gd name="connsiteY75" fmla="*/ 4267200 h 4267200"/>
              <a:gd name="connsiteX76" fmla="*/ 10398237 w 12192000"/>
              <a:gd name="connsiteY76" fmla="*/ 4267200 h 4267200"/>
              <a:gd name="connsiteX77" fmla="*/ 10356661 w 12192000"/>
              <a:gd name="connsiteY77" fmla="*/ 4157302 h 4267200"/>
              <a:gd name="connsiteX78" fmla="*/ 10268559 w 12192000"/>
              <a:gd name="connsiteY78" fmla="*/ 3871054 h 4267200"/>
              <a:gd name="connsiteX79" fmla="*/ 10340065 w 12192000"/>
              <a:gd name="connsiteY79" fmla="*/ 4201637 h 4267200"/>
              <a:gd name="connsiteX80" fmla="*/ 10368861 w 12192000"/>
              <a:gd name="connsiteY80" fmla="*/ 4267200 h 4267200"/>
              <a:gd name="connsiteX81" fmla="*/ 10267862 w 12192000"/>
              <a:gd name="connsiteY81" fmla="*/ 4267200 h 4267200"/>
              <a:gd name="connsiteX82" fmla="*/ 10236210 w 12192000"/>
              <a:gd name="connsiteY82" fmla="*/ 4185635 h 4267200"/>
              <a:gd name="connsiteX83" fmla="*/ 10225980 w 12192000"/>
              <a:gd name="connsiteY83" fmla="*/ 3561061 h 4267200"/>
              <a:gd name="connsiteX84" fmla="*/ 10296877 w 12192000"/>
              <a:gd name="connsiteY84" fmla="*/ 3526602 h 4267200"/>
              <a:gd name="connsiteX85" fmla="*/ 3429186 w 12192000"/>
              <a:gd name="connsiteY85" fmla="*/ 3458784 h 4267200"/>
              <a:gd name="connsiteX86" fmla="*/ 3446761 w 12192000"/>
              <a:gd name="connsiteY86" fmla="*/ 3461278 h 4267200"/>
              <a:gd name="connsiteX87" fmla="*/ 4419733 w 12192000"/>
              <a:gd name="connsiteY87" fmla="*/ 3963555 h 4267200"/>
              <a:gd name="connsiteX88" fmla="*/ 4659448 w 12192000"/>
              <a:gd name="connsiteY88" fmla="*/ 4172746 h 4267200"/>
              <a:gd name="connsiteX89" fmla="*/ 4719140 w 12192000"/>
              <a:gd name="connsiteY89" fmla="*/ 4267200 h 4267200"/>
              <a:gd name="connsiteX90" fmla="*/ 4641222 w 12192000"/>
              <a:gd name="connsiteY90" fmla="*/ 4267200 h 4267200"/>
              <a:gd name="connsiteX91" fmla="*/ 4599968 w 12192000"/>
              <a:gd name="connsiteY91" fmla="*/ 4207074 h 4267200"/>
              <a:gd name="connsiteX92" fmla="*/ 4136093 w 12192000"/>
              <a:gd name="connsiteY92" fmla="*/ 3858466 h 4267200"/>
              <a:gd name="connsiteX93" fmla="*/ 3670252 w 12192000"/>
              <a:gd name="connsiteY93" fmla="*/ 3622798 h 4267200"/>
              <a:gd name="connsiteX94" fmla="*/ 3817258 w 12192000"/>
              <a:gd name="connsiteY94" fmla="*/ 3723577 h 4267200"/>
              <a:gd name="connsiteX95" fmla="*/ 4000461 w 12192000"/>
              <a:gd name="connsiteY95" fmla="*/ 3855966 h 4267200"/>
              <a:gd name="connsiteX96" fmla="*/ 4088180 w 12192000"/>
              <a:gd name="connsiteY96" fmla="*/ 3929774 h 4267200"/>
              <a:gd name="connsiteX97" fmla="*/ 4184555 w 12192000"/>
              <a:gd name="connsiteY97" fmla="*/ 4010683 h 4267200"/>
              <a:gd name="connsiteX98" fmla="*/ 4399563 w 12192000"/>
              <a:gd name="connsiteY98" fmla="*/ 4158106 h 4267200"/>
              <a:gd name="connsiteX99" fmla="*/ 4546299 w 12192000"/>
              <a:gd name="connsiteY99" fmla="*/ 4254934 h 4267200"/>
              <a:gd name="connsiteX100" fmla="*/ 4561743 w 12192000"/>
              <a:gd name="connsiteY100" fmla="*/ 4267200 h 4267200"/>
              <a:gd name="connsiteX101" fmla="*/ 4509274 w 12192000"/>
              <a:gd name="connsiteY101" fmla="*/ 4267200 h 4267200"/>
              <a:gd name="connsiteX102" fmla="*/ 4383389 w 12192000"/>
              <a:gd name="connsiteY102" fmla="*/ 4184369 h 4267200"/>
              <a:gd name="connsiteX103" fmla="*/ 4165508 w 12192000"/>
              <a:gd name="connsiteY103" fmla="*/ 4035196 h 4267200"/>
              <a:gd name="connsiteX104" fmla="*/ 4068162 w 12192000"/>
              <a:gd name="connsiteY104" fmla="*/ 3953394 h 4267200"/>
              <a:gd name="connsiteX105" fmla="*/ 3981416 w 12192000"/>
              <a:gd name="connsiteY105" fmla="*/ 3880482 h 4267200"/>
              <a:gd name="connsiteX106" fmla="*/ 3800147 w 12192000"/>
              <a:gd name="connsiteY106" fmla="*/ 3749872 h 4267200"/>
              <a:gd name="connsiteX107" fmla="*/ 3655073 w 12192000"/>
              <a:gd name="connsiteY107" fmla="*/ 3650884 h 4267200"/>
              <a:gd name="connsiteX108" fmla="*/ 3989938 w 12192000"/>
              <a:gd name="connsiteY108" fmla="*/ 3991685 h 4267200"/>
              <a:gd name="connsiteX109" fmla="*/ 4393907 w 12192000"/>
              <a:gd name="connsiteY109" fmla="*/ 4261258 h 4267200"/>
              <a:gd name="connsiteX110" fmla="*/ 4408201 w 12192000"/>
              <a:gd name="connsiteY110" fmla="*/ 4267200 h 4267200"/>
              <a:gd name="connsiteX111" fmla="*/ 4250346 w 12192000"/>
              <a:gd name="connsiteY111" fmla="*/ 4267200 h 4267200"/>
              <a:gd name="connsiteX112" fmla="*/ 4245269 w 12192000"/>
              <a:gd name="connsiteY112" fmla="*/ 4265040 h 4267200"/>
              <a:gd name="connsiteX113" fmla="*/ 4036318 w 12192000"/>
              <a:gd name="connsiteY113" fmla="*/ 4147013 h 4267200"/>
              <a:gd name="connsiteX114" fmla="*/ 3432098 w 12192000"/>
              <a:gd name="connsiteY114" fmla="*/ 3537312 h 4267200"/>
              <a:gd name="connsiteX115" fmla="*/ 3429186 w 12192000"/>
              <a:gd name="connsiteY115" fmla="*/ 3458784 h 4267200"/>
              <a:gd name="connsiteX116" fmla="*/ 9334796 w 12192000"/>
              <a:gd name="connsiteY116" fmla="*/ 3456584 h 4267200"/>
              <a:gd name="connsiteX117" fmla="*/ 9651570 w 12192000"/>
              <a:gd name="connsiteY117" fmla="*/ 3826505 h 4267200"/>
              <a:gd name="connsiteX118" fmla="*/ 9334796 w 12192000"/>
              <a:gd name="connsiteY118" fmla="*/ 3456584 h 4267200"/>
              <a:gd name="connsiteX119" fmla="*/ 4440129 w 12192000"/>
              <a:gd name="connsiteY119" fmla="*/ 3448571 h 4267200"/>
              <a:gd name="connsiteX120" fmla="*/ 4856525 w 12192000"/>
              <a:gd name="connsiteY120" fmla="*/ 3915351 h 4267200"/>
              <a:gd name="connsiteX121" fmla="*/ 5059055 w 12192000"/>
              <a:gd name="connsiteY121" fmla="*/ 4108918 h 4267200"/>
              <a:gd name="connsiteX122" fmla="*/ 5290070 w 12192000"/>
              <a:gd name="connsiteY122" fmla="*/ 4263619 h 4267200"/>
              <a:gd name="connsiteX123" fmla="*/ 4834991 w 12192000"/>
              <a:gd name="connsiteY123" fmla="*/ 3830985 h 4267200"/>
              <a:gd name="connsiteX124" fmla="*/ 4440129 w 12192000"/>
              <a:gd name="connsiteY124" fmla="*/ 3448571 h 4267200"/>
              <a:gd name="connsiteX125" fmla="*/ 5425834 w 12192000"/>
              <a:gd name="connsiteY125" fmla="*/ 3162785 h 4267200"/>
              <a:gd name="connsiteX126" fmla="*/ 5401644 w 12192000"/>
              <a:gd name="connsiteY126" fmla="*/ 3617847 h 4267200"/>
              <a:gd name="connsiteX127" fmla="*/ 5467256 w 12192000"/>
              <a:gd name="connsiteY127" fmla="*/ 4175494 h 4267200"/>
              <a:gd name="connsiteX128" fmla="*/ 5448069 w 12192000"/>
              <a:gd name="connsiteY128" fmla="*/ 3567554 h 4267200"/>
              <a:gd name="connsiteX129" fmla="*/ 1318687 w 12192000"/>
              <a:gd name="connsiteY129" fmla="*/ 3113840 h 4267200"/>
              <a:gd name="connsiteX130" fmla="*/ 1066793 w 12192000"/>
              <a:gd name="connsiteY130" fmla="*/ 3212171 h 4267200"/>
              <a:gd name="connsiteX131" fmla="*/ 993319 w 12192000"/>
              <a:gd name="connsiteY131" fmla="*/ 3247648 h 4267200"/>
              <a:gd name="connsiteX132" fmla="*/ 853081 w 12192000"/>
              <a:gd name="connsiteY132" fmla="*/ 3312410 h 4267200"/>
              <a:gd name="connsiteX133" fmla="*/ 805957 w 12192000"/>
              <a:gd name="connsiteY133" fmla="*/ 3330443 h 4267200"/>
              <a:gd name="connsiteX134" fmla="*/ 1318687 w 12192000"/>
              <a:gd name="connsiteY134" fmla="*/ 3113840 h 4267200"/>
              <a:gd name="connsiteX135" fmla="*/ 5453702 w 12192000"/>
              <a:gd name="connsiteY135" fmla="*/ 3090882 h 4267200"/>
              <a:gd name="connsiteX136" fmla="*/ 5480135 w 12192000"/>
              <a:gd name="connsiteY136" fmla="*/ 3565802 h 4267200"/>
              <a:gd name="connsiteX137" fmla="*/ 5499023 w 12192000"/>
              <a:gd name="connsiteY137" fmla="*/ 4166310 h 4267200"/>
              <a:gd name="connsiteX138" fmla="*/ 5547022 w 12192000"/>
              <a:gd name="connsiteY138" fmla="*/ 3607838 h 4267200"/>
              <a:gd name="connsiteX139" fmla="*/ 5515964 w 12192000"/>
              <a:gd name="connsiteY139" fmla="*/ 3378541 h 4267200"/>
              <a:gd name="connsiteX140" fmla="*/ 5453702 w 12192000"/>
              <a:gd name="connsiteY140" fmla="*/ 3090882 h 4267200"/>
              <a:gd name="connsiteX141" fmla="*/ 9790480 w 12192000"/>
              <a:gd name="connsiteY141" fmla="*/ 3078533 h 4267200"/>
              <a:gd name="connsiteX142" fmla="*/ 9763295 w 12192000"/>
              <a:gd name="connsiteY142" fmla="*/ 3245370 h 4267200"/>
              <a:gd name="connsiteX143" fmla="*/ 9736458 w 12192000"/>
              <a:gd name="connsiteY143" fmla="*/ 3758413 h 4267200"/>
              <a:gd name="connsiteX144" fmla="*/ 9763499 w 12192000"/>
              <a:gd name="connsiteY144" fmla="*/ 3528057 h 4267200"/>
              <a:gd name="connsiteX145" fmla="*/ 9793906 w 12192000"/>
              <a:gd name="connsiteY145" fmla="*/ 3231157 h 4267200"/>
              <a:gd name="connsiteX146" fmla="*/ 9791874 w 12192000"/>
              <a:gd name="connsiteY146" fmla="*/ 3142788 h 4267200"/>
              <a:gd name="connsiteX147" fmla="*/ 9790480 w 12192000"/>
              <a:gd name="connsiteY147" fmla="*/ 3078533 h 4267200"/>
              <a:gd name="connsiteX148" fmla="*/ 1238695 w 12192000"/>
              <a:gd name="connsiteY148" fmla="*/ 3076820 h 4267200"/>
              <a:gd name="connsiteX149" fmla="*/ 716371 w 12192000"/>
              <a:gd name="connsiteY149" fmla="*/ 3293249 h 4267200"/>
              <a:gd name="connsiteX150" fmla="*/ 579522 w 12192000"/>
              <a:gd name="connsiteY150" fmla="*/ 3371759 h 4267200"/>
              <a:gd name="connsiteX151" fmla="*/ 600288 w 12192000"/>
              <a:gd name="connsiteY151" fmla="*/ 3365555 h 4267200"/>
              <a:gd name="connsiteX152" fmla="*/ 840692 w 12192000"/>
              <a:gd name="connsiteY152" fmla="*/ 3284921 h 4267200"/>
              <a:gd name="connsiteX153" fmla="*/ 979248 w 12192000"/>
              <a:gd name="connsiteY153" fmla="*/ 3221003 h 4267200"/>
              <a:gd name="connsiteX154" fmla="*/ 1053282 w 12192000"/>
              <a:gd name="connsiteY154" fmla="*/ 3185247 h 4267200"/>
              <a:gd name="connsiteX155" fmla="*/ 1320603 w 12192000"/>
              <a:gd name="connsiteY155" fmla="*/ 3081281 h 4267200"/>
              <a:gd name="connsiteX156" fmla="*/ 1238695 w 12192000"/>
              <a:gd name="connsiteY156" fmla="*/ 3076820 h 4267200"/>
              <a:gd name="connsiteX157" fmla="*/ 5425627 w 12192000"/>
              <a:gd name="connsiteY157" fmla="*/ 2954192 h 4267200"/>
              <a:gd name="connsiteX158" fmla="*/ 5470770 w 12192000"/>
              <a:gd name="connsiteY158" fmla="*/ 3005435 h 4267200"/>
              <a:gd name="connsiteX159" fmla="*/ 5567647 w 12192000"/>
              <a:gd name="connsiteY159" fmla="*/ 4190286 h 4267200"/>
              <a:gd name="connsiteX160" fmla="*/ 5545854 w 12192000"/>
              <a:gd name="connsiteY160" fmla="*/ 4267200 h 4267200"/>
              <a:gd name="connsiteX161" fmla="*/ 5391871 w 12192000"/>
              <a:gd name="connsiteY161" fmla="*/ 4267200 h 4267200"/>
              <a:gd name="connsiteX162" fmla="*/ 5318171 w 12192000"/>
              <a:gd name="connsiteY162" fmla="*/ 4175818 h 4267200"/>
              <a:gd name="connsiteX163" fmla="*/ 4943646 w 12192000"/>
              <a:gd name="connsiteY163" fmla="*/ 3822916 h 4267200"/>
              <a:gd name="connsiteX164" fmla="*/ 4594837 w 12192000"/>
              <a:gd name="connsiteY164" fmla="*/ 3532274 h 4267200"/>
              <a:gd name="connsiteX165" fmla="*/ 4441737 w 12192000"/>
              <a:gd name="connsiteY165" fmla="*/ 3399734 h 4267200"/>
              <a:gd name="connsiteX166" fmla="*/ 4431236 w 12192000"/>
              <a:gd name="connsiteY166" fmla="*/ 3400954 h 4267200"/>
              <a:gd name="connsiteX167" fmla="*/ 4557150 w 12192000"/>
              <a:gd name="connsiteY167" fmla="*/ 3510023 h 4267200"/>
              <a:gd name="connsiteX168" fmla="*/ 4856936 w 12192000"/>
              <a:gd name="connsiteY168" fmla="*/ 3809146 h 4267200"/>
              <a:gd name="connsiteX169" fmla="*/ 5111996 w 12192000"/>
              <a:gd name="connsiteY169" fmla="*/ 4065759 h 4267200"/>
              <a:gd name="connsiteX170" fmla="*/ 5246890 w 12192000"/>
              <a:gd name="connsiteY170" fmla="*/ 4187633 h 4267200"/>
              <a:gd name="connsiteX171" fmla="*/ 5347266 w 12192000"/>
              <a:gd name="connsiteY171" fmla="*/ 4267200 h 4267200"/>
              <a:gd name="connsiteX172" fmla="*/ 5164092 w 12192000"/>
              <a:gd name="connsiteY172" fmla="*/ 4267200 h 4267200"/>
              <a:gd name="connsiteX173" fmla="*/ 5108945 w 12192000"/>
              <a:gd name="connsiteY173" fmla="*/ 4232176 h 4267200"/>
              <a:gd name="connsiteX174" fmla="*/ 4294126 w 12192000"/>
              <a:gd name="connsiteY174" fmla="*/ 3303048 h 4267200"/>
              <a:gd name="connsiteX175" fmla="*/ 4305321 w 12192000"/>
              <a:gd name="connsiteY175" fmla="*/ 3256953 h 4267200"/>
              <a:gd name="connsiteX176" fmla="*/ 4949299 w 12192000"/>
              <a:gd name="connsiteY176" fmla="*/ 3766336 h 4267200"/>
              <a:gd name="connsiteX177" fmla="*/ 5291452 w 12192000"/>
              <a:gd name="connsiteY177" fmla="*/ 4076801 h 4267200"/>
              <a:gd name="connsiteX178" fmla="*/ 5434998 w 12192000"/>
              <a:gd name="connsiteY178" fmla="*/ 4254100 h 4267200"/>
              <a:gd name="connsiteX179" fmla="*/ 5351015 w 12192000"/>
              <a:gd name="connsiteY179" fmla="*/ 3760989 h 4267200"/>
              <a:gd name="connsiteX180" fmla="*/ 5413780 w 12192000"/>
              <a:gd name="connsiteY180" fmla="*/ 2966265 h 4267200"/>
              <a:gd name="connsiteX181" fmla="*/ 5425627 w 12192000"/>
              <a:gd name="connsiteY181" fmla="*/ 2954192 h 4267200"/>
              <a:gd name="connsiteX182" fmla="*/ 8380397 w 12192000"/>
              <a:gd name="connsiteY182" fmla="*/ 2896659 h 4267200"/>
              <a:gd name="connsiteX183" fmla="*/ 8634801 w 12192000"/>
              <a:gd name="connsiteY183" fmla="*/ 3304169 h 4267200"/>
              <a:gd name="connsiteX184" fmla="*/ 8971448 w 12192000"/>
              <a:gd name="connsiteY184" fmla="*/ 3675946 h 4267200"/>
              <a:gd name="connsiteX185" fmla="*/ 8820691 w 12192000"/>
              <a:gd name="connsiteY185" fmla="*/ 3486482 h 4267200"/>
              <a:gd name="connsiteX186" fmla="*/ 8807612 w 12192000"/>
              <a:gd name="connsiteY186" fmla="*/ 3467256 h 4267200"/>
              <a:gd name="connsiteX187" fmla="*/ 8556796 w 12192000"/>
              <a:gd name="connsiteY187" fmla="*/ 3116474 h 4267200"/>
              <a:gd name="connsiteX188" fmla="*/ 8427018 w 12192000"/>
              <a:gd name="connsiteY188" fmla="*/ 2948853 h 4267200"/>
              <a:gd name="connsiteX189" fmla="*/ 8380397 w 12192000"/>
              <a:gd name="connsiteY189" fmla="*/ 2896659 h 4267200"/>
              <a:gd name="connsiteX190" fmla="*/ 9831020 w 12192000"/>
              <a:gd name="connsiteY190" fmla="*/ 2871730 h 4267200"/>
              <a:gd name="connsiteX191" fmla="*/ 9827707 w 12192000"/>
              <a:gd name="connsiteY191" fmla="*/ 2915231 h 4267200"/>
              <a:gd name="connsiteX192" fmla="*/ 9820699 w 12192000"/>
              <a:gd name="connsiteY192" fmla="*/ 3051540 h 4267200"/>
              <a:gd name="connsiteX193" fmla="*/ 9822525 w 12192000"/>
              <a:gd name="connsiteY193" fmla="*/ 3140814 h 4267200"/>
              <a:gd name="connsiteX194" fmla="*/ 9824704 w 12192000"/>
              <a:gd name="connsiteY194" fmla="*/ 3230628 h 4267200"/>
              <a:gd name="connsiteX195" fmla="*/ 9793821 w 12192000"/>
              <a:gd name="connsiteY195" fmla="*/ 3531652 h 4267200"/>
              <a:gd name="connsiteX196" fmla="*/ 9767436 w 12192000"/>
              <a:gd name="connsiteY196" fmla="*/ 3750864 h 4267200"/>
              <a:gd name="connsiteX197" fmla="*/ 9814477 w 12192000"/>
              <a:gd name="connsiteY197" fmla="*/ 3662531 h 4267200"/>
              <a:gd name="connsiteX198" fmla="*/ 9831020 w 12192000"/>
              <a:gd name="connsiteY198" fmla="*/ 2871730 h 4267200"/>
              <a:gd name="connsiteX199" fmla="*/ 8380521 w 12192000"/>
              <a:gd name="connsiteY199" fmla="*/ 2850596 h 4267200"/>
              <a:gd name="connsiteX200" fmla="*/ 8451446 w 12192000"/>
              <a:gd name="connsiteY200" fmla="*/ 2928627 h 4267200"/>
              <a:gd name="connsiteX201" fmla="*/ 8582269 w 12192000"/>
              <a:gd name="connsiteY201" fmla="*/ 3097880 h 4267200"/>
              <a:gd name="connsiteX202" fmla="*/ 8833783 w 12192000"/>
              <a:gd name="connsiteY202" fmla="*/ 3449753 h 4267200"/>
              <a:gd name="connsiteX203" fmla="*/ 8846863 w 12192000"/>
              <a:gd name="connsiteY203" fmla="*/ 3468981 h 4267200"/>
              <a:gd name="connsiteX204" fmla="*/ 8960046 w 12192000"/>
              <a:gd name="connsiteY204" fmla="*/ 3620389 h 4267200"/>
              <a:gd name="connsiteX205" fmla="*/ 8380521 w 12192000"/>
              <a:gd name="connsiteY205" fmla="*/ 2850596 h 4267200"/>
              <a:gd name="connsiteX206" fmla="*/ 9854151 w 12192000"/>
              <a:gd name="connsiteY206" fmla="*/ 2642862 h 4267200"/>
              <a:gd name="connsiteX207" fmla="*/ 9871341 w 12192000"/>
              <a:gd name="connsiteY207" fmla="*/ 2659697 h 4267200"/>
              <a:gd name="connsiteX208" fmla="*/ 9966678 w 12192000"/>
              <a:gd name="connsiteY208" fmla="*/ 3423399 h 4267200"/>
              <a:gd name="connsiteX209" fmla="*/ 9880832 w 12192000"/>
              <a:gd name="connsiteY209" fmla="*/ 3700562 h 4267200"/>
              <a:gd name="connsiteX210" fmla="*/ 9896024 w 12192000"/>
              <a:gd name="connsiteY210" fmla="*/ 4178295 h 4267200"/>
              <a:gd name="connsiteX211" fmla="*/ 10028060 w 12192000"/>
              <a:gd name="connsiteY211" fmla="*/ 4267200 h 4267200"/>
              <a:gd name="connsiteX212" fmla="*/ 9651813 w 12192000"/>
              <a:gd name="connsiteY212" fmla="*/ 4267200 h 4267200"/>
              <a:gd name="connsiteX213" fmla="*/ 9814527 w 12192000"/>
              <a:gd name="connsiteY213" fmla="*/ 4248048 h 4267200"/>
              <a:gd name="connsiteX214" fmla="*/ 9615182 w 12192000"/>
              <a:gd name="connsiteY214" fmla="*/ 4220499 h 4267200"/>
              <a:gd name="connsiteX215" fmla="*/ 9465210 w 12192000"/>
              <a:gd name="connsiteY215" fmla="*/ 4242240 h 4267200"/>
              <a:gd name="connsiteX216" fmla="*/ 9387108 w 12192000"/>
              <a:gd name="connsiteY216" fmla="*/ 4267200 h 4267200"/>
              <a:gd name="connsiteX217" fmla="*/ 9268441 w 12192000"/>
              <a:gd name="connsiteY217" fmla="*/ 4267200 h 4267200"/>
              <a:gd name="connsiteX218" fmla="*/ 9307676 w 12192000"/>
              <a:gd name="connsiteY218" fmla="*/ 4251276 h 4267200"/>
              <a:gd name="connsiteX219" fmla="*/ 9761570 w 12192000"/>
              <a:gd name="connsiteY219" fmla="*/ 4182283 h 4267200"/>
              <a:gd name="connsiteX220" fmla="*/ 9368237 w 12192000"/>
              <a:gd name="connsiteY220" fmla="*/ 3949470 h 4267200"/>
              <a:gd name="connsiteX221" fmla="*/ 9354614 w 12192000"/>
              <a:gd name="connsiteY221" fmla="*/ 3951288 h 4267200"/>
              <a:gd name="connsiteX222" fmla="*/ 8364351 w 12192000"/>
              <a:gd name="connsiteY222" fmla="*/ 4159267 h 4267200"/>
              <a:gd name="connsiteX223" fmla="*/ 8386567 w 12192000"/>
              <a:gd name="connsiteY223" fmla="*/ 4119760 h 4267200"/>
              <a:gd name="connsiteX224" fmla="*/ 9231713 w 12192000"/>
              <a:gd name="connsiteY224" fmla="*/ 3873539 h 4267200"/>
              <a:gd name="connsiteX225" fmla="*/ 9023301 w 12192000"/>
              <a:gd name="connsiteY225" fmla="*/ 3763109 h 4267200"/>
              <a:gd name="connsiteX226" fmla="*/ 9010556 w 12192000"/>
              <a:gd name="connsiteY226" fmla="*/ 3758998 h 4267200"/>
              <a:gd name="connsiteX227" fmla="*/ 8604324 w 12192000"/>
              <a:gd name="connsiteY227" fmla="*/ 3417171 h 4267200"/>
              <a:gd name="connsiteX228" fmla="*/ 8218577 w 12192000"/>
              <a:gd name="connsiteY228" fmla="*/ 2770227 h 4267200"/>
              <a:gd name="connsiteX229" fmla="*/ 8222774 w 12192000"/>
              <a:gd name="connsiteY229" fmla="*/ 2749954 h 4267200"/>
              <a:gd name="connsiteX230" fmla="*/ 8297623 w 12192000"/>
              <a:gd name="connsiteY230" fmla="*/ 2731935 h 4267200"/>
              <a:gd name="connsiteX231" fmla="*/ 9090618 w 12192000"/>
              <a:gd name="connsiteY231" fmla="*/ 3716225 h 4267200"/>
              <a:gd name="connsiteX232" fmla="*/ 9762441 w 12192000"/>
              <a:gd name="connsiteY232" fmla="*/ 4093587 h 4267200"/>
              <a:gd name="connsiteX233" fmla="*/ 9717826 w 12192000"/>
              <a:gd name="connsiteY233" fmla="*/ 3916719 h 4267200"/>
              <a:gd name="connsiteX234" fmla="*/ 9713123 w 12192000"/>
              <a:gd name="connsiteY234" fmla="*/ 3916663 h 4267200"/>
              <a:gd name="connsiteX235" fmla="*/ 9175594 w 12192000"/>
              <a:gd name="connsiteY235" fmla="*/ 3326950 h 4267200"/>
              <a:gd name="connsiteX236" fmla="*/ 9253941 w 12192000"/>
              <a:gd name="connsiteY236" fmla="*/ 3287566 h 4267200"/>
              <a:gd name="connsiteX237" fmla="*/ 9625671 w 12192000"/>
              <a:gd name="connsiteY237" fmla="*/ 3639960 h 4267200"/>
              <a:gd name="connsiteX238" fmla="*/ 9656881 w 12192000"/>
              <a:gd name="connsiteY238" fmla="*/ 3333361 h 4267200"/>
              <a:gd name="connsiteX239" fmla="*/ 9782066 w 12192000"/>
              <a:gd name="connsiteY239" fmla="*/ 2680771 h 4267200"/>
              <a:gd name="connsiteX240" fmla="*/ 9854151 w 12192000"/>
              <a:gd name="connsiteY240" fmla="*/ 2642862 h 4267200"/>
              <a:gd name="connsiteX241" fmla="*/ 11114299 w 12192000"/>
              <a:gd name="connsiteY241" fmla="*/ 2390555 h 4267200"/>
              <a:gd name="connsiteX242" fmla="*/ 11113373 w 12192000"/>
              <a:gd name="connsiteY242" fmla="*/ 2392739 h 4267200"/>
              <a:gd name="connsiteX243" fmla="*/ 11117197 w 12192000"/>
              <a:gd name="connsiteY243" fmla="*/ 2394358 h 4267200"/>
              <a:gd name="connsiteX244" fmla="*/ 11114299 w 12192000"/>
              <a:gd name="connsiteY244" fmla="*/ 2390555 h 4267200"/>
              <a:gd name="connsiteX245" fmla="*/ 10506276 w 12192000"/>
              <a:gd name="connsiteY245" fmla="*/ 2118977 h 4267200"/>
              <a:gd name="connsiteX246" fmla="*/ 10431542 w 12192000"/>
              <a:gd name="connsiteY246" fmla="*/ 2525128 h 4267200"/>
              <a:gd name="connsiteX247" fmla="*/ 10391375 w 12192000"/>
              <a:gd name="connsiteY247" fmla="*/ 2667145 h 4267200"/>
              <a:gd name="connsiteX248" fmla="*/ 10355047 w 12192000"/>
              <a:gd name="connsiteY248" fmla="*/ 2832031 h 4267200"/>
              <a:gd name="connsiteX249" fmla="*/ 10336080 w 12192000"/>
              <a:gd name="connsiteY249" fmla="*/ 2927011 h 4267200"/>
              <a:gd name="connsiteX250" fmla="*/ 10389394 w 12192000"/>
              <a:gd name="connsiteY250" fmla="*/ 2782834 h 4267200"/>
              <a:gd name="connsiteX251" fmla="*/ 10506276 w 12192000"/>
              <a:gd name="connsiteY251" fmla="*/ 2118977 h 4267200"/>
              <a:gd name="connsiteX252" fmla="*/ 11538179 w 12192000"/>
              <a:gd name="connsiteY252" fmla="*/ 2090376 h 4267200"/>
              <a:gd name="connsiteX253" fmla="*/ 11577479 w 12192000"/>
              <a:gd name="connsiteY253" fmla="*/ 2228695 h 4267200"/>
              <a:gd name="connsiteX254" fmla="*/ 11586754 w 12192000"/>
              <a:gd name="connsiteY254" fmla="*/ 2266098 h 4267200"/>
              <a:gd name="connsiteX255" fmla="*/ 11609011 w 12192000"/>
              <a:gd name="connsiteY255" fmla="*/ 2353427 h 4267200"/>
              <a:gd name="connsiteX256" fmla="*/ 11761579 w 12192000"/>
              <a:gd name="connsiteY256" fmla="*/ 2703223 h 4267200"/>
              <a:gd name="connsiteX257" fmla="*/ 11877711 w 12192000"/>
              <a:gd name="connsiteY257" fmla="*/ 2947465 h 4267200"/>
              <a:gd name="connsiteX258" fmla="*/ 11538179 w 12192000"/>
              <a:gd name="connsiteY258" fmla="*/ 2090376 h 4267200"/>
              <a:gd name="connsiteX259" fmla="*/ 6604735 w 12192000"/>
              <a:gd name="connsiteY259" fmla="*/ 2041381 h 4267200"/>
              <a:gd name="connsiteX260" fmla="*/ 7204487 w 12192000"/>
              <a:gd name="connsiteY260" fmla="*/ 2742112 h 4267200"/>
              <a:gd name="connsiteX261" fmla="*/ 7131592 w 12192000"/>
              <a:gd name="connsiteY261" fmla="*/ 2672096 h 4267200"/>
              <a:gd name="connsiteX262" fmla="*/ 6996344 w 12192000"/>
              <a:gd name="connsiteY262" fmla="*/ 2518310 h 4267200"/>
              <a:gd name="connsiteX263" fmla="*/ 6735495 w 12192000"/>
              <a:gd name="connsiteY263" fmla="*/ 2196890 h 4267200"/>
              <a:gd name="connsiteX264" fmla="*/ 6721901 w 12192000"/>
              <a:gd name="connsiteY264" fmla="*/ 2179274 h 4267200"/>
              <a:gd name="connsiteX265" fmla="*/ 6604735 w 12192000"/>
              <a:gd name="connsiteY265" fmla="*/ 2041381 h 4267200"/>
              <a:gd name="connsiteX266" fmla="*/ 11488421 w 12192000"/>
              <a:gd name="connsiteY266" fmla="*/ 2034549 h 4267200"/>
              <a:gd name="connsiteX267" fmla="*/ 11840356 w 12192000"/>
              <a:gd name="connsiteY267" fmla="*/ 2932293 h 4267200"/>
              <a:gd name="connsiteX268" fmla="*/ 11736331 w 12192000"/>
              <a:gd name="connsiteY268" fmla="*/ 2715710 h 4267200"/>
              <a:gd name="connsiteX269" fmla="*/ 11581560 w 12192000"/>
              <a:gd name="connsiteY269" fmla="*/ 2360474 h 4267200"/>
              <a:gd name="connsiteX270" fmla="*/ 11558442 w 12192000"/>
              <a:gd name="connsiteY270" fmla="*/ 2272139 h 4267200"/>
              <a:gd name="connsiteX271" fmla="*/ 11549169 w 12192000"/>
              <a:gd name="connsiteY271" fmla="*/ 2234734 h 4267200"/>
              <a:gd name="connsiteX272" fmla="*/ 11488421 w 12192000"/>
              <a:gd name="connsiteY272" fmla="*/ 2034549 h 4267200"/>
              <a:gd name="connsiteX273" fmla="*/ 10468916 w 12192000"/>
              <a:gd name="connsiteY273" fmla="*/ 2032338 h 4267200"/>
              <a:gd name="connsiteX274" fmla="*/ 10421480 w 12192000"/>
              <a:gd name="connsiteY274" fmla="*/ 2185446 h 4267200"/>
              <a:gd name="connsiteX275" fmla="*/ 10351264 w 12192000"/>
              <a:gd name="connsiteY275" fmla="*/ 2591574 h 4267200"/>
              <a:gd name="connsiteX276" fmla="*/ 10294485 w 12192000"/>
              <a:gd name="connsiteY276" fmla="*/ 2991809 h 4267200"/>
              <a:gd name="connsiteX277" fmla="*/ 10327850 w 12192000"/>
              <a:gd name="connsiteY277" fmla="*/ 2826310 h 4267200"/>
              <a:gd name="connsiteX278" fmla="*/ 10364099 w 12192000"/>
              <a:gd name="connsiteY278" fmla="*/ 2660098 h 4267200"/>
              <a:gd name="connsiteX279" fmla="*/ 10404725 w 12192000"/>
              <a:gd name="connsiteY279" fmla="*/ 2516991 h 4267200"/>
              <a:gd name="connsiteX280" fmla="*/ 10478071 w 12192000"/>
              <a:gd name="connsiteY280" fmla="*/ 2114122 h 4267200"/>
              <a:gd name="connsiteX281" fmla="*/ 10468916 w 12192000"/>
              <a:gd name="connsiteY281" fmla="*/ 2032338 h 4267200"/>
              <a:gd name="connsiteX282" fmla="*/ 10573132 w 12192000"/>
              <a:gd name="connsiteY282" fmla="*/ 1991479 h 4267200"/>
              <a:gd name="connsiteX283" fmla="*/ 11066880 w 12192000"/>
              <a:gd name="connsiteY283" fmla="*/ 2371770 h 4267200"/>
              <a:gd name="connsiteX284" fmla="*/ 10573132 w 12192000"/>
              <a:gd name="connsiteY284" fmla="*/ 1991479 h 4267200"/>
              <a:gd name="connsiteX285" fmla="*/ 6591670 w 12192000"/>
              <a:gd name="connsiteY285" fmla="*/ 1988277 h 4267200"/>
              <a:gd name="connsiteX286" fmla="*/ 6747349 w 12192000"/>
              <a:gd name="connsiteY286" fmla="*/ 2160069 h 4267200"/>
              <a:gd name="connsiteX287" fmla="*/ 6760943 w 12192000"/>
              <a:gd name="connsiteY287" fmla="*/ 2177686 h 4267200"/>
              <a:gd name="connsiteX288" fmla="*/ 7021065 w 12192000"/>
              <a:gd name="connsiteY288" fmla="*/ 2498102 h 4267200"/>
              <a:gd name="connsiteX289" fmla="*/ 7155223 w 12192000"/>
              <a:gd name="connsiteY289" fmla="*/ 2650386 h 4267200"/>
              <a:gd name="connsiteX290" fmla="*/ 7203167 w 12192000"/>
              <a:gd name="connsiteY290" fmla="*/ 2697288 h 4267200"/>
              <a:gd name="connsiteX291" fmla="*/ 6937703 w 12192000"/>
              <a:gd name="connsiteY291" fmla="*/ 2321981 h 4267200"/>
              <a:gd name="connsiteX292" fmla="*/ 6591670 w 12192000"/>
              <a:gd name="connsiteY292" fmla="*/ 1988277 h 4267200"/>
              <a:gd name="connsiteX293" fmla="*/ 5798671 w 12192000"/>
              <a:gd name="connsiteY293" fmla="*/ 1981601 h 4267200"/>
              <a:gd name="connsiteX294" fmla="*/ 5754709 w 12192000"/>
              <a:gd name="connsiteY294" fmla="*/ 2071454 h 4267200"/>
              <a:gd name="connsiteX295" fmla="*/ 5763044 w 12192000"/>
              <a:gd name="connsiteY295" fmla="*/ 2842206 h 4267200"/>
              <a:gd name="connsiteX296" fmla="*/ 5764974 w 12192000"/>
              <a:gd name="connsiteY296" fmla="*/ 2799609 h 4267200"/>
              <a:gd name="connsiteX297" fmla="*/ 5767665 w 12192000"/>
              <a:gd name="connsiteY297" fmla="*/ 2666409 h 4267200"/>
              <a:gd name="connsiteX298" fmla="*/ 5763055 w 12192000"/>
              <a:gd name="connsiteY298" fmla="*/ 2579705 h 4267200"/>
              <a:gd name="connsiteX299" fmla="*/ 5758079 w 12192000"/>
              <a:gd name="connsiteY299" fmla="*/ 2492508 h 4267200"/>
              <a:gd name="connsiteX300" fmla="*/ 5779325 w 12192000"/>
              <a:gd name="connsiteY300" fmla="*/ 2197069 h 4267200"/>
              <a:gd name="connsiteX301" fmla="*/ 5798671 w 12192000"/>
              <a:gd name="connsiteY301" fmla="*/ 1981601 h 4267200"/>
              <a:gd name="connsiteX302" fmla="*/ 5829202 w 12192000"/>
              <a:gd name="connsiteY302" fmla="*/ 1971679 h 4267200"/>
              <a:gd name="connsiteX303" fmla="*/ 5809558 w 12192000"/>
              <a:gd name="connsiteY303" fmla="*/ 2198043 h 4267200"/>
              <a:gd name="connsiteX304" fmla="*/ 5788653 w 12192000"/>
              <a:gd name="connsiteY304" fmla="*/ 2489430 h 4267200"/>
              <a:gd name="connsiteX305" fmla="*/ 5793439 w 12192000"/>
              <a:gd name="connsiteY305" fmla="*/ 2575235 h 4267200"/>
              <a:gd name="connsiteX306" fmla="*/ 5796837 w 12192000"/>
              <a:gd name="connsiteY306" fmla="*/ 2637633 h 4267200"/>
              <a:gd name="connsiteX307" fmla="*/ 5818614 w 12192000"/>
              <a:gd name="connsiteY307" fmla="*/ 2473055 h 4267200"/>
              <a:gd name="connsiteX308" fmla="*/ 5829202 w 12192000"/>
              <a:gd name="connsiteY308" fmla="*/ 1971679 h 4267200"/>
              <a:gd name="connsiteX309" fmla="*/ 10578769 w 12192000"/>
              <a:gd name="connsiteY309" fmla="*/ 1962963 h 4267200"/>
              <a:gd name="connsiteX310" fmla="*/ 11073823 w 12192000"/>
              <a:gd name="connsiteY310" fmla="*/ 2338658 h 4267200"/>
              <a:gd name="connsiteX311" fmla="*/ 10578769 w 12192000"/>
              <a:gd name="connsiteY311" fmla="*/ 1962963 h 4267200"/>
              <a:gd name="connsiteX312" fmla="*/ 5911389 w 12192000"/>
              <a:gd name="connsiteY312" fmla="*/ 1898371 h 4267200"/>
              <a:gd name="connsiteX313" fmla="*/ 6237627 w 12192000"/>
              <a:gd name="connsiteY313" fmla="*/ 2231921 h 4267200"/>
              <a:gd name="connsiteX314" fmla="*/ 5911389 w 12192000"/>
              <a:gd name="connsiteY314" fmla="*/ 1898371 h 4267200"/>
              <a:gd name="connsiteX315" fmla="*/ 6944437 w 12192000"/>
              <a:gd name="connsiteY315" fmla="*/ 1575402 h 4267200"/>
              <a:gd name="connsiteX316" fmla="*/ 6304730 w 12192000"/>
              <a:gd name="connsiteY316" fmla="*/ 1766654 h 4267200"/>
              <a:gd name="connsiteX317" fmla="*/ 6944437 w 12192000"/>
              <a:gd name="connsiteY317" fmla="*/ 1575402 h 4267200"/>
              <a:gd name="connsiteX318" fmla="*/ 7019523 w 12192000"/>
              <a:gd name="connsiteY318" fmla="*/ 1519450 h 4267200"/>
              <a:gd name="connsiteX319" fmla="*/ 6298091 w 12192000"/>
              <a:gd name="connsiteY319" fmla="*/ 1737122 h 4267200"/>
              <a:gd name="connsiteX320" fmla="*/ 7019523 w 12192000"/>
              <a:gd name="connsiteY320" fmla="*/ 1519450 h 4267200"/>
              <a:gd name="connsiteX321" fmla="*/ 2399523 w 12192000"/>
              <a:gd name="connsiteY321" fmla="*/ 1428234 h 4267200"/>
              <a:gd name="connsiteX322" fmla="*/ 2224982 w 12192000"/>
              <a:gd name="connsiteY322" fmla="*/ 1826201 h 4267200"/>
              <a:gd name="connsiteX323" fmla="*/ 2096099 w 12192000"/>
              <a:gd name="connsiteY323" fmla="*/ 2345900 h 4267200"/>
              <a:gd name="connsiteX324" fmla="*/ 2283317 w 12192000"/>
              <a:gd name="connsiteY324" fmla="*/ 1796925 h 4267200"/>
              <a:gd name="connsiteX325" fmla="*/ 2448558 w 12192000"/>
              <a:gd name="connsiteY325" fmla="*/ 1373435 h 4267200"/>
              <a:gd name="connsiteX326" fmla="*/ 2312521 w 12192000"/>
              <a:gd name="connsiteY326" fmla="*/ 1806140 h 4267200"/>
              <a:gd name="connsiteX327" fmla="*/ 2127533 w 12192000"/>
              <a:gd name="connsiteY327" fmla="*/ 2348380 h 4267200"/>
              <a:gd name="connsiteX328" fmla="*/ 2358080 w 12192000"/>
              <a:gd name="connsiteY328" fmla="*/ 1866134 h 4267200"/>
              <a:gd name="connsiteX329" fmla="*/ 2407436 w 12192000"/>
              <a:gd name="connsiteY329" fmla="*/ 1651070 h 4267200"/>
              <a:gd name="connsiteX330" fmla="*/ 2448558 w 12192000"/>
              <a:gd name="connsiteY330" fmla="*/ 1373435 h 4267200"/>
              <a:gd name="connsiteX331" fmla="*/ 278707 w 12192000"/>
              <a:gd name="connsiteY331" fmla="*/ 1352270 h 4267200"/>
              <a:gd name="connsiteX332" fmla="*/ 321570 w 12192000"/>
              <a:gd name="connsiteY332" fmla="*/ 1861610 h 4267200"/>
              <a:gd name="connsiteX333" fmla="*/ 294281 w 12192000"/>
              <a:gd name="connsiteY333" fmla="*/ 1440658 h 4267200"/>
              <a:gd name="connsiteX334" fmla="*/ 1423821 w 12192000"/>
              <a:gd name="connsiteY334" fmla="*/ 1351958 h 4267200"/>
              <a:gd name="connsiteX335" fmla="*/ 1638521 w 12192000"/>
              <a:gd name="connsiteY335" fmla="*/ 1908470 h 4267200"/>
              <a:gd name="connsiteX336" fmla="*/ 1754199 w 12192000"/>
              <a:gd name="connsiteY336" fmla="*/ 2149284 h 4267200"/>
              <a:gd name="connsiteX337" fmla="*/ 1908359 w 12192000"/>
              <a:gd name="connsiteY337" fmla="*/ 2364988 h 4267200"/>
              <a:gd name="connsiteX338" fmla="*/ 1647661 w 12192000"/>
              <a:gd name="connsiteY338" fmla="*/ 1825945 h 4267200"/>
              <a:gd name="connsiteX339" fmla="*/ 1423821 w 12192000"/>
              <a:gd name="connsiteY339" fmla="*/ 1351958 h 4267200"/>
              <a:gd name="connsiteX340" fmla="*/ 9518298 w 12192000"/>
              <a:gd name="connsiteY340" fmla="*/ 1338235 h 4267200"/>
              <a:gd name="connsiteX341" fmla="*/ 9838009 w 12192000"/>
              <a:gd name="connsiteY341" fmla="*/ 2272553 h 4267200"/>
              <a:gd name="connsiteX342" fmla="*/ 9805906 w 12192000"/>
              <a:gd name="connsiteY342" fmla="*/ 2159819 h 4267200"/>
              <a:gd name="connsiteX343" fmla="*/ 9801623 w 12192000"/>
              <a:gd name="connsiteY343" fmla="*/ 2142555 h 4267200"/>
              <a:gd name="connsiteX344" fmla="*/ 9628671 w 12192000"/>
              <a:gd name="connsiteY344" fmla="*/ 1617375 h 4267200"/>
              <a:gd name="connsiteX345" fmla="*/ 9598299 w 12192000"/>
              <a:gd name="connsiteY345" fmla="*/ 1544643 h 4267200"/>
              <a:gd name="connsiteX346" fmla="*/ 9518298 w 12192000"/>
              <a:gd name="connsiteY346" fmla="*/ 1338235 h 4267200"/>
              <a:gd name="connsiteX347" fmla="*/ 1431890 w 12192000"/>
              <a:gd name="connsiteY347" fmla="*/ 1306475 h 4267200"/>
              <a:gd name="connsiteX348" fmla="*/ 1507597 w 12192000"/>
              <a:gd name="connsiteY348" fmla="*/ 1446132 h 4267200"/>
              <a:gd name="connsiteX349" fmla="*/ 1674586 w 12192000"/>
              <a:gd name="connsiteY349" fmla="*/ 1813832 h 4267200"/>
              <a:gd name="connsiteX350" fmla="*/ 1815950 w 12192000"/>
              <a:gd name="connsiteY350" fmla="*/ 2128564 h 4267200"/>
              <a:gd name="connsiteX351" fmla="*/ 1984242 w 12192000"/>
              <a:gd name="connsiteY351" fmla="*/ 2430829 h 4267200"/>
              <a:gd name="connsiteX352" fmla="*/ 2014023 w 12192000"/>
              <a:gd name="connsiteY352" fmla="*/ 2450995 h 4267200"/>
              <a:gd name="connsiteX353" fmla="*/ 1747337 w 12192000"/>
              <a:gd name="connsiteY353" fmla="*/ 1855264 h 4267200"/>
              <a:gd name="connsiteX354" fmla="*/ 1533749 w 12192000"/>
              <a:gd name="connsiteY354" fmla="*/ 1478656 h 4267200"/>
              <a:gd name="connsiteX355" fmla="*/ 1431890 w 12192000"/>
              <a:gd name="connsiteY355" fmla="*/ 1306475 h 4267200"/>
              <a:gd name="connsiteX356" fmla="*/ 5052692 w 12192000"/>
              <a:gd name="connsiteY356" fmla="*/ 1292994 h 4267200"/>
              <a:gd name="connsiteX357" fmla="*/ 5200661 w 12192000"/>
              <a:gd name="connsiteY357" fmla="*/ 1635186 h 4267200"/>
              <a:gd name="connsiteX358" fmla="*/ 5297138 w 12192000"/>
              <a:gd name="connsiteY358" fmla="*/ 1906351 h 4267200"/>
              <a:gd name="connsiteX359" fmla="*/ 5052692 w 12192000"/>
              <a:gd name="connsiteY359" fmla="*/ 1292994 h 4267200"/>
              <a:gd name="connsiteX360" fmla="*/ 9528078 w 12192000"/>
              <a:gd name="connsiteY360" fmla="*/ 1278636 h 4267200"/>
              <a:gd name="connsiteX361" fmla="*/ 9623946 w 12192000"/>
              <a:gd name="connsiteY361" fmla="*/ 1534260 h 4267200"/>
              <a:gd name="connsiteX362" fmla="*/ 9654858 w 12192000"/>
              <a:gd name="connsiteY362" fmla="*/ 1607218 h 4267200"/>
              <a:gd name="connsiteX363" fmla="*/ 9826304 w 12192000"/>
              <a:gd name="connsiteY363" fmla="*/ 2125320 h 4267200"/>
              <a:gd name="connsiteX364" fmla="*/ 9701198 w 12192000"/>
              <a:gd name="connsiteY364" fmla="*/ 1646797 h 4267200"/>
              <a:gd name="connsiteX365" fmla="*/ 9528078 w 12192000"/>
              <a:gd name="connsiteY365" fmla="*/ 1278636 h 4267200"/>
              <a:gd name="connsiteX366" fmla="*/ 5009948 w 12192000"/>
              <a:gd name="connsiteY366" fmla="*/ 1273619 h 4267200"/>
              <a:gd name="connsiteX367" fmla="*/ 5121777 w 12192000"/>
              <a:gd name="connsiteY367" fmla="*/ 1654213 h 4267200"/>
              <a:gd name="connsiteX368" fmla="*/ 5293545 w 12192000"/>
              <a:gd name="connsiteY368" fmla="*/ 2072247 h 4267200"/>
              <a:gd name="connsiteX369" fmla="*/ 5294042 w 12192000"/>
              <a:gd name="connsiteY369" fmla="*/ 2065019 h 4267200"/>
              <a:gd name="connsiteX370" fmla="*/ 5171936 w 12192000"/>
              <a:gd name="connsiteY370" fmla="*/ 1647613 h 4267200"/>
              <a:gd name="connsiteX371" fmla="*/ 5009948 w 12192000"/>
              <a:gd name="connsiteY371" fmla="*/ 1273619 h 4267200"/>
              <a:gd name="connsiteX372" fmla="*/ 655236 w 12192000"/>
              <a:gd name="connsiteY372" fmla="*/ 1268632 h 4267200"/>
              <a:gd name="connsiteX373" fmla="*/ 839521 w 12192000"/>
              <a:gd name="connsiteY373" fmla="*/ 1685315 h 4267200"/>
              <a:gd name="connsiteX374" fmla="*/ 1109416 w 12192000"/>
              <a:gd name="connsiteY374" fmla="*/ 2061663 h 4267200"/>
              <a:gd name="connsiteX375" fmla="*/ 1298300 w 12192000"/>
              <a:gd name="connsiteY375" fmla="*/ 2247742 h 4267200"/>
              <a:gd name="connsiteX376" fmla="*/ 1125871 w 12192000"/>
              <a:gd name="connsiteY376" fmla="*/ 1989513 h 4267200"/>
              <a:gd name="connsiteX377" fmla="*/ 981574 w 12192000"/>
              <a:gd name="connsiteY377" fmla="*/ 1783157 h 4267200"/>
              <a:gd name="connsiteX378" fmla="*/ 922198 w 12192000"/>
              <a:gd name="connsiteY378" fmla="*/ 1677437 h 4267200"/>
              <a:gd name="connsiteX379" fmla="*/ 869293 w 12192000"/>
              <a:gd name="connsiteY379" fmla="*/ 1583214 h 4267200"/>
              <a:gd name="connsiteX380" fmla="*/ 751431 w 12192000"/>
              <a:gd name="connsiteY380" fmla="*/ 1405731 h 4267200"/>
              <a:gd name="connsiteX381" fmla="*/ 6516292 w 12192000"/>
              <a:gd name="connsiteY381" fmla="*/ 1263064 h 4267200"/>
              <a:gd name="connsiteX382" fmla="*/ 5736320 w 12192000"/>
              <a:gd name="connsiteY382" fmla="*/ 1501803 h 4267200"/>
              <a:gd name="connsiteX383" fmla="*/ 6516292 w 12192000"/>
              <a:gd name="connsiteY383" fmla="*/ 1263064 h 4267200"/>
              <a:gd name="connsiteX384" fmla="*/ 291466 w 12192000"/>
              <a:gd name="connsiteY384" fmla="*/ 1250369 h 4267200"/>
              <a:gd name="connsiteX385" fmla="*/ 323180 w 12192000"/>
              <a:gd name="connsiteY385" fmla="*/ 1435283 h 4267200"/>
              <a:gd name="connsiteX386" fmla="*/ 349381 w 12192000"/>
              <a:gd name="connsiteY386" fmla="*/ 1875041 h 4267200"/>
              <a:gd name="connsiteX387" fmla="*/ 374363 w 12192000"/>
              <a:gd name="connsiteY387" fmla="*/ 1506494 h 4267200"/>
              <a:gd name="connsiteX388" fmla="*/ 302168 w 12192000"/>
              <a:gd name="connsiteY388" fmla="*/ 1274495 h 4267200"/>
              <a:gd name="connsiteX389" fmla="*/ 291466 w 12192000"/>
              <a:gd name="connsiteY389" fmla="*/ 1250369 h 4267200"/>
              <a:gd name="connsiteX390" fmla="*/ 678222 w 12192000"/>
              <a:gd name="connsiteY390" fmla="*/ 1248670 h 4267200"/>
              <a:gd name="connsiteX391" fmla="*/ 775536 w 12192000"/>
              <a:gd name="connsiteY391" fmla="*/ 1388015 h 4267200"/>
              <a:gd name="connsiteX392" fmla="*/ 894529 w 12192000"/>
              <a:gd name="connsiteY392" fmla="*/ 1567739 h 4267200"/>
              <a:gd name="connsiteX393" fmla="*/ 948000 w 12192000"/>
              <a:gd name="connsiteY393" fmla="*/ 1663088 h 4267200"/>
              <a:gd name="connsiteX394" fmla="*/ 1006812 w 12192000"/>
              <a:gd name="connsiteY394" fmla="*/ 1767683 h 4267200"/>
              <a:gd name="connsiteX395" fmla="*/ 1149133 w 12192000"/>
              <a:gd name="connsiteY395" fmla="*/ 1971513 h 4267200"/>
              <a:gd name="connsiteX396" fmla="*/ 1333952 w 12192000"/>
              <a:gd name="connsiteY396" fmla="*/ 2251620 h 4267200"/>
              <a:gd name="connsiteX397" fmla="*/ 1337329 w 12192000"/>
              <a:gd name="connsiteY397" fmla="*/ 2258350 h 4267200"/>
              <a:gd name="connsiteX398" fmla="*/ 1014726 w 12192000"/>
              <a:gd name="connsiteY398" fmla="*/ 1615556 h 4267200"/>
              <a:gd name="connsiteX399" fmla="*/ 678222 w 12192000"/>
              <a:gd name="connsiteY399" fmla="*/ 1248670 h 4267200"/>
              <a:gd name="connsiteX400" fmla="*/ 9441752 w 12192000"/>
              <a:gd name="connsiteY400" fmla="*/ 1245311 h 4267200"/>
              <a:gd name="connsiteX401" fmla="*/ 9278979 w 12192000"/>
              <a:gd name="connsiteY401" fmla="*/ 1406236 h 4267200"/>
              <a:gd name="connsiteX402" fmla="*/ 9235540 w 12192000"/>
              <a:gd name="connsiteY402" fmla="*/ 1546869 h 4267200"/>
              <a:gd name="connsiteX403" fmla="*/ 9264074 w 12192000"/>
              <a:gd name="connsiteY403" fmla="*/ 1557016 h 4267200"/>
              <a:gd name="connsiteX404" fmla="*/ 9441752 w 12192000"/>
              <a:gd name="connsiteY404" fmla="*/ 1245311 h 4267200"/>
              <a:gd name="connsiteX405" fmla="*/ 6691602 w 12192000"/>
              <a:gd name="connsiteY405" fmla="*/ 1140573 h 4267200"/>
              <a:gd name="connsiteX406" fmla="*/ 6571100 w 12192000"/>
              <a:gd name="connsiteY406" fmla="*/ 1183662 h 4267200"/>
              <a:gd name="connsiteX407" fmla="*/ 6241687 w 12192000"/>
              <a:gd name="connsiteY407" fmla="*/ 1257600 h 4267200"/>
              <a:gd name="connsiteX408" fmla="*/ 5693009 w 12192000"/>
              <a:gd name="connsiteY408" fmla="*/ 1478256 h 4267200"/>
              <a:gd name="connsiteX409" fmla="*/ 6548420 w 12192000"/>
              <a:gd name="connsiteY409" fmla="*/ 1214599 h 4267200"/>
              <a:gd name="connsiteX410" fmla="*/ 6605473 w 12192000"/>
              <a:gd name="connsiteY410" fmla="*/ 1184686 h 4267200"/>
              <a:gd name="connsiteX411" fmla="*/ 6691602 w 12192000"/>
              <a:gd name="connsiteY411" fmla="*/ 1140573 h 4267200"/>
              <a:gd name="connsiteX412" fmla="*/ 4002475 w 12192000"/>
              <a:gd name="connsiteY412" fmla="*/ 1037802 h 4267200"/>
              <a:gd name="connsiteX413" fmla="*/ 4000324 w 12192000"/>
              <a:gd name="connsiteY413" fmla="*/ 1039362 h 4267200"/>
              <a:gd name="connsiteX414" fmla="*/ 4002862 w 12192000"/>
              <a:gd name="connsiteY414" fmla="*/ 1042866 h 4267200"/>
              <a:gd name="connsiteX415" fmla="*/ 4002475 w 12192000"/>
              <a:gd name="connsiteY415" fmla="*/ 1037802 h 4267200"/>
              <a:gd name="connsiteX416" fmla="*/ 506322 w 12192000"/>
              <a:gd name="connsiteY416" fmla="*/ 1020997 h 4267200"/>
              <a:gd name="connsiteX417" fmla="*/ 533068 w 12192000"/>
              <a:gd name="connsiteY417" fmla="*/ 1029409 h 4267200"/>
              <a:gd name="connsiteX418" fmla="*/ 1232525 w 12192000"/>
              <a:gd name="connsiteY418" fmla="*/ 1804675 h 4267200"/>
              <a:gd name="connsiteX419" fmla="*/ 1388858 w 12192000"/>
              <a:gd name="connsiteY419" fmla="*/ 2368011 h 4267200"/>
              <a:gd name="connsiteX420" fmla="*/ 1384098 w 12192000"/>
              <a:gd name="connsiteY420" fmla="*/ 2378125 h 4267200"/>
              <a:gd name="connsiteX421" fmla="*/ 1425393 w 12192000"/>
              <a:gd name="connsiteY421" fmla="*/ 2589124 h 4267200"/>
              <a:gd name="connsiteX422" fmla="*/ 1424001 w 12192000"/>
              <a:gd name="connsiteY422" fmla="*/ 2597541 h 4267200"/>
              <a:gd name="connsiteX423" fmla="*/ 2152729 w 12192000"/>
              <a:gd name="connsiteY423" fmla="*/ 2864487 h 4267200"/>
              <a:gd name="connsiteX424" fmla="*/ 2020609 w 12192000"/>
              <a:gd name="connsiteY424" fmla="*/ 2539671 h 4267200"/>
              <a:gd name="connsiteX425" fmla="*/ 2018920 w 12192000"/>
              <a:gd name="connsiteY425" fmla="*/ 2536309 h 4267200"/>
              <a:gd name="connsiteX426" fmla="*/ 1342441 w 12192000"/>
              <a:gd name="connsiteY426" fmla="*/ 1173017 h 4267200"/>
              <a:gd name="connsiteX427" fmla="*/ 1367925 w 12192000"/>
              <a:gd name="connsiteY427" fmla="*/ 1135648 h 4267200"/>
              <a:gd name="connsiteX428" fmla="*/ 1771401 w 12192000"/>
              <a:gd name="connsiteY428" fmla="*/ 1806673 h 4267200"/>
              <a:gd name="connsiteX429" fmla="*/ 1972385 w 12192000"/>
              <a:gd name="connsiteY429" fmla="*/ 2198735 h 4267200"/>
              <a:gd name="connsiteX430" fmla="*/ 2040892 w 12192000"/>
              <a:gd name="connsiteY430" fmla="*/ 2405205 h 4267200"/>
              <a:gd name="connsiteX431" fmla="*/ 2131689 w 12192000"/>
              <a:gd name="connsiteY431" fmla="*/ 1936926 h 4267200"/>
              <a:gd name="connsiteX432" fmla="*/ 2454820 w 12192000"/>
              <a:gd name="connsiteY432" fmla="*/ 1248808 h 4267200"/>
              <a:gd name="connsiteX433" fmla="*/ 2492512 w 12192000"/>
              <a:gd name="connsiteY433" fmla="*/ 1302920 h 4267200"/>
              <a:gd name="connsiteX434" fmla="*/ 2081216 w 12192000"/>
              <a:gd name="connsiteY434" fmla="*/ 2527513 h 4267200"/>
              <a:gd name="connsiteX435" fmla="*/ 2081211 w 12192000"/>
              <a:gd name="connsiteY435" fmla="*/ 2528916 h 4267200"/>
              <a:gd name="connsiteX436" fmla="*/ 2199067 w 12192000"/>
              <a:gd name="connsiteY436" fmla="*/ 2884061 h 4267200"/>
              <a:gd name="connsiteX437" fmla="*/ 3192586 w 12192000"/>
              <a:gd name="connsiteY437" fmla="*/ 3411496 h 4267200"/>
              <a:gd name="connsiteX438" fmla="*/ 3182620 w 12192000"/>
              <a:gd name="connsiteY438" fmla="*/ 3483279 h 4267200"/>
              <a:gd name="connsiteX439" fmla="*/ 2435119 w 12192000"/>
              <a:gd name="connsiteY439" fmla="*/ 3080173 h 4267200"/>
              <a:gd name="connsiteX440" fmla="*/ 2410152 w 12192000"/>
              <a:gd name="connsiteY440" fmla="*/ 3063751 h 4267200"/>
              <a:gd name="connsiteX441" fmla="*/ 2408099 w 12192000"/>
              <a:gd name="connsiteY441" fmla="*/ 3064403 h 4267200"/>
              <a:gd name="connsiteX442" fmla="*/ 2407218 w 12192000"/>
              <a:gd name="connsiteY442" fmla="*/ 3070324 h 4267200"/>
              <a:gd name="connsiteX443" fmla="*/ 2380138 w 12192000"/>
              <a:gd name="connsiteY443" fmla="*/ 3099341 h 4267200"/>
              <a:gd name="connsiteX444" fmla="*/ 1765923 w 12192000"/>
              <a:gd name="connsiteY444" fmla="*/ 3581043 h 4267200"/>
              <a:gd name="connsiteX445" fmla="*/ 1702258 w 12192000"/>
              <a:gd name="connsiteY445" fmla="*/ 3612286 h 4267200"/>
              <a:gd name="connsiteX446" fmla="*/ 1538370 w 12192000"/>
              <a:gd name="connsiteY446" fmla="*/ 3811804 h 4267200"/>
              <a:gd name="connsiteX447" fmla="*/ 1325720 w 12192000"/>
              <a:gd name="connsiteY447" fmla="*/ 4125411 h 4267200"/>
              <a:gd name="connsiteX448" fmla="*/ 1206279 w 12192000"/>
              <a:gd name="connsiteY448" fmla="*/ 4267200 h 4267200"/>
              <a:gd name="connsiteX449" fmla="*/ 1115040 w 12192000"/>
              <a:gd name="connsiteY449" fmla="*/ 4267200 h 4267200"/>
              <a:gd name="connsiteX450" fmla="*/ 1258195 w 12192000"/>
              <a:gd name="connsiteY450" fmla="*/ 4099624 h 4267200"/>
              <a:gd name="connsiteX451" fmla="*/ 1423113 w 12192000"/>
              <a:gd name="connsiteY451" fmla="*/ 3874565 h 4267200"/>
              <a:gd name="connsiteX452" fmla="*/ 1260565 w 12192000"/>
              <a:gd name="connsiteY452" fmla="*/ 4031982 h 4267200"/>
              <a:gd name="connsiteX453" fmla="*/ 1073327 w 12192000"/>
              <a:gd name="connsiteY453" fmla="*/ 4218727 h 4267200"/>
              <a:gd name="connsiteX454" fmla="*/ 1032294 w 12192000"/>
              <a:gd name="connsiteY454" fmla="*/ 4267200 h 4267200"/>
              <a:gd name="connsiteX455" fmla="*/ 993830 w 12192000"/>
              <a:gd name="connsiteY455" fmla="*/ 4267200 h 4267200"/>
              <a:gd name="connsiteX456" fmla="*/ 1051860 w 12192000"/>
              <a:gd name="connsiteY456" fmla="*/ 4198693 h 4267200"/>
              <a:gd name="connsiteX457" fmla="*/ 1240607 w 12192000"/>
              <a:gd name="connsiteY457" fmla="*/ 4010401 h 4267200"/>
              <a:gd name="connsiteX458" fmla="*/ 1310106 w 12192000"/>
              <a:gd name="connsiteY458" fmla="*/ 3943217 h 4267200"/>
              <a:gd name="connsiteX459" fmla="*/ 952103 w 12192000"/>
              <a:gd name="connsiteY459" fmla="*/ 4265972 h 4267200"/>
              <a:gd name="connsiteX460" fmla="*/ 951207 w 12192000"/>
              <a:gd name="connsiteY460" fmla="*/ 4267200 h 4267200"/>
              <a:gd name="connsiteX461" fmla="*/ 862760 w 12192000"/>
              <a:gd name="connsiteY461" fmla="*/ 4267200 h 4267200"/>
              <a:gd name="connsiteX462" fmla="*/ 909145 w 12192000"/>
              <a:gd name="connsiteY462" fmla="*/ 4199225 h 4267200"/>
              <a:gd name="connsiteX463" fmla="*/ 1214067 w 12192000"/>
              <a:gd name="connsiteY463" fmla="*/ 3908561 h 4267200"/>
              <a:gd name="connsiteX464" fmla="*/ 640967 w 12192000"/>
              <a:gd name="connsiteY464" fmla="*/ 4105601 h 4267200"/>
              <a:gd name="connsiteX465" fmla="*/ 372807 w 12192000"/>
              <a:gd name="connsiteY465" fmla="*/ 4243651 h 4267200"/>
              <a:gd name="connsiteX466" fmla="*/ 332830 w 12192000"/>
              <a:gd name="connsiteY466" fmla="*/ 4267200 h 4267200"/>
              <a:gd name="connsiteX467" fmla="*/ 168301 w 12192000"/>
              <a:gd name="connsiteY467" fmla="*/ 4267200 h 4267200"/>
              <a:gd name="connsiteX468" fmla="*/ 278002 w 12192000"/>
              <a:gd name="connsiteY468" fmla="*/ 4201399 h 4267200"/>
              <a:gd name="connsiteX469" fmla="*/ 527241 w 12192000"/>
              <a:gd name="connsiteY469" fmla="*/ 4065078 h 4267200"/>
              <a:gd name="connsiteX470" fmla="*/ 1510397 w 12192000"/>
              <a:gd name="connsiteY470" fmla="*/ 3684705 h 4267200"/>
              <a:gd name="connsiteX471" fmla="*/ 1146550 w 12192000"/>
              <a:gd name="connsiteY471" fmla="*/ 3802012 h 4267200"/>
              <a:gd name="connsiteX472" fmla="*/ 698834 w 12192000"/>
              <a:gd name="connsiteY472" fmla="*/ 3952272 h 4267200"/>
              <a:gd name="connsiteX473" fmla="*/ 192528 w 12192000"/>
              <a:gd name="connsiteY473" fmla="*/ 4236299 h 4267200"/>
              <a:gd name="connsiteX474" fmla="*/ 148586 w 12192000"/>
              <a:gd name="connsiteY474" fmla="*/ 4267200 h 4267200"/>
              <a:gd name="connsiteX475" fmla="*/ 98116 w 12192000"/>
              <a:gd name="connsiteY475" fmla="*/ 4267200 h 4267200"/>
              <a:gd name="connsiteX476" fmla="*/ 169669 w 12192000"/>
              <a:gd name="connsiteY476" fmla="*/ 4216852 h 4267200"/>
              <a:gd name="connsiteX477" fmla="*/ 687572 w 12192000"/>
              <a:gd name="connsiteY477" fmla="*/ 3925629 h 4267200"/>
              <a:gd name="connsiteX478" fmla="*/ 1138365 w 12192000"/>
              <a:gd name="connsiteY478" fmla="*/ 3774515 h 4267200"/>
              <a:gd name="connsiteX479" fmla="*/ 1505579 w 12192000"/>
              <a:gd name="connsiteY479" fmla="*/ 3655526 h 4267200"/>
              <a:gd name="connsiteX480" fmla="*/ 1313114 w 12192000"/>
              <a:gd name="connsiteY480" fmla="*/ 3655216 h 4267200"/>
              <a:gd name="connsiteX481" fmla="*/ 1109304 w 12192000"/>
              <a:gd name="connsiteY481" fmla="*/ 3669030 h 4267200"/>
              <a:gd name="connsiteX482" fmla="*/ 258951 w 12192000"/>
              <a:gd name="connsiteY482" fmla="*/ 4111994 h 4267200"/>
              <a:gd name="connsiteX483" fmla="*/ 80807 w 12192000"/>
              <a:gd name="connsiteY483" fmla="*/ 4267200 h 4267200"/>
              <a:gd name="connsiteX484" fmla="*/ 0 w 12192000"/>
              <a:gd name="connsiteY484" fmla="*/ 4267200 h 4267200"/>
              <a:gd name="connsiteX485" fmla="*/ 0 w 12192000"/>
              <a:gd name="connsiteY485" fmla="*/ 4233763 h 4267200"/>
              <a:gd name="connsiteX486" fmla="*/ 36881 w 12192000"/>
              <a:gd name="connsiteY486" fmla="*/ 4200118 h 4267200"/>
              <a:gd name="connsiteX487" fmla="*/ 910534 w 12192000"/>
              <a:gd name="connsiteY487" fmla="*/ 3629753 h 4267200"/>
              <a:gd name="connsiteX488" fmla="*/ 1578717 w 12192000"/>
              <a:gd name="connsiteY488" fmla="*/ 3575982 h 4267200"/>
              <a:gd name="connsiteX489" fmla="*/ 2338780 w 12192000"/>
              <a:gd name="connsiteY489" fmla="*/ 3033725 h 4267200"/>
              <a:gd name="connsiteX490" fmla="*/ 1807991 w 12192000"/>
              <a:gd name="connsiteY490" fmla="*/ 2807184 h 4267200"/>
              <a:gd name="connsiteX491" fmla="*/ 1416358 w 12192000"/>
              <a:gd name="connsiteY491" fmla="*/ 3112571 h 4267200"/>
              <a:gd name="connsiteX492" fmla="*/ 939066 w 12192000"/>
              <a:gd name="connsiteY492" fmla="*/ 3378798 h 4267200"/>
              <a:gd name="connsiteX493" fmla="*/ 115099 w 12192000"/>
              <a:gd name="connsiteY493" fmla="*/ 3607650 h 4267200"/>
              <a:gd name="connsiteX494" fmla="*/ 97284 w 12192000"/>
              <a:gd name="connsiteY494" fmla="*/ 3520393 h 4267200"/>
              <a:gd name="connsiteX495" fmla="*/ 922050 w 12192000"/>
              <a:gd name="connsiteY495" fmla="*/ 3074867 h 4267200"/>
              <a:gd name="connsiteX496" fmla="*/ 1405265 w 12192000"/>
              <a:gd name="connsiteY496" fmla="*/ 3016319 h 4267200"/>
              <a:gd name="connsiteX497" fmla="*/ 1407512 w 12192000"/>
              <a:gd name="connsiteY497" fmla="*/ 3018001 h 4267200"/>
              <a:gd name="connsiteX498" fmla="*/ 1726266 w 12192000"/>
              <a:gd name="connsiteY498" fmla="*/ 2777274 h 4267200"/>
              <a:gd name="connsiteX499" fmla="*/ 625390 w 12192000"/>
              <a:gd name="connsiteY499" fmla="*/ 2514541 h 4267200"/>
              <a:gd name="connsiteX500" fmla="*/ 619799 w 12192000"/>
              <a:gd name="connsiteY500" fmla="*/ 2527180 h 4267200"/>
              <a:gd name="connsiteX501" fmla="*/ 310030 w 12192000"/>
              <a:gd name="connsiteY501" fmla="*/ 2771818 h 4267200"/>
              <a:gd name="connsiteX502" fmla="*/ 173877 w 12192000"/>
              <a:gd name="connsiteY502" fmla="*/ 2937056 h 4267200"/>
              <a:gd name="connsiteX503" fmla="*/ 77889 w 12192000"/>
              <a:gd name="connsiteY503" fmla="*/ 3138440 h 4267200"/>
              <a:gd name="connsiteX504" fmla="*/ 0 w 12192000"/>
              <a:gd name="connsiteY504" fmla="*/ 3271395 h 4267200"/>
              <a:gd name="connsiteX505" fmla="*/ 0 w 12192000"/>
              <a:gd name="connsiteY505" fmla="*/ 3153002 h 4267200"/>
              <a:gd name="connsiteX506" fmla="*/ 2386 w 12192000"/>
              <a:gd name="connsiteY506" fmla="*/ 3149203 h 4267200"/>
              <a:gd name="connsiteX507" fmla="*/ 89753 w 12192000"/>
              <a:gd name="connsiteY507" fmla="*/ 2987702 h 4267200"/>
              <a:gd name="connsiteX508" fmla="*/ 76869 w 12192000"/>
              <a:gd name="connsiteY508" fmla="*/ 3005404 h 4267200"/>
              <a:gd name="connsiteX509" fmla="*/ 32049 w 12192000"/>
              <a:gd name="connsiteY509" fmla="*/ 3065814 h 4267200"/>
              <a:gd name="connsiteX510" fmla="*/ 0 w 12192000"/>
              <a:gd name="connsiteY510" fmla="*/ 3108744 h 4267200"/>
              <a:gd name="connsiteX511" fmla="*/ 0 w 12192000"/>
              <a:gd name="connsiteY511" fmla="*/ 3058059 h 4267200"/>
              <a:gd name="connsiteX512" fmla="*/ 7610 w 12192000"/>
              <a:gd name="connsiteY512" fmla="*/ 3047889 h 4267200"/>
              <a:gd name="connsiteX513" fmla="*/ 52419 w 12192000"/>
              <a:gd name="connsiteY513" fmla="*/ 2987479 h 4267200"/>
              <a:gd name="connsiteX514" fmla="*/ 59142 w 12192000"/>
              <a:gd name="connsiteY514" fmla="*/ 2978488 h 4267200"/>
              <a:gd name="connsiteX515" fmla="*/ 0 w 12192000"/>
              <a:gd name="connsiteY515" fmla="*/ 3015334 h 4267200"/>
              <a:gd name="connsiteX516" fmla="*/ 0 w 12192000"/>
              <a:gd name="connsiteY516" fmla="*/ 2914286 h 4267200"/>
              <a:gd name="connsiteX517" fmla="*/ 36383 w 12192000"/>
              <a:gd name="connsiteY517" fmla="*/ 2901128 h 4267200"/>
              <a:gd name="connsiteX518" fmla="*/ 156329 w 12192000"/>
              <a:gd name="connsiteY518" fmla="*/ 2840533 h 4267200"/>
              <a:gd name="connsiteX519" fmla="*/ 358355 w 12192000"/>
              <a:gd name="connsiteY519" fmla="*/ 2620471 h 4267200"/>
              <a:gd name="connsiteX520" fmla="*/ 510577 w 12192000"/>
              <a:gd name="connsiteY520" fmla="*/ 2501244 h 4267200"/>
              <a:gd name="connsiteX521" fmla="*/ 211967 w 12192000"/>
              <a:gd name="connsiteY521" fmla="*/ 2479171 h 4267200"/>
              <a:gd name="connsiteX522" fmla="*/ 0 w 12192000"/>
              <a:gd name="connsiteY522" fmla="*/ 2476398 h 4267200"/>
              <a:gd name="connsiteX523" fmla="*/ 0 w 12192000"/>
              <a:gd name="connsiteY523" fmla="*/ 2389189 h 4267200"/>
              <a:gd name="connsiteX524" fmla="*/ 103062 w 12192000"/>
              <a:gd name="connsiteY524" fmla="*/ 2389518 h 4267200"/>
              <a:gd name="connsiteX525" fmla="*/ 510734 w 12192000"/>
              <a:gd name="connsiteY525" fmla="*/ 2416201 h 4267200"/>
              <a:gd name="connsiteX526" fmla="*/ 279257 w 12192000"/>
              <a:gd name="connsiteY526" fmla="*/ 2092102 h 4267200"/>
              <a:gd name="connsiteX527" fmla="*/ 65265 w 12192000"/>
              <a:gd name="connsiteY527" fmla="*/ 2006049 h 4267200"/>
              <a:gd name="connsiteX528" fmla="*/ 0 w 12192000"/>
              <a:gd name="connsiteY528" fmla="*/ 1982532 h 4267200"/>
              <a:gd name="connsiteX529" fmla="*/ 0 w 12192000"/>
              <a:gd name="connsiteY529" fmla="*/ 1912789 h 4267200"/>
              <a:gd name="connsiteX530" fmla="*/ 97460 w 12192000"/>
              <a:gd name="connsiteY530" fmla="*/ 1953725 h 4267200"/>
              <a:gd name="connsiteX531" fmla="*/ 221272 w 12192000"/>
              <a:gd name="connsiteY531" fmla="*/ 1980766 h 4267200"/>
              <a:gd name="connsiteX532" fmla="*/ 116765 w 12192000"/>
              <a:gd name="connsiteY532" fmla="*/ 1911033 h 4267200"/>
              <a:gd name="connsiteX533" fmla="*/ 16405 w 12192000"/>
              <a:gd name="connsiteY533" fmla="*/ 1803412 h 4267200"/>
              <a:gd name="connsiteX534" fmla="*/ 0 w 12192000"/>
              <a:gd name="connsiteY534" fmla="*/ 1784777 h 4267200"/>
              <a:gd name="connsiteX535" fmla="*/ 0 w 12192000"/>
              <a:gd name="connsiteY535" fmla="*/ 1740082 h 4267200"/>
              <a:gd name="connsiteX536" fmla="*/ 39394 w 12192000"/>
              <a:gd name="connsiteY536" fmla="*/ 1784856 h 4267200"/>
              <a:gd name="connsiteX537" fmla="*/ 135813 w 12192000"/>
              <a:gd name="connsiteY537" fmla="*/ 1888838 h 4267200"/>
              <a:gd name="connsiteX538" fmla="*/ 242575 w 12192000"/>
              <a:gd name="connsiteY538" fmla="*/ 1958841 h 4267200"/>
              <a:gd name="connsiteX539" fmla="*/ 82197 w 12192000"/>
              <a:gd name="connsiteY539" fmla="*/ 1754826 h 4267200"/>
              <a:gd name="connsiteX540" fmla="*/ 0 w 12192000"/>
              <a:gd name="connsiteY540" fmla="*/ 1679650 h 4267200"/>
              <a:gd name="connsiteX541" fmla="*/ 0 w 12192000"/>
              <a:gd name="connsiteY541" fmla="*/ 1602463 h 4267200"/>
              <a:gd name="connsiteX542" fmla="*/ 84689 w 12192000"/>
              <a:gd name="connsiteY542" fmla="*/ 1677442 h 4267200"/>
              <a:gd name="connsiteX543" fmla="*/ 298437 w 12192000"/>
              <a:gd name="connsiteY543" fmla="*/ 1968019 h 4267200"/>
              <a:gd name="connsiteX544" fmla="*/ 227269 w 12192000"/>
              <a:gd name="connsiteY544" fmla="*/ 1114064 h 4267200"/>
              <a:gd name="connsiteX545" fmla="*/ 248003 w 12192000"/>
              <a:gd name="connsiteY545" fmla="*/ 1089613 h 4267200"/>
              <a:gd name="connsiteX546" fmla="*/ 427020 w 12192000"/>
              <a:gd name="connsiteY546" fmla="*/ 1619803 h 4267200"/>
              <a:gd name="connsiteX547" fmla="*/ 340345 w 12192000"/>
              <a:gd name="connsiteY547" fmla="*/ 2027739 h 4267200"/>
              <a:gd name="connsiteX548" fmla="*/ 360865 w 12192000"/>
              <a:gd name="connsiteY548" fmla="*/ 2044827 h 4267200"/>
              <a:gd name="connsiteX549" fmla="*/ 560414 w 12192000"/>
              <a:gd name="connsiteY549" fmla="*/ 2421457 h 4267200"/>
              <a:gd name="connsiteX550" fmla="*/ 1359703 w 12192000"/>
              <a:gd name="connsiteY550" fmla="*/ 2578554 h 4267200"/>
              <a:gd name="connsiteX551" fmla="*/ 1359422 w 12192000"/>
              <a:gd name="connsiteY551" fmla="*/ 2577994 h 4267200"/>
              <a:gd name="connsiteX552" fmla="*/ 828701 w 12192000"/>
              <a:gd name="connsiteY552" fmla="*/ 1839520 h 4267200"/>
              <a:gd name="connsiteX553" fmla="*/ 494427 w 12192000"/>
              <a:gd name="connsiteY553" fmla="*/ 1092333 h 4267200"/>
              <a:gd name="connsiteX554" fmla="*/ 506322 w 12192000"/>
              <a:gd name="connsiteY554" fmla="*/ 1020997 h 4267200"/>
              <a:gd name="connsiteX555" fmla="*/ 4570198 w 12192000"/>
              <a:gd name="connsiteY555" fmla="*/ 978081 h 4267200"/>
              <a:gd name="connsiteX556" fmla="*/ 4523691 w 12192000"/>
              <a:gd name="connsiteY556" fmla="*/ 1127776 h 4267200"/>
              <a:gd name="connsiteX557" fmla="*/ 4509875 w 12192000"/>
              <a:gd name="connsiteY557" fmla="*/ 1167552 h 4267200"/>
              <a:gd name="connsiteX558" fmla="*/ 4478168 w 12192000"/>
              <a:gd name="connsiteY558" fmla="*/ 1260735 h 4267200"/>
              <a:gd name="connsiteX559" fmla="*/ 4409309 w 12192000"/>
              <a:gd name="connsiteY559" fmla="*/ 1666996 h 4267200"/>
              <a:gd name="connsiteX560" fmla="*/ 4370031 w 12192000"/>
              <a:gd name="connsiteY560" fmla="*/ 1955666 h 4267200"/>
              <a:gd name="connsiteX561" fmla="*/ 4570198 w 12192000"/>
              <a:gd name="connsiteY561" fmla="*/ 978081 h 4267200"/>
              <a:gd name="connsiteX562" fmla="*/ 12149131 w 12192000"/>
              <a:gd name="connsiteY562" fmla="*/ 959050 h 4267200"/>
              <a:gd name="connsiteX563" fmla="*/ 12105664 w 12192000"/>
              <a:gd name="connsiteY563" fmla="*/ 1006960 h 4267200"/>
              <a:gd name="connsiteX564" fmla="*/ 11883102 w 12192000"/>
              <a:gd name="connsiteY564" fmla="*/ 1184424 h 4267200"/>
              <a:gd name="connsiteX565" fmla="*/ 11665174 w 12192000"/>
              <a:gd name="connsiteY565" fmla="*/ 1317493 h 4267200"/>
              <a:gd name="connsiteX566" fmla="*/ 11590337 w 12192000"/>
              <a:gd name="connsiteY566" fmla="*/ 1348256 h 4267200"/>
              <a:gd name="connsiteX567" fmla="*/ 11492588 w 12192000"/>
              <a:gd name="connsiteY567" fmla="*/ 1390573 h 4267200"/>
              <a:gd name="connsiteX568" fmla="*/ 11888865 w 12192000"/>
              <a:gd name="connsiteY568" fmla="*/ 1220988 h 4267200"/>
              <a:gd name="connsiteX569" fmla="*/ 12149131 w 12192000"/>
              <a:gd name="connsiteY569" fmla="*/ 959050 h 4267200"/>
              <a:gd name="connsiteX570" fmla="*/ 4557898 w 12192000"/>
              <a:gd name="connsiteY570" fmla="*/ 900011 h 4267200"/>
              <a:gd name="connsiteX571" fmla="*/ 4344840 w 12192000"/>
              <a:gd name="connsiteY571" fmla="*/ 1922038 h 4267200"/>
              <a:gd name="connsiteX572" fmla="*/ 4378710 w 12192000"/>
              <a:gd name="connsiteY572" fmla="*/ 1665516 h 4267200"/>
              <a:gd name="connsiteX573" fmla="*/ 4448798 w 12192000"/>
              <a:gd name="connsiteY573" fmla="*/ 1253024 h 4267200"/>
              <a:gd name="connsiteX574" fmla="*/ 4480315 w 12192000"/>
              <a:gd name="connsiteY574" fmla="*/ 1158454 h 4267200"/>
              <a:gd name="connsiteX575" fmla="*/ 4494133 w 12192000"/>
              <a:gd name="connsiteY575" fmla="*/ 1118676 h 4267200"/>
              <a:gd name="connsiteX576" fmla="*/ 4557898 w 12192000"/>
              <a:gd name="connsiteY576" fmla="*/ 900011 h 4267200"/>
              <a:gd name="connsiteX577" fmla="*/ 5870151 w 12192000"/>
              <a:gd name="connsiteY577" fmla="*/ 898890 h 4267200"/>
              <a:gd name="connsiteX578" fmla="*/ 5861335 w 12192000"/>
              <a:gd name="connsiteY578" fmla="*/ 899177 h 4267200"/>
              <a:gd name="connsiteX579" fmla="*/ 5843702 w 12192000"/>
              <a:gd name="connsiteY579" fmla="*/ 899748 h 4267200"/>
              <a:gd name="connsiteX580" fmla="*/ 5651107 w 12192000"/>
              <a:gd name="connsiteY580" fmla="*/ 920306 h 4267200"/>
              <a:gd name="connsiteX581" fmla="*/ 5459407 w 12192000"/>
              <a:gd name="connsiteY581" fmla="*/ 940975 h 4267200"/>
              <a:gd name="connsiteX582" fmla="*/ 5374846 w 12192000"/>
              <a:gd name="connsiteY582" fmla="*/ 941988 h 4267200"/>
              <a:gd name="connsiteX583" fmla="*/ 5256105 w 12192000"/>
              <a:gd name="connsiteY583" fmla="*/ 945632 h 4267200"/>
              <a:gd name="connsiteX584" fmla="*/ 5107071 w 12192000"/>
              <a:gd name="connsiteY584" fmla="*/ 969720 h 4267200"/>
              <a:gd name="connsiteX585" fmla="*/ 4998681 w 12192000"/>
              <a:gd name="connsiteY585" fmla="*/ 988771 h 4267200"/>
              <a:gd name="connsiteX586" fmla="*/ 5870151 w 12192000"/>
              <a:gd name="connsiteY586" fmla="*/ 898890 h 4267200"/>
              <a:gd name="connsiteX587" fmla="*/ 12190084 w 12192000"/>
              <a:gd name="connsiteY587" fmla="*/ 854709 h 4267200"/>
              <a:gd name="connsiteX588" fmla="*/ 12162947 w 12192000"/>
              <a:gd name="connsiteY588" fmla="*/ 879275 h 4267200"/>
              <a:gd name="connsiteX589" fmla="*/ 11721478 w 12192000"/>
              <a:gd name="connsiteY589" fmla="*/ 1216434 h 4267200"/>
              <a:gd name="connsiteX590" fmla="*/ 11680712 w 12192000"/>
              <a:gd name="connsiteY590" fmla="*/ 1239730 h 4267200"/>
              <a:gd name="connsiteX591" fmla="*/ 11505347 w 12192000"/>
              <a:gd name="connsiteY591" fmla="*/ 1352837 h 4267200"/>
              <a:gd name="connsiteX592" fmla="*/ 11580962 w 12192000"/>
              <a:gd name="connsiteY592" fmla="*/ 1321759 h 4267200"/>
              <a:gd name="connsiteX593" fmla="*/ 11654234 w 12192000"/>
              <a:gd name="connsiteY593" fmla="*/ 1291618 h 4267200"/>
              <a:gd name="connsiteX594" fmla="*/ 11867274 w 12192000"/>
              <a:gd name="connsiteY594" fmla="*/ 1160983 h 4267200"/>
              <a:gd name="connsiteX595" fmla="*/ 12086035 w 12192000"/>
              <a:gd name="connsiteY595" fmla="*/ 986418 h 4267200"/>
              <a:gd name="connsiteX596" fmla="*/ 12190084 w 12192000"/>
              <a:gd name="connsiteY596" fmla="*/ 854709 h 4267200"/>
              <a:gd name="connsiteX597" fmla="*/ 5504425 w 12192000"/>
              <a:gd name="connsiteY597" fmla="*/ 848067 h 4267200"/>
              <a:gd name="connsiteX598" fmla="*/ 4968849 w 12192000"/>
              <a:gd name="connsiteY598" fmla="*/ 962318 h 4267200"/>
              <a:gd name="connsiteX599" fmla="*/ 5104039 w 12192000"/>
              <a:gd name="connsiteY599" fmla="*/ 940634 h 4267200"/>
              <a:gd name="connsiteX600" fmla="*/ 5256311 w 12192000"/>
              <a:gd name="connsiteY600" fmla="*/ 916490 h 4267200"/>
              <a:gd name="connsiteX601" fmla="*/ 5377381 w 12192000"/>
              <a:gd name="connsiteY601" fmla="*/ 912671 h 4267200"/>
              <a:gd name="connsiteX602" fmla="*/ 5460148 w 12192000"/>
              <a:gd name="connsiteY602" fmla="*/ 911442 h 4267200"/>
              <a:gd name="connsiteX603" fmla="*/ 5648971 w 12192000"/>
              <a:gd name="connsiteY603" fmla="*/ 891331 h 4267200"/>
              <a:gd name="connsiteX604" fmla="*/ 5844807 w 12192000"/>
              <a:gd name="connsiteY604" fmla="*/ 870718 h 4267200"/>
              <a:gd name="connsiteX605" fmla="*/ 5862975 w 12192000"/>
              <a:gd name="connsiteY605" fmla="*/ 869756 h 4267200"/>
              <a:gd name="connsiteX606" fmla="*/ 5920887 w 12192000"/>
              <a:gd name="connsiteY606" fmla="*/ 865929 h 4267200"/>
              <a:gd name="connsiteX607" fmla="*/ 5504425 w 12192000"/>
              <a:gd name="connsiteY607" fmla="*/ 848067 h 4267200"/>
              <a:gd name="connsiteX608" fmla="*/ 8924104 w 12192000"/>
              <a:gd name="connsiteY608" fmla="*/ 777000 h 4267200"/>
              <a:gd name="connsiteX609" fmla="*/ 8921999 w 12192000"/>
              <a:gd name="connsiteY609" fmla="*/ 794136 h 4267200"/>
              <a:gd name="connsiteX610" fmla="*/ 8916066 w 12192000"/>
              <a:gd name="connsiteY610" fmla="*/ 843129 h 4267200"/>
              <a:gd name="connsiteX611" fmla="*/ 8909852 w 12192000"/>
              <a:gd name="connsiteY611" fmla="*/ 1005313 h 4267200"/>
              <a:gd name="connsiteX612" fmla="*/ 8936982 w 12192000"/>
              <a:gd name="connsiteY612" fmla="*/ 1614896 h 4267200"/>
              <a:gd name="connsiteX613" fmla="*/ 8939706 w 12192000"/>
              <a:gd name="connsiteY613" fmla="*/ 1632791 h 4267200"/>
              <a:gd name="connsiteX614" fmla="*/ 8946691 w 12192000"/>
              <a:gd name="connsiteY614" fmla="*/ 1680170 h 4267200"/>
              <a:gd name="connsiteX615" fmla="*/ 8947643 w 12192000"/>
              <a:gd name="connsiteY615" fmla="*/ 1649028 h 4267200"/>
              <a:gd name="connsiteX616" fmla="*/ 8931687 w 12192000"/>
              <a:gd name="connsiteY616" fmla="*/ 871628 h 4267200"/>
              <a:gd name="connsiteX617" fmla="*/ 8929804 w 12192000"/>
              <a:gd name="connsiteY617" fmla="*/ 850229 h 4267200"/>
              <a:gd name="connsiteX618" fmla="*/ 8924104 w 12192000"/>
              <a:gd name="connsiteY618" fmla="*/ 777000 h 4267200"/>
              <a:gd name="connsiteX619" fmla="*/ 8951219 w 12192000"/>
              <a:gd name="connsiteY619" fmla="*/ 764662 h 4267200"/>
              <a:gd name="connsiteX620" fmla="*/ 8957270 w 12192000"/>
              <a:gd name="connsiteY620" fmla="*/ 847698 h 4267200"/>
              <a:gd name="connsiteX621" fmla="*/ 8959153 w 12192000"/>
              <a:gd name="connsiteY621" fmla="*/ 869097 h 4267200"/>
              <a:gd name="connsiteX622" fmla="*/ 8976081 w 12192000"/>
              <a:gd name="connsiteY622" fmla="*/ 1619865 h 4267200"/>
              <a:gd name="connsiteX623" fmla="*/ 8951219 w 12192000"/>
              <a:gd name="connsiteY623" fmla="*/ 764662 h 4267200"/>
              <a:gd name="connsiteX624" fmla="*/ 8898081 w 12192000"/>
              <a:gd name="connsiteY624" fmla="*/ 630137 h 4267200"/>
              <a:gd name="connsiteX625" fmla="*/ 8910095 w 12192000"/>
              <a:gd name="connsiteY625" fmla="*/ 1626691 h 4267200"/>
              <a:gd name="connsiteX626" fmla="*/ 8908822 w 12192000"/>
              <a:gd name="connsiteY626" fmla="*/ 1619067 h 4267200"/>
              <a:gd name="connsiteX627" fmla="*/ 8881669 w 12192000"/>
              <a:gd name="connsiteY627" fmla="*/ 1004967 h 4267200"/>
              <a:gd name="connsiteX628" fmla="*/ 8888265 w 12192000"/>
              <a:gd name="connsiteY628" fmla="*/ 840369 h 4267200"/>
              <a:gd name="connsiteX629" fmla="*/ 8894429 w 12192000"/>
              <a:gd name="connsiteY629" fmla="*/ 790831 h 4267200"/>
              <a:gd name="connsiteX630" fmla="*/ 8898081 w 12192000"/>
              <a:gd name="connsiteY630" fmla="*/ 630137 h 4267200"/>
              <a:gd name="connsiteX631" fmla="*/ 11491396 w 12192000"/>
              <a:gd name="connsiteY631" fmla="*/ 623931 h 4267200"/>
              <a:gd name="connsiteX632" fmla="*/ 11413329 w 12192000"/>
              <a:gd name="connsiteY632" fmla="*/ 662344 h 4267200"/>
              <a:gd name="connsiteX633" fmla="*/ 10966547 w 12192000"/>
              <a:gd name="connsiteY633" fmla="*/ 818916 h 4267200"/>
              <a:gd name="connsiteX634" fmla="*/ 10498883 w 12192000"/>
              <a:gd name="connsiteY634" fmla="*/ 1111507 h 4267200"/>
              <a:gd name="connsiteX635" fmla="*/ 10671292 w 12192000"/>
              <a:gd name="connsiteY635" fmla="*/ 1035777 h 4267200"/>
              <a:gd name="connsiteX636" fmla="*/ 10685894 w 12192000"/>
              <a:gd name="connsiteY636" fmla="*/ 1027151 h 4267200"/>
              <a:gd name="connsiteX637" fmla="*/ 11104337 w 12192000"/>
              <a:gd name="connsiteY637" fmla="*/ 817377 h 4267200"/>
              <a:gd name="connsiteX638" fmla="*/ 11491396 w 12192000"/>
              <a:gd name="connsiteY638" fmla="*/ 623931 h 4267200"/>
              <a:gd name="connsiteX639" fmla="*/ 10779304 w 12192000"/>
              <a:gd name="connsiteY639" fmla="*/ 584486 h 4267200"/>
              <a:gd name="connsiteX640" fmla="*/ 10658378 w 12192000"/>
              <a:gd name="connsiteY640" fmla="*/ 772788 h 4267200"/>
              <a:gd name="connsiteX641" fmla="*/ 10475581 w 12192000"/>
              <a:gd name="connsiteY641" fmla="*/ 1070739 h 4267200"/>
              <a:gd name="connsiteX642" fmla="*/ 10735178 w 12192000"/>
              <a:gd name="connsiteY642" fmla="*/ 693281 h 4267200"/>
              <a:gd name="connsiteX643" fmla="*/ 10132488 w 12192000"/>
              <a:gd name="connsiteY643" fmla="*/ 518596 h 4267200"/>
              <a:gd name="connsiteX644" fmla="*/ 9879465 w 12192000"/>
              <a:gd name="connsiteY644" fmla="*/ 567273 h 4267200"/>
              <a:gd name="connsiteX645" fmla="*/ 9364243 w 12192000"/>
              <a:gd name="connsiteY645" fmla="*/ 809468 h 4267200"/>
              <a:gd name="connsiteX646" fmla="*/ 9366655 w 12192000"/>
              <a:gd name="connsiteY646" fmla="*/ 809848 h 4267200"/>
              <a:gd name="connsiteX647" fmla="*/ 9914233 w 12192000"/>
              <a:gd name="connsiteY647" fmla="*/ 596159 h 4267200"/>
              <a:gd name="connsiteX648" fmla="*/ 10264524 w 12192000"/>
              <a:gd name="connsiteY648" fmla="*/ 501747 h 4267200"/>
              <a:gd name="connsiteX649" fmla="*/ 9922837 w 12192000"/>
              <a:gd name="connsiteY649" fmla="*/ 622979 h 4267200"/>
              <a:gd name="connsiteX650" fmla="*/ 9416908 w 12192000"/>
              <a:gd name="connsiteY650" fmla="*/ 818889 h 4267200"/>
              <a:gd name="connsiteX651" fmla="*/ 9418234 w 12192000"/>
              <a:gd name="connsiteY651" fmla="*/ 818810 h 4267200"/>
              <a:gd name="connsiteX652" fmla="*/ 10264524 w 12192000"/>
              <a:gd name="connsiteY652" fmla="*/ 501747 h 4267200"/>
              <a:gd name="connsiteX653" fmla="*/ 10802699 w 12192000"/>
              <a:gd name="connsiteY653" fmla="*/ 488163 h 4267200"/>
              <a:gd name="connsiteX654" fmla="*/ 10618739 w 12192000"/>
              <a:gd name="connsiteY654" fmla="*/ 734118 h 4267200"/>
              <a:gd name="connsiteX655" fmla="*/ 10604580 w 12192000"/>
              <a:gd name="connsiteY655" fmla="*/ 753877 h 4267200"/>
              <a:gd name="connsiteX656" fmla="*/ 10529643 w 12192000"/>
              <a:gd name="connsiteY656" fmla="*/ 867004 h 4267200"/>
              <a:gd name="connsiteX657" fmla="*/ 10462194 w 12192000"/>
              <a:gd name="connsiteY657" fmla="*/ 1035452 h 4267200"/>
              <a:gd name="connsiteX658" fmla="*/ 10635117 w 12192000"/>
              <a:gd name="connsiteY658" fmla="*/ 757788 h 4267200"/>
              <a:gd name="connsiteX659" fmla="*/ 10802699 w 12192000"/>
              <a:gd name="connsiteY659" fmla="*/ 488163 h 4267200"/>
              <a:gd name="connsiteX660" fmla="*/ 10359107 w 12192000"/>
              <a:gd name="connsiteY660" fmla="*/ 485136 h 4267200"/>
              <a:gd name="connsiteX661" fmla="*/ 9515108 w 12192000"/>
              <a:gd name="connsiteY661" fmla="*/ 825701 h 4267200"/>
              <a:gd name="connsiteX662" fmla="*/ 10359107 w 12192000"/>
              <a:gd name="connsiteY662" fmla="*/ 485136 h 4267200"/>
              <a:gd name="connsiteX663" fmla="*/ 11886089 w 12192000"/>
              <a:gd name="connsiteY663" fmla="*/ 483936 h 4267200"/>
              <a:gd name="connsiteX664" fmla="*/ 11622890 w 12192000"/>
              <a:gd name="connsiteY664" fmla="*/ 661575 h 4267200"/>
              <a:gd name="connsiteX665" fmla="*/ 11038640 w 12192000"/>
              <a:gd name="connsiteY665" fmla="*/ 996875 h 4267200"/>
              <a:gd name="connsiteX666" fmla="*/ 10561310 w 12192000"/>
              <a:gd name="connsiteY666" fmla="*/ 1145020 h 4267200"/>
              <a:gd name="connsiteX667" fmla="*/ 10675127 w 12192000"/>
              <a:gd name="connsiteY667" fmla="*/ 1163586 h 4267200"/>
              <a:gd name="connsiteX668" fmla="*/ 11120351 w 12192000"/>
              <a:gd name="connsiteY668" fmla="*/ 990907 h 4267200"/>
              <a:gd name="connsiteX669" fmla="*/ 11648506 w 12192000"/>
              <a:gd name="connsiteY669" fmla="*/ 680145 h 4267200"/>
              <a:gd name="connsiteX670" fmla="*/ 11886089 w 12192000"/>
              <a:gd name="connsiteY670" fmla="*/ 483936 h 4267200"/>
              <a:gd name="connsiteX671" fmla="*/ 3607114 w 12192000"/>
              <a:gd name="connsiteY671" fmla="*/ 467441 h 4267200"/>
              <a:gd name="connsiteX672" fmla="*/ 3296242 w 12192000"/>
              <a:gd name="connsiteY672" fmla="*/ 807991 h 4267200"/>
              <a:gd name="connsiteX673" fmla="*/ 3174674 w 12192000"/>
              <a:gd name="connsiteY673" fmla="*/ 919759 h 4267200"/>
              <a:gd name="connsiteX674" fmla="*/ 3042978 w 12192000"/>
              <a:gd name="connsiteY674" fmla="*/ 1054894 h 4267200"/>
              <a:gd name="connsiteX675" fmla="*/ 2968914 w 12192000"/>
              <a:gd name="connsiteY675" fmla="*/ 1133756 h 4267200"/>
              <a:gd name="connsiteX676" fmla="*/ 3103823 w 12192000"/>
              <a:gd name="connsiteY676" fmla="*/ 1026814 h 4267200"/>
              <a:gd name="connsiteX677" fmla="*/ 3607114 w 12192000"/>
              <a:gd name="connsiteY677" fmla="*/ 467441 h 4267200"/>
              <a:gd name="connsiteX678" fmla="*/ 10784544 w 12192000"/>
              <a:gd name="connsiteY678" fmla="*/ 465669 h 4267200"/>
              <a:gd name="connsiteX679" fmla="*/ 10426419 w 12192000"/>
              <a:gd name="connsiteY679" fmla="*/ 1062158 h 4267200"/>
              <a:gd name="connsiteX680" fmla="*/ 10471732 w 12192000"/>
              <a:gd name="connsiteY680" fmla="*/ 921679 h 4267200"/>
              <a:gd name="connsiteX681" fmla="*/ 10504824 w 12192000"/>
              <a:gd name="connsiteY681" fmla="*/ 852631 h 4267200"/>
              <a:gd name="connsiteX682" fmla="*/ 10582237 w 12192000"/>
              <a:gd name="connsiteY682" fmla="*/ 736692 h 4267200"/>
              <a:gd name="connsiteX683" fmla="*/ 10596401 w 12192000"/>
              <a:gd name="connsiteY683" fmla="*/ 716935 h 4267200"/>
              <a:gd name="connsiteX684" fmla="*/ 10784544 w 12192000"/>
              <a:gd name="connsiteY684" fmla="*/ 465669 h 4267200"/>
              <a:gd name="connsiteX685" fmla="*/ 11916494 w 12192000"/>
              <a:gd name="connsiteY685" fmla="*/ 422768 h 4267200"/>
              <a:gd name="connsiteX686" fmla="*/ 11703185 w 12192000"/>
              <a:gd name="connsiteY686" fmla="*/ 528178 h 4267200"/>
              <a:gd name="connsiteX687" fmla="*/ 11680755 w 12192000"/>
              <a:gd name="connsiteY687" fmla="*/ 543149 h 4267200"/>
              <a:gd name="connsiteX688" fmla="*/ 11116818 w 12192000"/>
              <a:gd name="connsiteY688" fmla="*/ 842623 h 4267200"/>
              <a:gd name="connsiteX689" fmla="*/ 10700164 w 12192000"/>
              <a:gd name="connsiteY689" fmla="*/ 1051220 h 4267200"/>
              <a:gd name="connsiteX690" fmla="*/ 10685570 w 12192000"/>
              <a:gd name="connsiteY690" fmla="*/ 1059849 h 4267200"/>
              <a:gd name="connsiteX691" fmla="*/ 10584288 w 12192000"/>
              <a:gd name="connsiteY691" fmla="*/ 1113543 h 4267200"/>
              <a:gd name="connsiteX692" fmla="*/ 11026698 w 12192000"/>
              <a:gd name="connsiteY692" fmla="*/ 971858 h 4267200"/>
              <a:gd name="connsiteX693" fmla="*/ 11607604 w 12192000"/>
              <a:gd name="connsiteY693" fmla="*/ 638368 h 4267200"/>
              <a:gd name="connsiteX694" fmla="*/ 11919452 w 12192000"/>
              <a:gd name="connsiteY694" fmla="*/ 423380 h 4267200"/>
              <a:gd name="connsiteX695" fmla="*/ 11916494 w 12192000"/>
              <a:gd name="connsiteY695" fmla="*/ 422768 h 4267200"/>
              <a:gd name="connsiteX696" fmla="*/ 8148168 w 12192000"/>
              <a:gd name="connsiteY696" fmla="*/ 416949 h 4267200"/>
              <a:gd name="connsiteX697" fmla="*/ 7862052 w 12192000"/>
              <a:gd name="connsiteY697" fmla="*/ 694330 h 4267200"/>
              <a:gd name="connsiteX698" fmla="*/ 7808002 w 12192000"/>
              <a:gd name="connsiteY698" fmla="*/ 759654 h 4267200"/>
              <a:gd name="connsiteX699" fmla="*/ 8295299 w 12192000"/>
              <a:gd name="connsiteY699" fmla="*/ 416143 h 4267200"/>
              <a:gd name="connsiteX700" fmla="*/ 8309124 w 12192000"/>
              <a:gd name="connsiteY700" fmla="*/ 534021 h 4267200"/>
              <a:gd name="connsiteX701" fmla="*/ 8293154 w 12192000"/>
              <a:gd name="connsiteY701" fmla="*/ 672115 h 4267200"/>
              <a:gd name="connsiteX702" fmla="*/ 8279099 w 12192000"/>
              <a:gd name="connsiteY702" fmla="*/ 769176 h 4267200"/>
              <a:gd name="connsiteX703" fmla="*/ 8309186 w 12192000"/>
              <a:gd name="connsiteY703" fmla="*/ 1060039 h 4267200"/>
              <a:gd name="connsiteX704" fmla="*/ 8410512 w 12192000"/>
              <a:gd name="connsiteY704" fmla="*/ 1511108 h 4267200"/>
              <a:gd name="connsiteX705" fmla="*/ 8351657 w 12192000"/>
              <a:gd name="connsiteY705" fmla="*/ 521768 h 4267200"/>
              <a:gd name="connsiteX706" fmla="*/ 8295299 w 12192000"/>
              <a:gd name="connsiteY706" fmla="*/ 416143 h 4267200"/>
              <a:gd name="connsiteX707" fmla="*/ 8266483 w 12192000"/>
              <a:gd name="connsiteY707" fmla="*/ 414244 h 4267200"/>
              <a:gd name="connsiteX708" fmla="*/ 8343425 w 12192000"/>
              <a:gd name="connsiteY708" fmla="*/ 1357811 h 4267200"/>
              <a:gd name="connsiteX709" fmla="*/ 8282114 w 12192000"/>
              <a:gd name="connsiteY709" fmla="*/ 1064671 h 4267200"/>
              <a:gd name="connsiteX710" fmla="*/ 8251298 w 12192000"/>
              <a:gd name="connsiteY710" fmla="*/ 766414 h 4267200"/>
              <a:gd name="connsiteX711" fmla="*/ 8265729 w 12192000"/>
              <a:gd name="connsiteY711" fmla="*/ 666939 h 4267200"/>
              <a:gd name="connsiteX712" fmla="*/ 8281494 w 12192000"/>
              <a:gd name="connsiteY712" fmla="*/ 533909 h 4267200"/>
              <a:gd name="connsiteX713" fmla="*/ 8266483 w 12192000"/>
              <a:gd name="connsiteY713" fmla="*/ 414244 h 4267200"/>
              <a:gd name="connsiteX714" fmla="*/ 8140802 w 12192000"/>
              <a:gd name="connsiteY714" fmla="*/ 388720 h 4267200"/>
              <a:gd name="connsiteX715" fmla="*/ 7860379 w 12192000"/>
              <a:gd name="connsiteY715" fmla="*/ 596411 h 4267200"/>
              <a:gd name="connsiteX716" fmla="*/ 7737688 w 12192000"/>
              <a:gd name="connsiteY716" fmla="*/ 790400 h 4267200"/>
              <a:gd name="connsiteX717" fmla="*/ 7726885 w 12192000"/>
              <a:gd name="connsiteY717" fmla="*/ 812869 h 4267200"/>
              <a:gd name="connsiteX718" fmla="*/ 7840490 w 12192000"/>
              <a:gd name="connsiteY718" fmla="*/ 676832 h 4267200"/>
              <a:gd name="connsiteX719" fmla="*/ 8140802 w 12192000"/>
              <a:gd name="connsiteY719" fmla="*/ 388720 h 4267200"/>
              <a:gd name="connsiteX720" fmla="*/ 3744487 w 12192000"/>
              <a:gd name="connsiteY720" fmla="*/ 383136 h 4267200"/>
              <a:gd name="connsiteX721" fmla="*/ 3970213 w 12192000"/>
              <a:gd name="connsiteY721" fmla="*/ 995559 h 4267200"/>
              <a:gd name="connsiteX722" fmla="*/ 3744487 w 12192000"/>
              <a:gd name="connsiteY722" fmla="*/ 383136 h 4267200"/>
              <a:gd name="connsiteX723" fmla="*/ 3624562 w 12192000"/>
              <a:gd name="connsiteY723" fmla="*/ 367041 h 4267200"/>
              <a:gd name="connsiteX724" fmla="*/ 3489712 w 12192000"/>
              <a:gd name="connsiteY724" fmla="*/ 485386 h 4267200"/>
              <a:gd name="connsiteX725" fmla="*/ 3182994 w 12192000"/>
              <a:gd name="connsiteY725" fmla="*/ 828265 h 4267200"/>
              <a:gd name="connsiteX726" fmla="*/ 2892114 w 12192000"/>
              <a:gd name="connsiteY726" fmla="*/ 1172635 h 4267200"/>
              <a:gd name="connsiteX727" fmla="*/ 3021459 w 12192000"/>
              <a:gd name="connsiteY727" fmla="*/ 1035385 h 4267200"/>
              <a:gd name="connsiteX728" fmla="*/ 3153873 w 12192000"/>
              <a:gd name="connsiteY728" fmla="*/ 898971 h 4267200"/>
              <a:gd name="connsiteX729" fmla="*/ 3276511 w 12192000"/>
              <a:gd name="connsiteY729" fmla="*/ 786423 h 4267200"/>
              <a:gd name="connsiteX730" fmla="*/ 3584154 w 12192000"/>
              <a:gd name="connsiteY730" fmla="*/ 448218 h 4267200"/>
              <a:gd name="connsiteX731" fmla="*/ 3624562 w 12192000"/>
              <a:gd name="connsiteY731" fmla="*/ 367041 h 4267200"/>
              <a:gd name="connsiteX732" fmla="*/ 3766672 w 12192000"/>
              <a:gd name="connsiteY732" fmla="*/ 359429 h 4267200"/>
              <a:gd name="connsiteX733" fmla="*/ 3996338 w 12192000"/>
              <a:gd name="connsiteY733" fmla="*/ 968237 h 4267200"/>
              <a:gd name="connsiteX734" fmla="*/ 3766672 w 12192000"/>
              <a:gd name="connsiteY734" fmla="*/ 359429 h 4267200"/>
              <a:gd name="connsiteX735" fmla="*/ 5805386 w 12192000"/>
              <a:gd name="connsiteY735" fmla="*/ 239240 h 4267200"/>
              <a:gd name="connsiteX736" fmla="*/ 5736947 w 12192000"/>
              <a:gd name="connsiteY736" fmla="*/ 261367 h 4267200"/>
              <a:gd name="connsiteX737" fmla="*/ 5427012 w 12192000"/>
              <a:gd name="connsiteY737" fmla="*/ 311272 h 4267200"/>
              <a:gd name="connsiteX738" fmla="*/ 5147818 w 12192000"/>
              <a:gd name="connsiteY738" fmla="*/ 322112 h 4267200"/>
              <a:gd name="connsiteX739" fmla="*/ 5060854 w 12192000"/>
              <a:gd name="connsiteY739" fmla="*/ 311882 h 4267200"/>
              <a:gd name="connsiteX740" fmla="*/ 4945989 w 12192000"/>
              <a:gd name="connsiteY740" fmla="*/ 300516 h 4267200"/>
              <a:gd name="connsiteX741" fmla="*/ 5410479 w 12192000"/>
              <a:gd name="connsiteY741" fmla="*/ 348434 h 4267200"/>
              <a:gd name="connsiteX742" fmla="*/ 5805386 w 12192000"/>
              <a:gd name="connsiteY742" fmla="*/ 239240 h 4267200"/>
              <a:gd name="connsiteX743" fmla="*/ 5905192 w 12192000"/>
              <a:gd name="connsiteY743" fmla="*/ 163079 h 4267200"/>
              <a:gd name="connsiteX744" fmla="*/ 5865655 w 12192000"/>
              <a:gd name="connsiteY744" fmla="*/ 171901 h 4267200"/>
              <a:gd name="connsiteX745" fmla="*/ 5259740 w 12192000"/>
              <a:gd name="connsiteY745" fmla="*/ 257013 h 4267200"/>
              <a:gd name="connsiteX746" fmla="*/ 5208466 w 12192000"/>
              <a:gd name="connsiteY746" fmla="*/ 257550 h 4267200"/>
              <a:gd name="connsiteX747" fmla="*/ 4980204 w 12192000"/>
              <a:gd name="connsiteY747" fmla="*/ 271903 h 4267200"/>
              <a:gd name="connsiteX748" fmla="*/ 5068068 w 12192000"/>
              <a:gd name="connsiteY748" fmla="*/ 282244 h 4267200"/>
              <a:gd name="connsiteX749" fmla="*/ 5153231 w 12192000"/>
              <a:gd name="connsiteY749" fmla="*/ 292240 h 4267200"/>
              <a:gd name="connsiteX750" fmla="*/ 5426491 w 12192000"/>
              <a:gd name="connsiteY750" fmla="*/ 281128 h 4267200"/>
              <a:gd name="connsiteX751" fmla="*/ 5731212 w 12192000"/>
              <a:gd name="connsiteY751" fmla="*/ 231951 h 4267200"/>
              <a:gd name="connsiteX752" fmla="*/ 5905192 w 12192000"/>
              <a:gd name="connsiteY752" fmla="*/ 163079 h 4267200"/>
              <a:gd name="connsiteX753" fmla="*/ 5944437 w 12192000"/>
              <a:gd name="connsiteY753" fmla="*/ 113829 h 4267200"/>
              <a:gd name="connsiteX754" fmla="*/ 5825032 w 12192000"/>
              <a:gd name="connsiteY754" fmla="*/ 146405 h 4267200"/>
              <a:gd name="connsiteX755" fmla="*/ 4955599 w 12192000"/>
              <a:gd name="connsiteY755" fmla="*/ 247008 h 4267200"/>
              <a:gd name="connsiteX756" fmla="*/ 5210104 w 12192000"/>
              <a:gd name="connsiteY756" fmla="*/ 228123 h 4267200"/>
              <a:gd name="connsiteX757" fmla="*/ 5261015 w 12192000"/>
              <a:gd name="connsiteY757" fmla="*/ 227087 h 4267200"/>
              <a:gd name="connsiteX758" fmla="*/ 5861181 w 12192000"/>
              <a:gd name="connsiteY758" fmla="*/ 143093 h 4267200"/>
              <a:gd name="connsiteX759" fmla="*/ 5961252 w 12192000"/>
              <a:gd name="connsiteY759" fmla="*/ 114820 h 4267200"/>
              <a:gd name="connsiteX760" fmla="*/ 5944437 w 12192000"/>
              <a:gd name="connsiteY760" fmla="*/ 113829 h 4267200"/>
              <a:gd name="connsiteX761" fmla="*/ 9095810 w 12192000"/>
              <a:gd name="connsiteY761" fmla="*/ 0 h 4267200"/>
              <a:gd name="connsiteX762" fmla="*/ 9215999 w 12192000"/>
              <a:gd name="connsiteY762" fmla="*/ 0 h 4267200"/>
              <a:gd name="connsiteX763" fmla="*/ 9250991 w 12192000"/>
              <a:gd name="connsiteY763" fmla="*/ 17650 h 4267200"/>
              <a:gd name="connsiteX764" fmla="*/ 9551793 w 12192000"/>
              <a:gd name="connsiteY764" fmla="*/ 69947 h 4267200"/>
              <a:gd name="connsiteX765" fmla="*/ 10211701 w 12192000"/>
              <a:gd name="connsiteY765" fmla="*/ 15192 h 4267200"/>
              <a:gd name="connsiteX766" fmla="*/ 9665014 w 12192000"/>
              <a:gd name="connsiteY766" fmla="*/ 41266 h 4267200"/>
              <a:gd name="connsiteX767" fmla="*/ 9382567 w 12192000"/>
              <a:gd name="connsiteY767" fmla="*/ 18583 h 4267200"/>
              <a:gd name="connsiteX768" fmla="*/ 9283159 w 12192000"/>
              <a:gd name="connsiteY768" fmla="*/ 0 h 4267200"/>
              <a:gd name="connsiteX769" fmla="*/ 9469266 w 12192000"/>
              <a:gd name="connsiteY769" fmla="*/ 0 h 4267200"/>
              <a:gd name="connsiteX770" fmla="*/ 9504117 w 12192000"/>
              <a:gd name="connsiteY770" fmla="*/ 4274 h 4267200"/>
              <a:gd name="connsiteX771" fmla="*/ 9667223 w 12192000"/>
              <a:gd name="connsiteY771" fmla="*/ 13232 h 4267200"/>
              <a:gd name="connsiteX772" fmla="*/ 9887703 w 12192000"/>
              <a:gd name="connsiteY772" fmla="*/ 12601 h 4267200"/>
              <a:gd name="connsiteX773" fmla="*/ 10088930 w 12192000"/>
              <a:gd name="connsiteY773" fmla="*/ 0 h 4267200"/>
              <a:gd name="connsiteX774" fmla="*/ 10544171 w 12192000"/>
              <a:gd name="connsiteY774" fmla="*/ 0 h 4267200"/>
              <a:gd name="connsiteX775" fmla="*/ 10392396 w 12192000"/>
              <a:gd name="connsiteY775" fmla="*/ 36772 h 4267200"/>
              <a:gd name="connsiteX776" fmla="*/ 9413803 w 12192000"/>
              <a:gd name="connsiteY776" fmla="*/ 131277 h 4267200"/>
              <a:gd name="connsiteX777" fmla="*/ 9174626 w 12192000"/>
              <a:gd name="connsiteY777" fmla="*/ 44983 h 4267200"/>
              <a:gd name="connsiteX778" fmla="*/ 8474998 w 12192000"/>
              <a:gd name="connsiteY778" fmla="*/ 0 h 4267200"/>
              <a:gd name="connsiteX779" fmla="*/ 8573502 w 12192000"/>
              <a:gd name="connsiteY779" fmla="*/ 0 h 4267200"/>
              <a:gd name="connsiteX780" fmla="*/ 8659539 w 12192000"/>
              <a:gd name="connsiteY780" fmla="*/ 117664 h 4267200"/>
              <a:gd name="connsiteX781" fmla="*/ 9248507 w 12192000"/>
              <a:gd name="connsiteY781" fmla="*/ 743734 h 4267200"/>
              <a:gd name="connsiteX782" fmla="*/ 9309457 w 12192000"/>
              <a:gd name="connsiteY782" fmla="*/ 795932 h 4267200"/>
              <a:gd name="connsiteX783" fmla="*/ 9785496 w 12192000"/>
              <a:gd name="connsiteY783" fmla="*/ 530713 h 4267200"/>
              <a:gd name="connsiteX784" fmla="*/ 10482828 w 12192000"/>
              <a:gd name="connsiteY784" fmla="*/ 399738 h 4267200"/>
              <a:gd name="connsiteX785" fmla="*/ 10468382 w 12192000"/>
              <a:gd name="connsiteY785" fmla="*/ 461219 h 4267200"/>
              <a:gd name="connsiteX786" fmla="*/ 9430790 w 12192000"/>
              <a:gd name="connsiteY786" fmla="*/ 895589 h 4267200"/>
              <a:gd name="connsiteX787" fmla="*/ 10019780 w 12192000"/>
              <a:gd name="connsiteY787" fmla="*/ 1298815 h 4267200"/>
              <a:gd name="connsiteX788" fmla="*/ 10372218 w 12192000"/>
              <a:gd name="connsiteY788" fmla="*/ 1146081 h 4267200"/>
              <a:gd name="connsiteX789" fmla="*/ 10896429 w 12192000"/>
              <a:gd name="connsiteY789" fmla="*/ 310883 h 4267200"/>
              <a:gd name="connsiteX790" fmla="*/ 10919735 w 12192000"/>
              <a:gd name="connsiteY790" fmla="*/ 318176 h 4267200"/>
              <a:gd name="connsiteX791" fmla="*/ 10637064 w 12192000"/>
              <a:gd name="connsiteY791" fmla="*/ 935661 h 4267200"/>
              <a:gd name="connsiteX792" fmla="*/ 10516995 w 12192000"/>
              <a:gd name="connsiteY792" fmla="*/ 1070245 h 4267200"/>
              <a:gd name="connsiteX793" fmla="*/ 10868835 w 12192000"/>
              <a:gd name="connsiteY793" fmla="*/ 815534 h 4267200"/>
              <a:gd name="connsiteX794" fmla="*/ 11704547 w 12192000"/>
              <a:gd name="connsiteY794" fmla="*/ 465665 h 4267200"/>
              <a:gd name="connsiteX795" fmla="*/ 12033562 w 12192000"/>
              <a:gd name="connsiteY795" fmla="*/ 350012 h 4267200"/>
              <a:gd name="connsiteX796" fmla="*/ 12025537 w 12192000"/>
              <a:gd name="connsiteY796" fmla="*/ 382666 h 4267200"/>
              <a:gd name="connsiteX797" fmla="*/ 11088649 w 12192000"/>
              <a:gd name="connsiteY797" fmla="*/ 1056676 h 4267200"/>
              <a:gd name="connsiteX798" fmla="*/ 10561600 w 12192000"/>
              <a:gd name="connsiteY798" fmla="*/ 1229477 h 4267200"/>
              <a:gd name="connsiteX799" fmla="*/ 10280797 w 12192000"/>
              <a:gd name="connsiteY799" fmla="*/ 1263181 h 4267200"/>
              <a:gd name="connsiteX800" fmla="*/ 10083376 w 12192000"/>
              <a:gd name="connsiteY800" fmla="*/ 1334114 h 4267200"/>
              <a:gd name="connsiteX801" fmla="*/ 10832582 w 12192000"/>
              <a:gd name="connsiteY801" fmla="*/ 1687356 h 4267200"/>
              <a:gd name="connsiteX802" fmla="*/ 10839263 w 12192000"/>
              <a:gd name="connsiteY802" fmla="*/ 1683743 h 4267200"/>
              <a:gd name="connsiteX803" fmla="*/ 11350910 w 12192000"/>
              <a:gd name="connsiteY803" fmla="*/ 1443899 h 4267200"/>
              <a:gd name="connsiteX804" fmla="*/ 11360346 w 12192000"/>
              <a:gd name="connsiteY804" fmla="*/ 1429225 h 4267200"/>
              <a:gd name="connsiteX805" fmla="*/ 12167580 w 12192000"/>
              <a:gd name="connsiteY805" fmla="*/ 789523 h 4267200"/>
              <a:gd name="connsiteX806" fmla="*/ 12192000 w 12192000"/>
              <a:gd name="connsiteY806" fmla="*/ 769876 h 4267200"/>
              <a:gd name="connsiteX807" fmla="*/ 12192000 w 12192000"/>
              <a:gd name="connsiteY807" fmla="*/ 802845 h 4267200"/>
              <a:gd name="connsiteX808" fmla="*/ 12173558 w 12192000"/>
              <a:gd name="connsiteY808" fmla="*/ 821317 h 4267200"/>
              <a:gd name="connsiteX809" fmla="*/ 12117398 w 12192000"/>
              <a:gd name="connsiteY809" fmla="*/ 877374 h 4267200"/>
              <a:gd name="connsiteX810" fmla="*/ 11472926 w 12192000"/>
              <a:gd name="connsiteY810" fmla="*/ 1344259 h 4267200"/>
              <a:gd name="connsiteX811" fmla="*/ 11666978 w 12192000"/>
              <a:gd name="connsiteY811" fmla="*/ 1215889 h 4267200"/>
              <a:gd name="connsiteX812" fmla="*/ 11707200 w 12192000"/>
              <a:gd name="connsiteY812" fmla="*/ 1192361 h 4267200"/>
              <a:gd name="connsiteX813" fmla="*/ 12144637 w 12192000"/>
              <a:gd name="connsiteY813" fmla="*/ 858646 h 4267200"/>
              <a:gd name="connsiteX814" fmla="*/ 12192000 w 12192000"/>
              <a:gd name="connsiteY814" fmla="*/ 810414 h 4267200"/>
              <a:gd name="connsiteX815" fmla="*/ 12192000 w 12192000"/>
              <a:gd name="connsiteY815" fmla="*/ 916439 h 4267200"/>
              <a:gd name="connsiteX816" fmla="*/ 12150630 w 12192000"/>
              <a:gd name="connsiteY816" fmla="*/ 982925 h 4267200"/>
              <a:gd name="connsiteX817" fmla="*/ 11389484 w 12192000"/>
              <a:gd name="connsiteY817" fmla="*/ 1469889 h 4267200"/>
              <a:gd name="connsiteX818" fmla="*/ 10923736 w 12192000"/>
              <a:gd name="connsiteY818" fmla="*/ 1721439 h 4267200"/>
              <a:gd name="connsiteX819" fmla="*/ 11091913 w 12192000"/>
              <a:gd name="connsiteY819" fmla="*/ 1780406 h 4267200"/>
              <a:gd name="connsiteX820" fmla="*/ 11771238 w 12192000"/>
              <a:gd name="connsiteY820" fmla="*/ 1944400 h 4267200"/>
              <a:gd name="connsiteX821" fmla="*/ 11783166 w 12192000"/>
              <a:gd name="connsiteY821" fmla="*/ 1931422 h 4267200"/>
              <a:gd name="connsiteX822" fmla="*/ 12131988 w 12192000"/>
              <a:gd name="connsiteY822" fmla="*/ 1574357 h 4267200"/>
              <a:gd name="connsiteX823" fmla="*/ 12192000 w 12192000"/>
              <a:gd name="connsiteY823" fmla="*/ 1537429 h 4267200"/>
              <a:gd name="connsiteX824" fmla="*/ 12192000 w 12192000"/>
              <a:gd name="connsiteY824" fmla="*/ 1589108 h 4267200"/>
              <a:gd name="connsiteX825" fmla="*/ 12112105 w 12192000"/>
              <a:gd name="connsiteY825" fmla="*/ 1640352 h 4267200"/>
              <a:gd name="connsiteX826" fmla="*/ 11849203 w 12192000"/>
              <a:gd name="connsiteY826" fmla="*/ 1900149 h 4267200"/>
              <a:gd name="connsiteX827" fmla="*/ 11946326 w 12192000"/>
              <a:gd name="connsiteY827" fmla="*/ 1822808 h 4267200"/>
              <a:gd name="connsiteX828" fmla="*/ 12055863 w 12192000"/>
              <a:gd name="connsiteY828" fmla="*/ 1735914 h 4267200"/>
              <a:gd name="connsiteX829" fmla="*/ 12150816 w 12192000"/>
              <a:gd name="connsiteY829" fmla="*/ 1678902 h 4267200"/>
              <a:gd name="connsiteX830" fmla="*/ 12192000 w 12192000"/>
              <a:gd name="connsiteY830" fmla="*/ 1655121 h 4267200"/>
              <a:gd name="connsiteX831" fmla="*/ 12192000 w 12192000"/>
              <a:gd name="connsiteY831" fmla="*/ 1686869 h 4267200"/>
              <a:gd name="connsiteX832" fmla="*/ 12163772 w 12192000"/>
              <a:gd name="connsiteY832" fmla="*/ 1703058 h 4267200"/>
              <a:gd name="connsiteX833" fmla="*/ 12070597 w 12192000"/>
              <a:gd name="connsiteY833" fmla="*/ 1758893 h 4267200"/>
              <a:gd name="connsiteX834" fmla="*/ 11963621 w 12192000"/>
              <a:gd name="connsiteY834" fmla="*/ 1844299 h 4267200"/>
              <a:gd name="connsiteX835" fmla="*/ 11886604 w 12192000"/>
              <a:gd name="connsiteY835" fmla="*/ 1907617 h 4267200"/>
              <a:gd name="connsiteX836" fmla="*/ 12153575 w 12192000"/>
              <a:gd name="connsiteY836" fmla="*/ 1786372 h 4267200"/>
              <a:gd name="connsiteX837" fmla="*/ 12192000 w 12192000"/>
              <a:gd name="connsiteY837" fmla="*/ 1759693 h 4267200"/>
              <a:gd name="connsiteX838" fmla="*/ 12192000 w 12192000"/>
              <a:gd name="connsiteY838" fmla="*/ 1809459 h 4267200"/>
              <a:gd name="connsiteX839" fmla="*/ 12121362 w 12192000"/>
              <a:gd name="connsiteY839" fmla="*/ 1857561 h 4267200"/>
              <a:gd name="connsiteX840" fmla="*/ 11895949 w 12192000"/>
              <a:gd name="connsiteY840" fmla="*/ 1963079 h 4267200"/>
              <a:gd name="connsiteX841" fmla="*/ 12192000 w 12192000"/>
              <a:gd name="connsiteY841" fmla="*/ 1990579 h 4267200"/>
              <a:gd name="connsiteX842" fmla="*/ 12192000 w 12192000"/>
              <a:gd name="connsiteY842" fmla="*/ 2065582 h 4267200"/>
              <a:gd name="connsiteX843" fmla="*/ 12153918 w 12192000"/>
              <a:gd name="connsiteY843" fmla="*/ 2063926 h 4267200"/>
              <a:gd name="connsiteX844" fmla="*/ 12192000 w 12192000"/>
              <a:gd name="connsiteY844" fmla="*/ 2085104 h 4267200"/>
              <a:gd name="connsiteX845" fmla="*/ 12192000 w 12192000"/>
              <a:gd name="connsiteY845" fmla="*/ 2178471 h 4267200"/>
              <a:gd name="connsiteX846" fmla="*/ 12085355 w 12192000"/>
              <a:gd name="connsiteY846" fmla="*/ 2122457 h 4267200"/>
              <a:gd name="connsiteX847" fmla="*/ 12192000 w 12192000"/>
              <a:gd name="connsiteY847" fmla="*/ 2196158 h 4267200"/>
              <a:gd name="connsiteX848" fmla="*/ 12192000 w 12192000"/>
              <a:gd name="connsiteY848" fmla="*/ 2230374 h 4267200"/>
              <a:gd name="connsiteX849" fmla="*/ 12041237 w 12192000"/>
              <a:gd name="connsiteY849" fmla="*/ 2126309 h 4267200"/>
              <a:gd name="connsiteX850" fmla="*/ 12174450 w 12192000"/>
              <a:gd name="connsiteY850" fmla="*/ 2262541 h 4267200"/>
              <a:gd name="connsiteX851" fmla="*/ 12192000 w 12192000"/>
              <a:gd name="connsiteY851" fmla="*/ 2275857 h 4267200"/>
              <a:gd name="connsiteX852" fmla="*/ 12192000 w 12192000"/>
              <a:gd name="connsiteY852" fmla="*/ 2377131 h 4267200"/>
              <a:gd name="connsiteX853" fmla="*/ 12155801 w 12192000"/>
              <a:gd name="connsiteY853" fmla="*/ 2349925 h 4267200"/>
              <a:gd name="connsiteX854" fmla="*/ 11930164 w 12192000"/>
              <a:gd name="connsiteY854" fmla="*/ 2041945 h 4267200"/>
              <a:gd name="connsiteX855" fmla="*/ 11561767 w 12192000"/>
              <a:gd name="connsiteY855" fmla="*/ 1984479 h 4267200"/>
              <a:gd name="connsiteX856" fmla="*/ 11987997 w 12192000"/>
              <a:gd name="connsiteY856" fmla="*/ 3153822 h 4267200"/>
              <a:gd name="connsiteX857" fmla="*/ 11926558 w 12192000"/>
              <a:gd name="connsiteY857" fmla="*/ 3203134 h 4267200"/>
              <a:gd name="connsiteX858" fmla="*/ 11440430 w 12192000"/>
              <a:gd name="connsiteY858" fmla="*/ 1973028 h 4267200"/>
              <a:gd name="connsiteX859" fmla="*/ 11446754 w 12192000"/>
              <a:gd name="connsiteY859" fmla="*/ 1959605 h 4267200"/>
              <a:gd name="connsiteX860" fmla="*/ 11050651 w 12192000"/>
              <a:gd name="connsiteY860" fmla="*/ 1850495 h 4267200"/>
              <a:gd name="connsiteX861" fmla="*/ 10389960 w 12192000"/>
              <a:gd name="connsiteY861" fmla="*/ 1586232 h 4267200"/>
              <a:gd name="connsiteX862" fmla="*/ 10500699 w 12192000"/>
              <a:gd name="connsiteY862" fmla="*/ 1913175 h 4267200"/>
              <a:gd name="connsiteX863" fmla="*/ 10507814 w 12192000"/>
              <a:gd name="connsiteY863" fmla="*/ 1920694 h 4267200"/>
              <a:gd name="connsiteX864" fmla="*/ 10518908 w 12192000"/>
              <a:gd name="connsiteY864" fmla="*/ 1911226 h 4267200"/>
              <a:gd name="connsiteX865" fmla="*/ 11258935 w 12192000"/>
              <a:gd name="connsiteY865" fmla="*/ 2442781 h 4267200"/>
              <a:gd name="connsiteX866" fmla="*/ 11211663 w 12192000"/>
              <a:gd name="connsiteY866" fmla="*/ 2510325 h 4267200"/>
              <a:gd name="connsiteX867" fmla="*/ 10571295 w 12192000"/>
              <a:gd name="connsiteY867" fmla="*/ 2105302 h 4267200"/>
              <a:gd name="connsiteX868" fmla="*/ 10435737 w 12192000"/>
              <a:gd name="connsiteY868" fmla="*/ 2805672 h 4267200"/>
              <a:gd name="connsiteX869" fmla="*/ 10206831 w 12192000"/>
              <a:gd name="connsiteY869" fmla="*/ 3151701 h 4267200"/>
              <a:gd name="connsiteX870" fmla="*/ 10196482 w 12192000"/>
              <a:gd name="connsiteY870" fmla="*/ 3135084 h 4267200"/>
              <a:gd name="connsiteX871" fmla="*/ 10381882 w 12192000"/>
              <a:gd name="connsiteY871" fmla="*/ 2155807 h 4267200"/>
              <a:gd name="connsiteX872" fmla="*/ 10439260 w 12192000"/>
              <a:gd name="connsiteY872" fmla="*/ 1962486 h 4267200"/>
              <a:gd name="connsiteX873" fmla="*/ 10439409 w 12192000"/>
              <a:gd name="connsiteY873" fmla="*/ 1960615 h 4267200"/>
              <a:gd name="connsiteX874" fmla="*/ 10439915 w 12192000"/>
              <a:gd name="connsiteY874" fmla="*/ 1951821 h 4267200"/>
              <a:gd name="connsiteX875" fmla="*/ 10314241 w 12192000"/>
              <a:gd name="connsiteY875" fmla="*/ 1556749 h 4267200"/>
              <a:gd name="connsiteX876" fmla="*/ 10315061 w 12192000"/>
              <a:gd name="connsiteY876" fmla="*/ 1548729 h 4267200"/>
              <a:gd name="connsiteX877" fmla="*/ 9526158 w 12192000"/>
              <a:gd name="connsiteY877" fmla="*/ 1071804 h 4267200"/>
              <a:gd name="connsiteX878" fmla="*/ 9758689 w 12192000"/>
              <a:gd name="connsiteY878" fmla="*/ 1585512 h 4267200"/>
              <a:gd name="connsiteX879" fmla="*/ 9941392 w 12192000"/>
              <a:gd name="connsiteY879" fmla="*/ 2432858 h 4267200"/>
              <a:gd name="connsiteX880" fmla="*/ 9887724 w 12192000"/>
              <a:gd name="connsiteY880" fmla="*/ 2495762 h 4267200"/>
              <a:gd name="connsiteX881" fmla="*/ 9587446 w 12192000"/>
              <a:gd name="connsiteY881" fmla="*/ 1872898 h 4267200"/>
              <a:gd name="connsiteX882" fmla="*/ 9462810 w 12192000"/>
              <a:gd name="connsiteY882" fmla="*/ 1288346 h 4267200"/>
              <a:gd name="connsiteX883" fmla="*/ 9318575 w 12192000"/>
              <a:gd name="connsiteY883" fmla="*/ 1540820 h 4267200"/>
              <a:gd name="connsiteX884" fmla="*/ 9191090 w 12192000"/>
              <a:gd name="connsiteY884" fmla="*/ 1688355 h 4267200"/>
              <a:gd name="connsiteX885" fmla="*/ 9177757 w 12192000"/>
              <a:gd name="connsiteY885" fmla="*/ 1683354 h 4267200"/>
              <a:gd name="connsiteX886" fmla="*/ 9274865 w 12192000"/>
              <a:gd name="connsiteY886" fmla="*/ 1336896 h 4267200"/>
              <a:gd name="connsiteX887" fmla="*/ 9478649 w 12192000"/>
              <a:gd name="connsiteY887" fmla="*/ 1173376 h 4267200"/>
              <a:gd name="connsiteX888" fmla="*/ 9482281 w 12192000"/>
              <a:gd name="connsiteY888" fmla="*/ 1167830 h 4267200"/>
              <a:gd name="connsiteX889" fmla="*/ 9438637 w 12192000"/>
              <a:gd name="connsiteY889" fmla="*/ 1015438 h 4267200"/>
              <a:gd name="connsiteX890" fmla="*/ 9439458 w 12192000"/>
              <a:gd name="connsiteY890" fmla="*/ 1007420 h 4267200"/>
              <a:gd name="connsiteX891" fmla="*/ 9197105 w 12192000"/>
              <a:gd name="connsiteY891" fmla="*/ 808882 h 4267200"/>
              <a:gd name="connsiteX892" fmla="*/ 8973607 w 12192000"/>
              <a:gd name="connsiteY892" fmla="*/ 597733 h 4267200"/>
              <a:gd name="connsiteX893" fmla="*/ 8967512 w 12192000"/>
              <a:gd name="connsiteY893" fmla="*/ 1795211 h 4267200"/>
              <a:gd name="connsiteX894" fmla="*/ 8912526 w 12192000"/>
              <a:gd name="connsiteY894" fmla="*/ 1841464 h 4267200"/>
              <a:gd name="connsiteX895" fmla="*/ 8893391 w 12192000"/>
              <a:gd name="connsiteY895" fmla="*/ 572788 h 4267200"/>
              <a:gd name="connsiteX896" fmla="*/ 8902990 w 12192000"/>
              <a:gd name="connsiteY896" fmla="*/ 560750 h 4267200"/>
              <a:gd name="connsiteX897" fmla="*/ 8919102 w 12192000"/>
              <a:gd name="connsiteY897" fmla="*/ 542471 h 4267200"/>
              <a:gd name="connsiteX898" fmla="*/ 8661728 w 12192000"/>
              <a:gd name="connsiteY898" fmla="*/ 250903 h 4267200"/>
              <a:gd name="connsiteX899" fmla="*/ 8357758 w 12192000"/>
              <a:gd name="connsiteY899" fmla="*/ 0 h 4267200"/>
              <a:gd name="connsiteX900" fmla="*/ 8405492 w 12192000"/>
              <a:gd name="connsiteY900" fmla="*/ 0 h 4267200"/>
              <a:gd name="connsiteX901" fmla="*/ 8392083 w 12192000"/>
              <a:gd name="connsiteY901" fmla="*/ 30495 h 4267200"/>
              <a:gd name="connsiteX902" fmla="*/ 8339888 w 12192000"/>
              <a:gd name="connsiteY902" fmla="*/ 306259 h 4267200"/>
              <a:gd name="connsiteX903" fmla="*/ 8473847 w 12192000"/>
              <a:gd name="connsiteY903" fmla="*/ 727373 h 4267200"/>
              <a:gd name="connsiteX904" fmla="*/ 8454081 w 12192000"/>
              <a:gd name="connsiteY904" fmla="*/ 1611960 h 4267200"/>
              <a:gd name="connsiteX905" fmla="*/ 8396000 w 12192000"/>
              <a:gd name="connsiteY905" fmla="*/ 1663986 h 4267200"/>
              <a:gd name="connsiteX906" fmla="*/ 8238881 w 12192000"/>
              <a:gd name="connsiteY906" fmla="*/ 368438 h 4267200"/>
              <a:gd name="connsiteX907" fmla="*/ 7668140 w 12192000"/>
              <a:gd name="connsiteY907" fmla="*/ 942511 h 4267200"/>
              <a:gd name="connsiteX908" fmla="*/ 7637853 w 12192000"/>
              <a:gd name="connsiteY908" fmla="*/ 942567 h 4267200"/>
              <a:gd name="connsiteX909" fmla="*/ 7909649 w 12192000"/>
              <a:gd name="connsiteY909" fmla="*/ 489150 h 4267200"/>
              <a:gd name="connsiteX910" fmla="*/ 8256182 w 12192000"/>
              <a:gd name="connsiteY910" fmla="*/ 301724 h 4267200"/>
              <a:gd name="connsiteX911" fmla="*/ 8255912 w 12192000"/>
              <a:gd name="connsiteY911" fmla="*/ 276498 h 4267200"/>
              <a:gd name="connsiteX912" fmla="*/ 8315225 w 12192000"/>
              <a:gd name="connsiteY912" fmla="*/ 89075 h 4267200"/>
              <a:gd name="connsiteX913" fmla="*/ 7497388 w 12192000"/>
              <a:gd name="connsiteY913" fmla="*/ 0 h 4267200"/>
              <a:gd name="connsiteX914" fmla="*/ 7560921 w 12192000"/>
              <a:gd name="connsiteY914" fmla="*/ 0 h 4267200"/>
              <a:gd name="connsiteX915" fmla="*/ 7546742 w 12192000"/>
              <a:gd name="connsiteY915" fmla="*/ 68966 h 4267200"/>
              <a:gd name="connsiteX916" fmla="*/ 7488853 w 12192000"/>
              <a:gd name="connsiteY916" fmla="*/ 535687 h 4267200"/>
              <a:gd name="connsiteX917" fmla="*/ 7529509 w 12192000"/>
              <a:gd name="connsiteY917" fmla="*/ 380358 h 4267200"/>
              <a:gd name="connsiteX918" fmla="*/ 7585939 w 12192000"/>
              <a:gd name="connsiteY918" fmla="*/ 184712 h 4267200"/>
              <a:gd name="connsiteX919" fmla="*/ 7621792 w 12192000"/>
              <a:gd name="connsiteY919" fmla="*/ 87864 h 4267200"/>
              <a:gd name="connsiteX920" fmla="*/ 7654204 w 12192000"/>
              <a:gd name="connsiteY920" fmla="*/ 0 h 4267200"/>
              <a:gd name="connsiteX921" fmla="*/ 7683986 w 12192000"/>
              <a:gd name="connsiteY921" fmla="*/ 0 h 4267200"/>
              <a:gd name="connsiteX922" fmla="*/ 7647914 w 12192000"/>
              <a:gd name="connsiteY922" fmla="*/ 97640 h 4267200"/>
              <a:gd name="connsiteX923" fmla="*/ 7612524 w 12192000"/>
              <a:gd name="connsiteY923" fmla="*/ 193392 h 4267200"/>
              <a:gd name="connsiteX924" fmla="*/ 7557013 w 12192000"/>
              <a:gd name="connsiteY924" fmla="*/ 386853 h 4267200"/>
              <a:gd name="connsiteX925" fmla="*/ 7517286 w 12192000"/>
              <a:gd name="connsiteY925" fmla="*/ 539999 h 4267200"/>
              <a:gd name="connsiteX926" fmla="*/ 7704204 w 12192000"/>
              <a:gd name="connsiteY926" fmla="*/ 152292 h 4267200"/>
              <a:gd name="connsiteX927" fmla="*/ 7756975 w 12192000"/>
              <a:gd name="connsiteY927" fmla="*/ 0 h 4267200"/>
              <a:gd name="connsiteX928" fmla="*/ 7837329 w 12192000"/>
              <a:gd name="connsiteY928" fmla="*/ 0 h 4267200"/>
              <a:gd name="connsiteX929" fmla="*/ 7821760 w 12192000"/>
              <a:gd name="connsiteY929" fmla="*/ 65656 h 4267200"/>
              <a:gd name="connsiteX930" fmla="*/ 7488925 w 12192000"/>
              <a:gd name="connsiteY930" fmla="*/ 763628 h 4267200"/>
              <a:gd name="connsiteX931" fmla="*/ 7419999 w 12192000"/>
              <a:gd name="connsiteY931" fmla="*/ 774360 h 4267200"/>
              <a:gd name="connsiteX932" fmla="*/ 7487820 w 12192000"/>
              <a:gd name="connsiteY932" fmla="*/ 37416 h 4267200"/>
              <a:gd name="connsiteX933" fmla="*/ 3882765 w 12192000"/>
              <a:gd name="connsiteY933" fmla="*/ 0 h 4267200"/>
              <a:gd name="connsiteX934" fmla="*/ 3995099 w 12192000"/>
              <a:gd name="connsiteY934" fmla="*/ 0 h 4267200"/>
              <a:gd name="connsiteX935" fmla="*/ 4163818 w 12192000"/>
              <a:gd name="connsiteY935" fmla="*/ 234104 h 4267200"/>
              <a:gd name="connsiteX936" fmla="*/ 4172099 w 12192000"/>
              <a:gd name="connsiteY936" fmla="*/ 234207 h 4267200"/>
              <a:gd name="connsiteX937" fmla="*/ 4784282 w 12192000"/>
              <a:gd name="connsiteY937" fmla="*/ 276561 h 4267200"/>
              <a:gd name="connsiteX938" fmla="*/ 4801687 w 12192000"/>
              <a:gd name="connsiteY938" fmla="*/ 267764 h 4267200"/>
              <a:gd name="connsiteX939" fmla="*/ 6082788 w 12192000"/>
              <a:gd name="connsiteY939" fmla="*/ 64119 h 4267200"/>
              <a:gd name="connsiteX940" fmla="*/ 6099442 w 12192000"/>
              <a:gd name="connsiteY940" fmla="*/ 82568 h 4267200"/>
              <a:gd name="connsiteX941" fmla="*/ 4804137 w 12192000"/>
              <a:gd name="connsiteY941" fmla="*/ 320931 h 4267200"/>
              <a:gd name="connsiteX942" fmla="*/ 4227047 w 12192000"/>
              <a:gd name="connsiteY942" fmla="*/ 313415 h 4267200"/>
              <a:gd name="connsiteX943" fmla="*/ 4346041 w 12192000"/>
              <a:gd name="connsiteY943" fmla="*/ 456086 h 4267200"/>
              <a:gd name="connsiteX944" fmla="*/ 4870967 w 12192000"/>
              <a:gd name="connsiteY944" fmla="*/ 963061 h 4267200"/>
              <a:gd name="connsiteX945" fmla="*/ 4889647 w 12192000"/>
              <a:gd name="connsiteY945" fmla="*/ 957147 h 4267200"/>
              <a:gd name="connsiteX946" fmla="*/ 5422504 w 12192000"/>
              <a:gd name="connsiteY946" fmla="*/ 805191 h 4267200"/>
              <a:gd name="connsiteX947" fmla="*/ 6087656 w 12192000"/>
              <a:gd name="connsiteY947" fmla="*/ 826703 h 4267200"/>
              <a:gd name="connsiteX948" fmla="*/ 6058717 w 12192000"/>
              <a:gd name="connsiteY948" fmla="*/ 865992 h 4267200"/>
              <a:gd name="connsiteX949" fmla="*/ 4974153 w 12192000"/>
              <a:gd name="connsiteY949" fmla="*/ 1045456 h 4267200"/>
              <a:gd name="connsiteX950" fmla="*/ 5627835 w 12192000"/>
              <a:gd name="connsiteY950" fmla="*/ 1472077 h 4267200"/>
              <a:gd name="connsiteX951" fmla="*/ 5629817 w 12192000"/>
              <a:gd name="connsiteY951" fmla="*/ 1471412 h 4267200"/>
              <a:gd name="connsiteX952" fmla="*/ 5634124 w 12192000"/>
              <a:gd name="connsiteY952" fmla="*/ 1470572 h 4267200"/>
              <a:gd name="connsiteX953" fmla="*/ 5755832 w 12192000"/>
              <a:gd name="connsiteY953" fmla="*/ 1383886 h 4267200"/>
              <a:gd name="connsiteX954" fmla="*/ 6014186 w 12192000"/>
              <a:gd name="connsiteY954" fmla="*/ 1279799 h 4267200"/>
              <a:gd name="connsiteX955" fmla="*/ 6901619 w 12192000"/>
              <a:gd name="connsiteY955" fmla="*/ 1047874 h 4267200"/>
              <a:gd name="connsiteX956" fmla="*/ 6931566 w 12192000"/>
              <a:gd name="connsiteY956" fmla="*/ 1062034 h 4267200"/>
              <a:gd name="connsiteX957" fmla="*/ 5790982 w 12192000"/>
              <a:gd name="connsiteY957" fmla="*/ 1561380 h 4267200"/>
              <a:gd name="connsiteX958" fmla="*/ 6188971 w 12192000"/>
              <a:gd name="connsiteY958" fmla="*/ 1755168 h 4267200"/>
              <a:gd name="connsiteX959" fmla="*/ 6202446 w 12192000"/>
              <a:gd name="connsiteY959" fmla="*/ 1752268 h 4267200"/>
              <a:gd name="connsiteX960" fmla="*/ 7179560 w 12192000"/>
              <a:gd name="connsiteY960" fmla="*/ 1467551 h 4267200"/>
              <a:gd name="connsiteX961" fmla="*/ 7158730 w 12192000"/>
              <a:gd name="connsiteY961" fmla="*/ 1507835 h 4267200"/>
              <a:gd name="connsiteX962" fmla="*/ 6326959 w 12192000"/>
              <a:gd name="connsiteY962" fmla="*/ 1817686 h 4267200"/>
              <a:gd name="connsiteX963" fmla="*/ 6537433 w 12192000"/>
              <a:gd name="connsiteY963" fmla="*/ 1907790 h 4267200"/>
              <a:gd name="connsiteX964" fmla="*/ 6550221 w 12192000"/>
              <a:gd name="connsiteY964" fmla="*/ 1910729 h 4267200"/>
              <a:gd name="connsiteX965" fmla="*/ 6964438 w 12192000"/>
              <a:gd name="connsiteY965" fmla="*/ 2209505 h 4267200"/>
              <a:gd name="connsiteX966" fmla="*/ 7367862 w 12192000"/>
              <a:gd name="connsiteY966" fmla="*/ 2806833 h 4267200"/>
              <a:gd name="connsiteX967" fmla="*/ 7364329 w 12192000"/>
              <a:gd name="connsiteY967" fmla="*/ 2826907 h 4267200"/>
              <a:gd name="connsiteX968" fmla="*/ 7290545 w 12192000"/>
              <a:gd name="connsiteY968" fmla="*/ 2850663 h 4267200"/>
              <a:gd name="connsiteX969" fmla="*/ 6472036 w 12192000"/>
              <a:gd name="connsiteY969" fmla="*/ 1959003 h 4267200"/>
              <a:gd name="connsiteX970" fmla="*/ 5792897 w 12192000"/>
              <a:gd name="connsiteY970" fmla="*/ 1647747 h 4267200"/>
              <a:gd name="connsiteX971" fmla="*/ 5842751 w 12192000"/>
              <a:gd name="connsiteY971" fmla="*/ 1816112 h 4267200"/>
              <a:gd name="connsiteX972" fmla="*/ 5847424 w 12192000"/>
              <a:gd name="connsiteY972" fmla="*/ 1815776 h 4267200"/>
              <a:gd name="connsiteX973" fmla="*/ 6399821 w 12192000"/>
              <a:gd name="connsiteY973" fmla="*/ 2344799 h 4267200"/>
              <a:gd name="connsiteX974" fmla="*/ 6323232 w 12192000"/>
              <a:gd name="connsiteY974" fmla="*/ 2389634 h 4267200"/>
              <a:gd name="connsiteX975" fmla="*/ 5942958 w 12192000"/>
              <a:gd name="connsiteY975" fmla="*/ 2077708 h 4267200"/>
              <a:gd name="connsiteX976" fmla="*/ 5921559 w 12192000"/>
              <a:gd name="connsiteY976" fmla="*/ 2378596 h 4267200"/>
              <a:gd name="connsiteX977" fmla="*/ 5817651 w 12192000"/>
              <a:gd name="connsiteY977" fmla="*/ 3023919 h 4267200"/>
              <a:gd name="connsiteX978" fmla="*/ 5729634 w 12192000"/>
              <a:gd name="connsiteY978" fmla="*/ 3051849 h 4267200"/>
              <a:gd name="connsiteX979" fmla="*/ 5611018 w 12192000"/>
              <a:gd name="connsiteY979" fmla="*/ 2316769 h 4267200"/>
              <a:gd name="connsiteX980" fmla="*/ 5687608 w 12192000"/>
              <a:gd name="connsiteY980" fmla="*/ 2039972 h 4267200"/>
              <a:gd name="connsiteX981" fmla="*/ 5657554 w 12192000"/>
              <a:gd name="connsiteY981" fmla="*/ 1576445 h 4267200"/>
              <a:gd name="connsiteX982" fmla="*/ 5150475 w 12192000"/>
              <a:gd name="connsiteY982" fmla="*/ 1274012 h 4267200"/>
              <a:gd name="connsiteX983" fmla="*/ 5349142 w 12192000"/>
              <a:gd name="connsiteY983" fmla="*/ 2204405 h 4267200"/>
              <a:gd name="connsiteX984" fmla="*/ 5262214 w 12192000"/>
              <a:gd name="connsiteY984" fmla="*/ 2233836 h 4267200"/>
              <a:gd name="connsiteX985" fmla="*/ 4981539 w 12192000"/>
              <a:gd name="connsiteY985" fmla="*/ 1542201 h 4267200"/>
              <a:gd name="connsiteX986" fmla="*/ 4958461 w 12192000"/>
              <a:gd name="connsiteY986" fmla="*/ 1136957 h 4267200"/>
              <a:gd name="connsiteX987" fmla="*/ 4655015 w 12192000"/>
              <a:gd name="connsiteY987" fmla="*/ 891426 h 4267200"/>
              <a:gd name="connsiteX988" fmla="*/ 4348002 w 12192000"/>
              <a:gd name="connsiteY988" fmla="*/ 2205895 h 4267200"/>
              <a:gd name="connsiteX989" fmla="*/ 4262250 w 12192000"/>
              <a:gd name="connsiteY989" fmla="*/ 2219972 h 4267200"/>
              <a:gd name="connsiteX990" fmla="*/ 4550611 w 12192000"/>
              <a:gd name="connsiteY990" fmla="*/ 817540 h 4267200"/>
              <a:gd name="connsiteX991" fmla="*/ 4564418 w 12192000"/>
              <a:gd name="connsiteY991" fmla="*/ 808293 h 4267200"/>
              <a:gd name="connsiteX992" fmla="*/ 4266388 w 12192000"/>
              <a:gd name="connsiteY992" fmla="*/ 500083 h 4267200"/>
              <a:gd name="connsiteX993" fmla="*/ 4032842 w 12192000"/>
              <a:gd name="connsiteY993" fmla="*/ 211809 h 4267200"/>
              <a:gd name="connsiteX994" fmla="*/ 3721337 w 12192000"/>
              <a:gd name="connsiteY994" fmla="*/ 0 h 4267200"/>
              <a:gd name="connsiteX995" fmla="*/ 3797544 w 12192000"/>
              <a:gd name="connsiteY995" fmla="*/ 0 h 4267200"/>
              <a:gd name="connsiteX996" fmla="*/ 3775734 w 12192000"/>
              <a:gd name="connsiteY996" fmla="*/ 95131 h 4267200"/>
              <a:gd name="connsiteX997" fmla="*/ 3724807 w 12192000"/>
              <a:gd name="connsiteY997" fmla="*/ 272257 h 4267200"/>
              <a:gd name="connsiteX998" fmla="*/ 3726844 w 12192000"/>
              <a:gd name="connsiteY998" fmla="*/ 282988 h 4267200"/>
              <a:gd name="connsiteX999" fmla="*/ 3742664 w 12192000"/>
              <a:gd name="connsiteY999" fmla="*/ 279918 h 4267200"/>
              <a:gd name="connsiteX1000" fmla="*/ 4103910 w 12192000"/>
              <a:gd name="connsiteY1000" fmla="*/ 1161917 h 4267200"/>
              <a:gd name="connsiteX1001" fmla="*/ 4020269 w 12192000"/>
              <a:gd name="connsiteY1001" fmla="*/ 1200406 h 4267200"/>
              <a:gd name="connsiteX1002" fmla="*/ 3674882 w 12192000"/>
              <a:gd name="connsiteY1002" fmla="*/ 488524 h 4267200"/>
              <a:gd name="connsiteX1003" fmla="*/ 3132682 w 12192000"/>
              <a:gd name="connsiteY1003" fmla="*/ 1072284 h 4267200"/>
              <a:gd name="connsiteX1004" fmla="*/ 2716346 w 12192000"/>
              <a:gd name="connsiteY1004" fmla="*/ 1276376 h 4267200"/>
              <a:gd name="connsiteX1005" fmla="*/ 2716772 w 12192000"/>
              <a:gd name="connsiteY1005" fmla="*/ 1255462 h 4267200"/>
              <a:gd name="connsiteX1006" fmla="*/ 3471096 w 12192000"/>
              <a:gd name="connsiteY1006" fmla="*/ 437072 h 4267200"/>
              <a:gd name="connsiteX1007" fmla="*/ 3639057 w 12192000"/>
              <a:gd name="connsiteY1007" fmla="*/ 286334 h 4267200"/>
              <a:gd name="connsiteX1008" fmla="*/ 3640309 w 12192000"/>
              <a:gd name="connsiteY1008" fmla="*/ 284664 h 4267200"/>
              <a:gd name="connsiteX1009" fmla="*/ 3646022 w 12192000"/>
              <a:gd name="connsiteY1009" fmla="*/ 276711 h 4267200"/>
              <a:gd name="connsiteX1010" fmla="*/ 3707943 w 12192000"/>
              <a:gd name="connsiteY1010" fmla="*/ 65958 h 4267200"/>
              <a:gd name="connsiteX1011" fmla="*/ 2867960 w 12192000"/>
              <a:gd name="connsiteY1011" fmla="*/ 0 h 4267200"/>
              <a:gd name="connsiteX1012" fmla="*/ 2926351 w 12192000"/>
              <a:gd name="connsiteY1012" fmla="*/ 0 h 4267200"/>
              <a:gd name="connsiteX1013" fmla="*/ 2902823 w 12192000"/>
              <a:gd name="connsiteY1013" fmla="*/ 262929 h 4267200"/>
              <a:gd name="connsiteX1014" fmla="*/ 2940663 w 12192000"/>
              <a:gd name="connsiteY1014" fmla="*/ 140884 h 4267200"/>
              <a:gd name="connsiteX1015" fmla="*/ 2947039 w 12192000"/>
              <a:gd name="connsiteY1015" fmla="*/ 122524 h 4267200"/>
              <a:gd name="connsiteX1016" fmla="*/ 2984316 w 12192000"/>
              <a:gd name="connsiteY1016" fmla="*/ 0 h 4267200"/>
              <a:gd name="connsiteX1017" fmla="*/ 3016114 w 12192000"/>
              <a:gd name="connsiteY1017" fmla="*/ 0 h 4267200"/>
              <a:gd name="connsiteX1018" fmla="*/ 2979949 w 12192000"/>
              <a:gd name="connsiteY1018" fmla="*/ 119274 h 4267200"/>
              <a:gd name="connsiteX1019" fmla="*/ 3023879 w 12192000"/>
              <a:gd name="connsiteY1019" fmla="*/ 0 h 4267200"/>
              <a:gd name="connsiteX1020" fmla="*/ 3105400 w 12192000"/>
              <a:gd name="connsiteY1020" fmla="*/ 0 h 4267200"/>
              <a:gd name="connsiteX1021" fmla="*/ 3094669 w 12192000"/>
              <a:gd name="connsiteY1021" fmla="*/ 30308 h 4267200"/>
              <a:gd name="connsiteX1022" fmla="*/ 2901945 w 12192000"/>
              <a:gd name="connsiteY1022" fmla="*/ 466538 h 4267200"/>
              <a:gd name="connsiteX1023" fmla="*/ 2815209 w 12192000"/>
              <a:gd name="connsiteY1023" fmla="*/ 497361 h 4267200"/>
              <a:gd name="connsiteX1024" fmla="*/ 2844845 w 12192000"/>
              <a:gd name="connsiteY1024" fmla="*/ 127638 h 4267200"/>
              <a:gd name="connsiteX1025" fmla="*/ 1057230 w 12192000"/>
              <a:gd name="connsiteY1025" fmla="*/ 0 h 4267200"/>
              <a:gd name="connsiteX1026" fmla="*/ 1111003 w 12192000"/>
              <a:gd name="connsiteY1026" fmla="*/ 0 h 4267200"/>
              <a:gd name="connsiteX1027" fmla="*/ 1125553 w 12192000"/>
              <a:gd name="connsiteY1027" fmla="*/ 52588 h 4267200"/>
              <a:gd name="connsiteX1028" fmla="*/ 1304276 w 12192000"/>
              <a:gd name="connsiteY1028" fmla="*/ 476275 h 4267200"/>
              <a:gd name="connsiteX1029" fmla="*/ 1492066 w 12192000"/>
              <a:gd name="connsiteY1029" fmla="*/ 886333 h 4267200"/>
              <a:gd name="connsiteX1030" fmla="*/ 1423698 w 12192000"/>
              <a:gd name="connsiteY1030" fmla="*/ 710817 h 4267200"/>
              <a:gd name="connsiteX1031" fmla="*/ 1357609 w 12192000"/>
              <a:gd name="connsiteY1031" fmla="*/ 532892 h 4267200"/>
              <a:gd name="connsiteX1032" fmla="*/ 1309550 w 12192000"/>
              <a:gd name="connsiteY1032" fmla="*/ 374031 h 4267200"/>
              <a:gd name="connsiteX1033" fmla="*/ 1193673 w 12192000"/>
              <a:gd name="connsiteY1033" fmla="*/ 49533 h 4267200"/>
              <a:gd name="connsiteX1034" fmla="*/ 1164391 w 12192000"/>
              <a:gd name="connsiteY1034" fmla="*/ 0 h 4267200"/>
              <a:gd name="connsiteX1035" fmla="*/ 1200666 w 12192000"/>
              <a:gd name="connsiteY1035" fmla="*/ 0 h 4267200"/>
              <a:gd name="connsiteX1036" fmla="*/ 1223408 w 12192000"/>
              <a:gd name="connsiteY1036" fmla="*/ 38996 h 4267200"/>
              <a:gd name="connsiteX1037" fmla="*/ 1339635 w 12192000"/>
              <a:gd name="connsiteY1037" fmla="*/ 365517 h 4267200"/>
              <a:gd name="connsiteX1038" fmla="*/ 1387469 w 12192000"/>
              <a:gd name="connsiteY1038" fmla="*/ 523079 h 4267200"/>
              <a:gd name="connsiteX1039" fmla="*/ 1452685 w 12192000"/>
              <a:gd name="connsiteY1039" fmla="*/ 699806 h 4267200"/>
              <a:gd name="connsiteX1040" fmla="*/ 1492092 w 12192000"/>
              <a:gd name="connsiteY1040" fmla="*/ 800424 h 4267200"/>
              <a:gd name="connsiteX1041" fmla="*/ 1455302 w 12192000"/>
              <a:gd name="connsiteY1041" fmla="*/ 632913 h 4267200"/>
              <a:gd name="connsiteX1042" fmla="*/ 1222336 w 12192000"/>
              <a:gd name="connsiteY1042" fmla="*/ 9480 h 4267200"/>
              <a:gd name="connsiteX1043" fmla="*/ 1214634 w 12192000"/>
              <a:gd name="connsiteY1043" fmla="*/ 0 h 4267200"/>
              <a:gd name="connsiteX1044" fmla="*/ 1289827 w 12192000"/>
              <a:gd name="connsiteY1044" fmla="*/ 0 h 4267200"/>
              <a:gd name="connsiteX1045" fmla="*/ 1321076 w 12192000"/>
              <a:gd name="connsiteY1045" fmla="*/ 59722 h 4267200"/>
              <a:gd name="connsiteX1046" fmla="*/ 1512579 w 12192000"/>
              <a:gd name="connsiteY1046" fmla="*/ 626441 h 4267200"/>
              <a:gd name="connsiteX1047" fmla="*/ 1506076 w 12192000"/>
              <a:gd name="connsiteY1047" fmla="*/ 1089289 h 4267200"/>
              <a:gd name="connsiteX1048" fmla="*/ 1486346 w 12192000"/>
              <a:gd name="connsiteY1048" fmla="*/ 1079919 h 4267200"/>
              <a:gd name="connsiteX1049" fmla="*/ 1070511 w 12192000"/>
              <a:gd name="connsiteY1049" fmla="*/ 48609 h 4267200"/>
              <a:gd name="connsiteX1050" fmla="*/ 43151 w 12192000"/>
              <a:gd name="connsiteY1050" fmla="*/ 0 h 4267200"/>
              <a:gd name="connsiteX1051" fmla="*/ 95283 w 12192000"/>
              <a:gd name="connsiteY1051" fmla="*/ 0 h 4267200"/>
              <a:gd name="connsiteX1052" fmla="*/ 300708 w 12192000"/>
              <a:gd name="connsiteY1052" fmla="*/ 154571 h 4267200"/>
              <a:gd name="connsiteX1053" fmla="*/ 530414 w 12192000"/>
              <a:gd name="connsiteY1053" fmla="*/ 354673 h 4267200"/>
              <a:gd name="connsiteX1054" fmla="*/ 333785 w 12192000"/>
              <a:gd name="connsiteY1054" fmla="*/ 161564 h 4267200"/>
              <a:gd name="connsiteX1055" fmla="*/ 147005 w 12192000"/>
              <a:gd name="connsiteY1055" fmla="*/ 0 h 4267200"/>
              <a:gd name="connsiteX1056" fmla="*/ 272509 w 12192000"/>
              <a:gd name="connsiteY1056" fmla="*/ 0 h 4267200"/>
              <a:gd name="connsiteX1057" fmla="*/ 326276 w 12192000"/>
              <a:gd name="connsiteY1057" fmla="*/ 45847 h 4267200"/>
              <a:gd name="connsiteX1058" fmla="*/ 823759 w 12192000"/>
              <a:gd name="connsiteY1058" fmla="*/ 574145 h 4267200"/>
              <a:gd name="connsiteX1059" fmla="*/ 811254 w 12192000"/>
              <a:gd name="connsiteY1059" fmla="*/ 665546 h 4267200"/>
              <a:gd name="connsiteX1060" fmla="*/ 154042 w 12192000"/>
              <a:gd name="connsiteY1060" fmla="*/ 261522 h 4267200"/>
              <a:gd name="connsiteX1061" fmla="*/ 13550 w 12192000"/>
              <a:gd name="connsiteY1061" fmla="*/ 158423 h 4267200"/>
              <a:gd name="connsiteX1062" fmla="*/ 0 w 12192000"/>
              <a:gd name="connsiteY1062" fmla="*/ 146618 h 4267200"/>
              <a:gd name="connsiteX1063" fmla="*/ 0 w 12192000"/>
              <a:gd name="connsiteY1063" fmla="*/ 59161 h 4267200"/>
              <a:gd name="connsiteX1064" fmla="*/ 45427 w 12192000"/>
              <a:gd name="connsiteY1064" fmla="*/ 101078 h 4267200"/>
              <a:gd name="connsiteX1065" fmla="*/ 630103 w 12192000"/>
              <a:gd name="connsiteY1065" fmla="*/ 485885 h 4267200"/>
              <a:gd name="connsiteX1066" fmla="*/ 532040 w 12192000"/>
              <a:gd name="connsiteY1066" fmla="*/ 399359 h 4267200"/>
              <a:gd name="connsiteX1067" fmla="*/ 517618 w 12192000"/>
              <a:gd name="connsiteY1067" fmla="*/ 385726 h 4267200"/>
              <a:gd name="connsiteX1068" fmla="*/ 285074 w 12192000"/>
              <a:gd name="connsiteY1068" fmla="*/ 182755 h 4267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  <a:cxn ang="0">
                <a:pos x="connsiteX969" y="connsiteY969"/>
              </a:cxn>
              <a:cxn ang="0">
                <a:pos x="connsiteX970" y="connsiteY970"/>
              </a:cxn>
              <a:cxn ang="0">
                <a:pos x="connsiteX971" y="connsiteY971"/>
              </a:cxn>
              <a:cxn ang="0">
                <a:pos x="connsiteX972" y="connsiteY972"/>
              </a:cxn>
              <a:cxn ang="0">
                <a:pos x="connsiteX973" y="connsiteY973"/>
              </a:cxn>
              <a:cxn ang="0">
                <a:pos x="connsiteX974" y="connsiteY974"/>
              </a:cxn>
              <a:cxn ang="0">
                <a:pos x="connsiteX975" y="connsiteY975"/>
              </a:cxn>
              <a:cxn ang="0">
                <a:pos x="connsiteX976" y="connsiteY976"/>
              </a:cxn>
              <a:cxn ang="0">
                <a:pos x="connsiteX977" y="connsiteY977"/>
              </a:cxn>
              <a:cxn ang="0">
                <a:pos x="connsiteX978" y="connsiteY978"/>
              </a:cxn>
              <a:cxn ang="0">
                <a:pos x="connsiteX979" y="connsiteY979"/>
              </a:cxn>
              <a:cxn ang="0">
                <a:pos x="connsiteX980" y="connsiteY980"/>
              </a:cxn>
              <a:cxn ang="0">
                <a:pos x="connsiteX981" y="connsiteY981"/>
              </a:cxn>
              <a:cxn ang="0">
                <a:pos x="connsiteX982" y="connsiteY982"/>
              </a:cxn>
              <a:cxn ang="0">
                <a:pos x="connsiteX983" y="connsiteY983"/>
              </a:cxn>
              <a:cxn ang="0">
                <a:pos x="connsiteX984" y="connsiteY984"/>
              </a:cxn>
              <a:cxn ang="0">
                <a:pos x="connsiteX985" y="connsiteY985"/>
              </a:cxn>
              <a:cxn ang="0">
                <a:pos x="connsiteX986" y="connsiteY986"/>
              </a:cxn>
              <a:cxn ang="0">
                <a:pos x="connsiteX987" y="connsiteY987"/>
              </a:cxn>
              <a:cxn ang="0">
                <a:pos x="connsiteX988" y="connsiteY988"/>
              </a:cxn>
              <a:cxn ang="0">
                <a:pos x="connsiteX989" y="connsiteY989"/>
              </a:cxn>
              <a:cxn ang="0">
                <a:pos x="connsiteX990" y="connsiteY990"/>
              </a:cxn>
              <a:cxn ang="0">
                <a:pos x="connsiteX991" y="connsiteY991"/>
              </a:cxn>
              <a:cxn ang="0">
                <a:pos x="connsiteX992" y="connsiteY992"/>
              </a:cxn>
              <a:cxn ang="0">
                <a:pos x="connsiteX993" y="connsiteY993"/>
              </a:cxn>
              <a:cxn ang="0">
                <a:pos x="connsiteX994" y="connsiteY994"/>
              </a:cxn>
              <a:cxn ang="0">
                <a:pos x="connsiteX995" y="connsiteY995"/>
              </a:cxn>
              <a:cxn ang="0">
                <a:pos x="connsiteX996" y="connsiteY996"/>
              </a:cxn>
              <a:cxn ang="0">
                <a:pos x="connsiteX997" y="connsiteY997"/>
              </a:cxn>
              <a:cxn ang="0">
                <a:pos x="connsiteX998" y="connsiteY998"/>
              </a:cxn>
              <a:cxn ang="0">
                <a:pos x="connsiteX999" y="connsiteY999"/>
              </a:cxn>
              <a:cxn ang="0">
                <a:pos x="connsiteX1000" y="connsiteY1000"/>
              </a:cxn>
              <a:cxn ang="0">
                <a:pos x="connsiteX1001" y="connsiteY1001"/>
              </a:cxn>
              <a:cxn ang="0">
                <a:pos x="connsiteX1002" y="connsiteY1002"/>
              </a:cxn>
              <a:cxn ang="0">
                <a:pos x="connsiteX1003" y="connsiteY1003"/>
              </a:cxn>
              <a:cxn ang="0">
                <a:pos x="connsiteX1004" y="connsiteY1004"/>
              </a:cxn>
              <a:cxn ang="0">
                <a:pos x="connsiteX1005" y="connsiteY1005"/>
              </a:cxn>
              <a:cxn ang="0">
                <a:pos x="connsiteX1006" y="connsiteY1006"/>
              </a:cxn>
              <a:cxn ang="0">
                <a:pos x="connsiteX1007" y="connsiteY1007"/>
              </a:cxn>
              <a:cxn ang="0">
                <a:pos x="connsiteX1008" y="connsiteY1008"/>
              </a:cxn>
              <a:cxn ang="0">
                <a:pos x="connsiteX1009" y="connsiteY1009"/>
              </a:cxn>
              <a:cxn ang="0">
                <a:pos x="connsiteX1010" y="connsiteY1010"/>
              </a:cxn>
              <a:cxn ang="0">
                <a:pos x="connsiteX1011" y="connsiteY1011"/>
              </a:cxn>
              <a:cxn ang="0">
                <a:pos x="connsiteX1012" y="connsiteY1012"/>
              </a:cxn>
              <a:cxn ang="0">
                <a:pos x="connsiteX1013" y="connsiteY1013"/>
              </a:cxn>
              <a:cxn ang="0">
                <a:pos x="connsiteX1014" y="connsiteY1014"/>
              </a:cxn>
              <a:cxn ang="0">
                <a:pos x="connsiteX1015" y="connsiteY1015"/>
              </a:cxn>
              <a:cxn ang="0">
                <a:pos x="connsiteX1016" y="connsiteY1016"/>
              </a:cxn>
              <a:cxn ang="0">
                <a:pos x="connsiteX1017" y="connsiteY1017"/>
              </a:cxn>
              <a:cxn ang="0">
                <a:pos x="connsiteX1018" y="connsiteY1018"/>
              </a:cxn>
              <a:cxn ang="0">
                <a:pos x="connsiteX1019" y="connsiteY1019"/>
              </a:cxn>
              <a:cxn ang="0">
                <a:pos x="connsiteX1020" y="connsiteY1020"/>
              </a:cxn>
              <a:cxn ang="0">
                <a:pos x="connsiteX1021" y="connsiteY1021"/>
              </a:cxn>
              <a:cxn ang="0">
                <a:pos x="connsiteX1022" y="connsiteY1022"/>
              </a:cxn>
              <a:cxn ang="0">
                <a:pos x="connsiteX1023" y="connsiteY1023"/>
              </a:cxn>
              <a:cxn ang="0">
                <a:pos x="connsiteX1024" y="connsiteY1024"/>
              </a:cxn>
              <a:cxn ang="0">
                <a:pos x="connsiteX1025" y="connsiteY1025"/>
              </a:cxn>
              <a:cxn ang="0">
                <a:pos x="connsiteX1026" y="connsiteY1026"/>
              </a:cxn>
              <a:cxn ang="0">
                <a:pos x="connsiteX1027" y="connsiteY1027"/>
              </a:cxn>
              <a:cxn ang="0">
                <a:pos x="connsiteX1028" y="connsiteY1028"/>
              </a:cxn>
              <a:cxn ang="0">
                <a:pos x="connsiteX1029" y="connsiteY1029"/>
              </a:cxn>
              <a:cxn ang="0">
                <a:pos x="connsiteX1030" y="connsiteY1030"/>
              </a:cxn>
              <a:cxn ang="0">
                <a:pos x="connsiteX1031" y="connsiteY1031"/>
              </a:cxn>
              <a:cxn ang="0">
                <a:pos x="connsiteX1032" y="connsiteY1032"/>
              </a:cxn>
              <a:cxn ang="0">
                <a:pos x="connsiteX1033" y="connsiteY1033"/>
              </a:cxn>
              <a:cxn ang="0">
                <a:pos x="connsiteX1034" y="connsiteY1034"/>
              </a:cxn>
              <a:cxn ang="0">
                <a:pos x="connsiteX1035" y="connsiteY1035"/>
              </a:cxn>
              <a:cxn ang="0">
                <a:pos x="connsiteX1036" y="connsiteY1036"/>
              </a:cxn>
              <a:cxn ang="0">
                <a:pos x="connsiteX1037" y="connsiteY1037"/>
              </a:cxn>
              <a:cxn ang="0">
                <a:pos x="connsiteX1038" y="connsiteY1038"/>
              </a:cxn>
              <a:cxn ang="0">
                <a:pos x="connsiteX1039" y="connsiteY1039"/>
              </a:cxn>
              <a:cxn ang="0">
                <a:pos x="connsiteX1040" y="connsiteY1040"/>
              </a:cxn>
              <a:cxn ang="0">
                <a:pos x="connsiteX1041" y="connsiteY1041"/>
              </a:cxn>
              <a:cxn ang="0">
                <a:pos x="connsiteX1042" y="connsiteY1042"/>
              </a:cxn>
              <a:cxn ang="0">
                <a:pos x="connsiteX1043" y="connsiteY1043"/>
              </a:cxn>
              <a:cxn ang="0">
                <a:pos x="connsiteX1044" y="connsiteY1044"/>
              </a:cxn>
              <a:cxn ang="0">
                <a:pos x="connsiteX1045" y="connsiteY1045"/>
              </a:cxn>
              <a:cxn ang="0">
                <a:pos x="connsiteX1046" y="connsiteY1046"/>
              </a:cxn>
              <a:cxn ang="0">
                <a:pos x="connsiteX1047" y="connsiteY1047"/>
              </a:cxn>
              <a:cxn ang="0">
                <a:pos x="connsiteX1048" y="connsiteY1048"/>
              </a:cxn>
              <a:cxn ang="0">
                <a:pos x="connsiteX1049" y="connsiteY1049"/>
              </a:cxn>
              <a:cxn ang="0">
                <a:pos x="connsiteX1050" y="connsiteY1050"/>
              </a:cxn>
              <a:cxn ang="0">
                <a:pos x="connsiteX1051" y="connsiteY1051"/>
              </a:cxn>
              <a:cxn ang="0">
                <a:pos x="connsiteX1052" y="connsiteY1052"/>
              </a:cxn>
              <a:cxn ang="0">
                <a:pos x="connsiteX1053" y="connsiteY1053"/>
              </a:cxn>
              <a:cxn ang="0">
                <a:pos x="connsiteX1054" y="connsiteY1054"/>
              </a:cxn>
              <a:cxn ang="0">
                <a:pos x="connsiteX1055" y="connsiteY1055"/>
              </a:cxn>
              <a:cxn ang="0">
                <a:pos x="connsiteX1056" y="connsiteY1056"/>
              </a:cxn>
              <a:cxn ang="0">
                <a:pos x="connsiteX1057" y="connsiteY1057"/>
              </a:cxn>
              <a:cxn ang="0">
                <a:pos x="connsiteX1058" y="connsiteY1058"/>
              </a:cxn>
              <a:cxn ang="0">
                <a:pos x="connsiteX1059" y="connsiteY1059"/>
              </a:cxn>
              <a:cxn ang="0">
                <a:pos x="connsiteX1060" y="connsiteY1060"/>
              </a:cxn>
              <a:cxn ang="0">
                <a:pos x="connsiteX1061" y="connsiteY1061"/>
              </a:cxn>
              <a:cxn ang="0">
                <a:pos x="connsiteX1062" y="connsiteY1062"/>
              </a:cxn>
              <a:cxn ang="0">
                <a:pos x="connsiteX1063" y="connsiteY1063"/>
              </a:cxn>
              <a:cxn ang="0">
                <a:pos x="connsiteX1064" y="connsiteY1064"/>
              </a:cxn>
              <a:cxn ang="0">
                <a:pos x="connsiteX1065" y="connsiteY1065"/>
              </a:cxn>
              <a:cxn ang="0">
                <a:pos x="connsiteX1066" y="connsiteY1066"/>
              </a:cxn>
              <a:cxn ang="0">
                <a:pos x="connsiteX1067" y="connsiteY1067"/>
              </a:cxn>
              <a:cxn ang="0">
                <a:pos x="connsiteX1068" y="connsiteY1068"/>
              </a:cxn>
            </a:cxnLst>
            <a:rect l="l" t="t" r="r" b="b"/>
            <a:pathLst>
              <a:path w="12192000" h="4267200">
                <a:moveTo>
                  <a:pt x="2537169" y="4125568"/>
                </a:moveTo>
                <a:cubicBezTo>
                  <a:pt x="2788218" y="4126068"/>
                  <a:pt x="3025872" y="4161336"/>
                  <a:pt x="3246267" y="4262961"/>
                </a:cubicBezTo>
                <a:lnTo>
                  <a:pt x="3253970" y="4267200"/>
                </a:lnTo>
                <a:lnTo>
                  <a:pt x="3071791" y="4267200"/>
                </a:lnTo>
                <a:lnTo>
                  <a:pt x="2975095" y="4243356"/>
                </a:lnTo>
                <a:cubicBezTo>
                  <a:pt x="2862058" y="4220032"/>
                  <a:pt x="2745568" y="4209031"/>
                  <a:pt x="2626982" y="4206450"/>
                </a:cubicBezTo>
                <a:cubicBezTo>
                  <a:pt x="2581807" y="4205467"/>
                  <a:pt x="2536327" y="4205706"/>
                  <a:pt x="2490617" y="4206951"/>
                </a:cubicBezTo>
                <a:cubicBezTo>
                  <a:pt x="2601507" y="4219748"/>
                  <a:pt x="2711611" y="4236309"/>
                  <a:pt x="2819869" y="4252936"/>
                </a:cubicBezTo>
                <a:lnTo>
                  <a:pt x="2900997" y="4267200"/>
                </a:lnTo>
                <a:lnTo>
                  <a:pt x="2705858" y="4267200"/>
                </a:lnTo>
                <a:lnTo>
                  <a:pt x="2561467" y="4246270"/>
                </a:lnTo>
                <a:cubicBezTo>
                  <a:pt x="2476258" y="4235123"/>
                  <a:pt x="2390533" y="4225627"/>
                  <a:pt x="2305292" y="4219492"/>
                </a:cubicBezTo>
                <a:lnTo>
                  <a:pt x="2409349" y="4267200"/>
                </a:lnTo>
                <a:lnTo>
                  <a:pt x="2266705" y="4267200"/>
                </a:lnTo>
                <a:lnTo>
                  <a:pt x="2183576" y="4227150"/>
                </a:lnTo>
                <a:cubicBezTo>
                  <a:pt x="2170260" y="4220226"/>
                  <a:pt x="2115765" y="4150220"/>
                  <a:pt x="2151029" y="4146947"/>
                </a:cubicBezTo>
                <a:cubicBezTo>
                  <a:pt x="2282770" y="4133761"/>
                  <a:pt x="2411644" y="4125319"/>
                  <a:pt x="2537169" y="4125568"/>
                </a:cubicBezTo>
                <a:close/>
                <a:moveTo>
                  <a:pt x="9258094" y="3958602"/>
                </a:moveTo>
                <a:cubicBezTo>
                  <a:pt x="9013678" y="4006086"/>
                  <a:pt x="8768731" y="4060051"/>
                  <a:pt x="8526712" y="4119804"/>
                </a:cubicBezTo>
                <a:cubicBezTo>
                  <a:pt x="8781748" y="4123003"/>
                  <a:pt x="9026494" y="4069940"/>
                  <a:pt x="9258094" y="3958602"/>
                </a:cubicBezTo>
                <a:close/>
                <a:moveTo>
                  <a:pt x="9168987" y="3919232"/>
                </a:moveTo>
                <a:cubicBezTo>
                  <a:pt x="8975366" y="3912045"/>
                  <a:pt x="8788341" y="3989836"/>
                  <a:pt x="8603910" y="4068895"/>
                </a:cubicBezTo>
                <a:cubicBezTo>
                  <a:pt x="8818554" y="4017452"/>
                  <a:pt x="9035976" y="3970366"/>
                  <a:pt x="9252382" y="3927759"/>
                </a:cubicBezTo>
                <a:cubicBezTo>
                  <a:pt x="9224441" y="3923020"/>
                  <a:pt x="9196646" y="3920259"/>
                  <a:pt x="9168987" y="3919232"/>
                </a:cubicBezTo>
                <a:close/>
                <a:moveTo>
                  <a:pt x="1635889" y="3709494"/>
                </a:moveTo>
                <a:lnTo>
                  <a:pt x="1634800" y="3731111"/>
                </a:lnTo>
                <a:cubicBezTo>
                  <a:pt x="1634800" y="3731111"/>
                  <a:pt x="1635342" y="3716795"/>
                  <a:pt x="1635889" y="3709494"/>
                </a:cubicBezTo>
                <a:close/>
                <a:moveTo>
                  <a:pt x="3174829" y="3620110"/>
                </a:moveTo>
                <a:cubicBezTo>
                  <a:pt x="3177710" y="3619202"/>
                  <a:pt x="3182308" y="3620648"/>
                  <a:pt x="3189263" y="3625726"/>
                </a:cubicBezTo>
                <a:cubicBezTo>
                  <a:pt x="3348177" y="3744655"/>
                  <a:pt x="3463235" y="3908187"/>
                  <a:pt x="3560912" y="4079863"/>
                </a:cubicBezTo>
                <a:cubicBezTo>
                  <a:pt x="3582321" y="4117314"/>
                  <a:pt x="3599153" y="4153173"/>
                  <a:pt x="3611854" y="4188366"/>
                </a:cubicBezTo>
                <a:lnTo>
                  <a:pt x="3631583" y="4267200"/>
                </a:lnTo>
                <a:lnTo>
                  <a:pt x="3575699" y="4267200"/>
                </a:lnTo>
                <a:lnTo>
                  <a:pt x="3575567" y="4263588"/>
                </a:lnTo>
                <a:cubicBezTo>
                  <a:pt x="3563792" y="4170010"/>
                  <a:pt x="3527316" y="4081090"/>
                  <a:pt x="3467355" y="3988130"/>
                </a:cubicBezTo>
                <a:cubicBezTo>
                  <a:pt x="3420192" y="3915029"/>
                  <a:pt x="3371016" y="3849934"/>
                  <a:pt x="3310753" y="3787140"/>
                </a:cubicBezTo>
                <a:cubicBezTo>
                  <a:pt x="3303466" y="3779509"/>
                  <a:pt x="3297626" y="3773227"/>
                  <a:pt x="3291335" y="3767420"/>
                </a:cubicBezTo>
                <a:cubicBezTo>
                  <a:pt x="3324815" y="3824296"/>
                  <a:pt x="3358740" y="3880691"/>
                  <a:pt x="3390805" y="3937163"/>
                </a:cubicBezTo>
                <a:cubicBezTo>
                  <a:pt x="3450145" y="4040978"/>
                  <a:pt x="3506325" y="4144397"/>
                  <a:pt x="3545740" y="4251102"/>
                </a:cubicBezTo>
                <a:lnTo>
                  <a:pt x="3550709" y="4267200"/>
                </a:lnTo>
                <a:lnTo>
                  <a:pt x="3513586" y="4267200"/>
                </a:lnTo>
                <a:lnTo>
                  <a:pt x="3470728" y="4152456"/>
                </a:lnTo>
                <a:cubicBezTo>
                  <a:pt x="3439124" y="4085665"/>
                  <a:pt x="3402484" y="4019598"/>
                  <a:pt x="3364433" y="3953121"/>
                </a:cubicBezTo>
                <a:lnTo>
                  <a:pt x="3316479" y="3872136"/>
                </a:lnTo>
                <a:lnTo>
                  <a:pt x="3504482" y="4267200"/>
                </a:lnTo>
                <a:lnTo>
                  <a:pt x="3467547" y="4267200"/>
                </a:lnTo>
                <a:lnTo>
                  <a:pt x="3177952" y="3657386"/>
                </a:lnTo>
                <a:cubicBezTo>
                  <a:pt x="3172991" y="3646754"/>
                  <a:pt x="3166185" y="3622836"/>
                  <a:pt x="3174829" y="3620110"/>
                </a:cubicBezTo>
                <a:close/>
                <a:moveTo>
                  <a:pt x="11279315" y="3618448"/>
                </a:moveTo>
                <a:cubicBezTo>
                  <a:pt x="11299830" y="3614620"/>
                  <a:pt x="11318737" y="3618623"/>
                  <a:pt x="11317765" y="3638405"/>
                </a:cubicBezTo>
                <a:cubicBezTo>
                  <a:pt x="11309587" y="3820966"/>
                  <a:pt x="11315203" y="4012597"/>
                  <a:pt x="11304886" y="4200582"/>
                </a:cubicBezTo>
                <a:lnTo>
                  <a:pt x="11298904" y="4267200"/>
                </a:lnTo>
                <a:lnTo>
                  <a:pt x="11213088" y="4267200"/>
                </a:lnTo>
                <a:lnTo>
                  <a:pt x="11219157" y="4210725"/>
                </a:lnTo>
                <a:cubicBezTo>
                  <a:pt x="11223807" y="4119600"/>
                  <a:pt x="11224640" y="4027718"/>
                  <a:pt x="11225213" y="3936722"/>
                </a:cubicBezTo>
                <a:cubicBezTo>
                  <a:pt x="11207028" y="4022695"/>
                  <a:pt x="11194593" y="4110355"/>
                  <a:pt x="11182914" y="4196771"/>
                </a:cubicBezTo>
                <a:lnTo>
                  <a:pt x="11172266" y="4267200"/>
                </a:lnTo>
                <a:lnTo>
                  <a:pt x="11140975" y="4267200"/>
                </a:lnTo>
                <a:lnTo>
                  <a:pt x="11152239" y="4192628"/>
                </a:lnTo>
                <a:cubicBezTo>
                  <a:pt x="11165272" y="4096160"/>
                  <a:pt x="11178361" y="3997344"/>
                  <a:pt x="11201005" y="3900089"/>
                </a:cubicBezTo>
                <a:cubicBezTo>
                  <a:pt x="11166930" y="3979173"/>
                  <a:pt x="11134730" y="4058831"/>
                  <a:pt x="11105754" y="4139192"/>
                </a:cubicBezTo>
                <a:lnTo>
                  <a:pt x="11065821" y="4267200"/>
                </a:lnTo>
                <a:lnTo>
                  <a:pt x="10978133" y="4267200"/>
                </a:lnTo>
                <a:lnTo>
                  <a:pt x="11088889" y="3963916"/>
                </a:lnTo>
                <a:cubicBezTo>
                  <a:pt x="11133459" y="3856779"/>
                  <a:pt x="11181967" y="3750740"/>
                  <a:pt x="11231212" y="3645474"/>
                </a:cubicBezTo>
                <a:cubicBezTo>
                  <a:pt x="11236675" y="3633934"/>
                  <a:pt x="11258799" y="3622276"/>
                  <a:pt x="11279315" y="3618448"/>
                </a:cubicBezTo>
                <a:close/>
                <a:moveTo>
                  <a:pt x="10296877" y="3526602"/>
                </a:moveTo>
                <a:cubicBezTo>
                  <a:pt x="10305089" y="3527517"/>
                  <a:pt x="10311503" y="3531079"/>
                  <a:pt x="10314210" y="3538353"/>
                </a:cubicBezTo>
                <a:cubicBezTo>
                  <a:pt x="10361472" y="3659113"/>
                  <a:pt x="10407318" y="3780392"/>
                  <a:pt x="10450858" y="3902477"/>
                </a:cubicBezTo>
                <a:lnTo>
                  <a:pt x="10572255" y="4267200"/>
                </a:lnTo>
                <a:lnTo>
                  <a:pt x="10477642" y="4267200"/>
                </a:lnTo>
                <a:lnTo>
                  <a:pt x="10436479" y="4144570"/>
                </a:lnTo>
                <a:cubicBezTo>
                  <a:pt x="10386976" y="3995354"/>
                  <a:pt x="10333255" y="3848072"/>
                  <a:pt x="10277529" y="3701307"/>
                </a:cubicBezTo>
                <a:cubicBezTo>
                  <a:pt x="10277467" y="3703640"/>
                  <a:pt x="10276853" y="3706334"/>
                  <a:pt x="10276797" y="3708672"/>
                </a:cubicBezTo>
                <a:cubicBezTo>
                  <a:pt x="10284209" y="3854149"/>
                  <a:pt x="10331835" y="3999199"/>
                  <a:pt x="10385906" y="4147031"/>
                </a:cubicBezTo>
                <a:lnTo>
                  <a:pt x="10431445" y="4267200"/>
                </a:lnTo>
                <a:lnTo>
                  <a:pt x="10398237" y="4267200"/>
                </a:lnTo>
                <a:lnTo>
                  <a:pt x="10356661" y="4157302"/>
                </a:lnTo>
                <a:cubicBezTo>
                  <a:pt x="10321871" y="4061517"/>
                  <a:pt x="10289232" y="3966669"/>
                  <a:pt x="10268559" y="3871054"/>
                </a:cubicBezTo>
                <a:cubicBezTo>
                  <a:pt x="10272790" y="3985997"/>
                  <a:pt x="10299544" y="4094770"/>
                  <a:pt x="10340065" y="4201637"/>
                </a:cubicBezTo>
                <a:lnTo>
                  <a:pt x="10368861" y="4267200"/>
                </a:lnTo>
                <a:lnTo>
                  <a:pt x="10267862" y="4267200"/>
                </a:lnTo>
                <a:lnTo>
                  <a:pt x="10236210" y="4185635"/>
                </a:lnTo>
                <a:cubicBezTo>
                  <a:pt x="10169925" y="3991261"/>
                  <a:pt x="10150284" y="3789583"/>
                  <a:pt x="10225980" y="3561061"/>
                </a:cubicBezTo>
                <a:cubicBezTo>
                  <a:pt x="10231424" y="3544935"/>
                  <a:pt x="10272241" y="3523857"/>
                  <a:pt x="10296877" y="3526602"/>
                </a:cubicBezTo>
                <a:close/>
                <a:moveTo>
                  <a:pt x="3429186" y="3458784"/>
                </a:moveTo>
                <a:cubicBezTo>
                  <a:pt x="3434043" y="3458424"/>
                  <a:pt x="3439865" y="3459167"/>
                  <a:pt x="3446761" y="3461278"/>
                </a:cubicBezTo>
                <a:cubicBezTo>
                  <a:pt x="3801752" y="3568638"/>
                  <a:pt x="4119982" y="3746863"/>
                  <a:pt x="4419733" y="3963555"/>
                </a:cubicBezTo>
                <a:cubicBezTo>
                  <a:pt x="4508451" y="4027538"/>
                  <a:pt x="4593765" y="4093753"/>
                  <a:pt x="4659448" y="4172746"/>
                </a:cubicBezTo>
                <a:lnTo>
                  <a:pt x="4719140" y="4267200"/>
                </a:lnTo>
                <a:lnTo>
                  <a:pt x="4641222" y="4267200"/>
                </a:lnTo>
                <a:lnTo>
                  <a:pt x="4599968" y="4207074"/>
                </a:lnTo>
                <a:cubicBezTo>
                  <a:pt x="4478590" y="4057581"/>
                  <a:pt x="4278987" y="3946713"/>
                  <a:pt x="4136093" y="3858466"/>
                </a:cubicBezTo>
                <a:cubicBezTo>
                  <a:pt x="3985171" y="3764831"/>
                  <a:pt x="3831168" y="3687155"/>
                  <a:pt x="3670252" y="3622798"/>
                </a:cubicBezTo>
                <a:lnTo>
                  <a:pt x="3817258" y="3723577"/>
                </a:lnTo>
                <a:cubicBezTo>
                  <a:pt x="3878082" y="3765387"/>
                  <a:pt x="3941278" y="3808498"/>
                  <a:pt x="4000461" y="3855966"/>
                </a:cubicBezTo>
                <a:cubicBezTo>
                  <a:pt x="4030299" y="3879926"/>
                  <a:pt x="4059233" y="3904849"/>
                  <a:pt x="4088180" y="3929774"/>
                </a:cubicBezTo>
                <a:cubicBezTo>
                  <a:pt x="4119532" y="3956928"/>
                  <a:pt x="4151864" y="3984979"/>
                  <a:pt x="4184555" y="4010683"/>
                </a:cubicBezTo>
                <a:cubicBezTo>
                  <a:pt x="4252374" y="4064322"/>
                  <a:pt x="4327401" y="4112085"/>
                  <a:pt x="4399563" y="4158106"/>
                </a:cubicBezTo>
                <a:cubicBezTo>
                  <a:pt x="4448555" y="4189447"/>
                  <a:pt x="4498141" y="4221114"/>
                  <a:pt x="4546299" y="4254934"/>
                </a:cubicBezTo>
                <a:lnTo>
                  <a:pt x="4561743" y="4267200"/>
                </a:lnTo>
                <a:lnTo>
                  <a:pt x="4509274" y="4267200"/>
                </a:lnTo>
                <a:lnTo>
                  <a:pt x="4383389" y="4184369"/>
                </a:lnTo>
                <a:cubicBezTo>
                  <a:pt x="4310251" y="4137460"/>
                  <a:pt x="4234739" y="4089250"/>
                  <a:pt x="4165508" y="4035196"/>
                </a:cubicBezTo>
                <a:cubicBezTo>
                  <a:pt x="4131846" y="4008598"/>
                  <a:pt x="4099524" y="3980549"/>
                  <a:pt x="4068162" y="3953394"/>
                </a:cubicBezTo>
                <a:cubicBezTo>
                  <a:pt x="4039704" y="3928919"/>
                  <a:pt x="4010763" y="3903992"/>
                  <a:pt x="3981416" y="3880482"/>
                </a:cubicBezTo>
                <a:cubicBezTo>
                  <a:pt x="3923199" y="3833909"/>
                  <a:pt x="3860482" y="3791236"/>
                  <a:pt x="3800147" y="3749872"/>
                </a:cubicBezTo>
                <a:lnTo>
                  <a:pt x="3655073" y="3650884"/>
                </a:lnTo>
                <a:cubicBezTo>
                  <a:pt x="3768399" y="3765347"/>
                  <a:pt x="3873410" y="3884450"/>
                  <a:pt x="3989938" y="3991685"/>
                </a:cubicBezTo>
                <a:cubicBezTo>
                  <a:pt x="4106468" y="4098916"/>
                  <a:pt x="4234512" y="4194281"/>
                  <a:pt x="4393907" y="4261258"/>
                </a:cubicBezTo>
                <a:lnTo>
                  <a:pt x="4408201" y="4267200"/>
                </a:lnTo>
                <a:lnTo>
                  <a:pt x="4250346" y="4267200"/>
                </a:lnTo>
                <a:lnTo>
                  <a:pt x="4245269" y="4265040"/>
                </a:lnTo>
                <a:cubicBezTo>
                  <a:pt x="4167858" y="4230709"/>
                  <a:pt x="4095232" y="4193560"/>
                  <a:pt x="4036318" y="4147013"/>
                </a:cubicBezTo>
                <a:cubicBezTo>
                  <a:pt x="3810777" y="3969273"/>
                  <a:pt x="3654591" y="3720297"/>
                  <a:pt x="3432098" y="3537312"/>
                </a:cubicBezTo>
                <a:cubicBezTo>
                  <a:pt x="3408505" y="3517876"/>
                  <a:pt x="3395188" y="3461306"/>
                  <a:pt x="3429186" y="3458784"/>
                </a:cubicBezTo>
                <a:close/>
                <a:moveTo>
                  <a:pt x="9334796" y="3456584"/>
                </a:moveTo>
                <a:cubicBezTo>
                  <a:pt x="9406875" y="3608228"/>
                  <a:pt x="9503788" y="3758542"/>
                  <a:pt x="9651570" y="3826505"/>
                </a:cubicBezTo>
                <a:cubicBezTo>
                  <a:pt x="9559808" y="3686686"/>
                  <a:pt x="9456900" y="3564734"/>
                  <a:pt x="9334796" y="3456584"/>
                </a:cubicBezTo>
                <a:close/>
                <a:moveTo>
                  <a:pt x="4440129" y="3448571"/>
                </a:moveTo>
                <a:cubicBezTo>
                  <a:pt x="4500684" y="3600308"/>
                  <a:pt x="4765312" y="3823987"/>
                  <a:pt x="4856525" y="3915351"/>
                </a:cubicBezTo>
                <a:cubicBezTo>
                  <a:pt x="4921046" y="3979838"/>
                  <a:pt x="4987678" y="4047617"/>
                  <a:pt x="5059055" y="4108918"/>
                </a:cubicBezTo>
                <a:cubicBezTo>
                  <a:pt x="5130436" y="4170218"/>
                  <a:pt x="5206561" y="4225043"/>
                  <a:pt x="5290070" y="4263619"/>
                </a:cubicBezTo>
                <a:cubicBezTo>
                  <a:pt x="5126032" y="4132785"/>
                  <a:pt x="4978794" y="3979858"/>
                  <a:pt x="4834991" y="3830985"/>
                </a:cubicBezTo>
                <a:cubicBezTo>
                  <a:pt x="4709629" y="3700933"/>
                  <a:pt x="4579958" y="3567796"/>
                  <a:pt x="4440129" y="3448571"/>
                </a:cubicBezTo>
                <a:close/>
                <a:moveTo>
                  <a:pt x="5425834" y="3162785"/>
                </a:moveTo>
                <a:cubicBezTo>
                  <a:pt x="5393133" y="3300089"/>
                  <a:pt x="5401723" y="3491623"/>
                  <a:pt x="5401644" y="3617847"/>
                </a:cubicBezTo>
                <a:cubicBezTo>
                  <a:pt x="5401790" y="3807859"/>
                  <a:pt x="5425483" y="3992734"/>
                  <a:pt x="5467256" y="4175494"/>
                </a:cubicBezTo>
                <a:cubicBezTo>
                  <a:pt x="5469824" y="3971868"/>
                  <a:pt x="5459296" y="3766904"/>
                  <a:pt x="5448069" y="3567554"/>
                </a:cubicBezTo>
                <a:close/>
                <a:moveTo>
                  <a:pt x="1318687" y="3113840"/>
                </a:moveTo>
                <a:cubicBezTo>
                  <a:pt x="1233126" y="3142037"/>
                  <a:pt x="1148133" y="3174161"/>
                  <a:pt x="1066793" y="3212171"/>
                </a:cubicBezTo>
                <a:cubicBezTo>
                  <a:pt x="1042399" y="3223712"/>
                  <a:pt x="1017440" y="3235542"/>
                  <a:pt x="993319" y="3247648"/>
                </a:cubicBezTo>
                <a:cubicBezTo>
                  <a:pt x="947600" y="3269890"/>
                  <a:pt x="900765" y="3292688"/>
                  <a:pt x="853081" y="3312410"/>
                </a:cubicBezTo>
                <a:cubicBezTo>
                  <a:pt x="837376" y="3318884"/>
                  <a:pt x="821948" y="3324526"/>
                  <a:pt x="805957" y="3330443"/>
                </a:cubicBezTo>
                <a:cubicBezTo>
                  <a:pt x="973723" y="3284161"/>
                  <a:pt x="1193682" y="3229943"/>
                  <a:pt x="1318687" y="3113840"/>
                </a:cubicBezTo>
                <a:close/>
                <a:moveTo>
                  <a:pt x="5453702" y="3090882"/>
                </a:moveTo>
                <a:lnTo>
                  <a:pt x="5480135" y="3565802"/>
                </a:lnTo>
                <a:cubicBezTo>
                  <a:pt x="5490809" y="3762845"/>
                  <a:pt x="5501220" y="3965024"/>
                  <a:pt x="5499023" y="4166310"/>
                </a:cubicBezTo>
                <a:cubicBezTo>
                  <a:pt x="5546233" y="3984186"/>
                  <a:pt x="5562118" y="3799116"/>
                  <a:pt x="5547022" y="3607838"/>
                </a:cubicBezTo>
                <a:cubicBezTo>
                  <a:pt x="5541143" y="3530760"/>
                  <a:pt x="5529684" y="3453908"/>
                  <a:pt x="5515964" y="3378541"/>
                </a:cubicBezTo>
                <a:cubicBezTo>
                  <a:pt x="5505773" y="3321668"/>
                  <a:pt x="5475310" y="3095607"/>
                  <a:pt x="5453702" y="3090882"/>
                </a:cubicBezTo>
                <a:close/>
                <a:moveTo>
                  <a:pt x="9790480" y="3078533"/>
                </a:moveTo>
                <a:cubicBezTo>
                  <a:pt x="9782502" y="3134217"/>
                  <a:pt x="9773626" y="3189710"/>
                  <a:pt x="9763295" y="3245370"/>
                </a:cubicBezTo>
                <a:cubicBezTo>
                  <a:pt x="9730259" y="3421320"/>
                  <a:pt x="9693170" y="3586065"/>
                  <a:pt x="9736458" y="3758413"/>
                </a:cubicBezTo>
                <a:cubicBezTo>
                  <a:pt x="9741385" y="3680922"/>
                  <a:pt x="9752472" y="3603320"/>
                  <a:pt x="9763499" y="3528057"/>
                </a:cubicBezTo>
                <a:cubicBezTo>
                  <a:pt x="9778184" y="3430521"/>
                  <a:pt x="9793478" y="3330298"/>
                  <a:pt x="9793906" y="3231157"/>
                </a:cubicBezTo>
                <a:cubicBezTo>
                  <a:pt x="9793949" y="3202011"/>
                  <a:pt x="9792735" y="3172131"/>
                  <a:pt x="9791874" y="3142788"/>
                </a:cubicBezTo>
                <a:cubicBezTo>
                  <a:pt x="9791175" y="3121009"/>
                  <a:pt x="9790832" y="3099770"/>
                  <a:pt x="9790480" y="3078533"/>
                </a:cubicBezTo>
                <a:close/>
                <a:moveTo>
                  <a:pt x="1238695" y="3076820"/>
                </a:moveTo>
                <a:cubicBezTo>
                  <a:pt x="1051055" y="3082190"/>
                  <a:pt x="886407" y="3192548"/>
                  <a:pt x="716371" y="3293249"/>
                </a:cubicBezTo>
                <a:cubicBezTo>
                  <a:pt x="670943" y="3320259"/>
                  <a:pt x="625512" y="3345868"/>
                  <a:pt x="579522" y="3371759"/>
                </a:cubicBezTo>
                <a:cubicBezTo>
                  <a:pt x="586257" y="3369787"/>
                  <a:pt x="592991" y="3367806"/>
                  <a:pt x="600288" y="3365555"/>
                </a:cubicBezTo>
                <a:cubicBezTo>
                  <a:pt x="680240" y="3341573"/>
                  <a:pt x="762713" y="3317034"/>
                  <a:pt x="840692" y="3284921"/>
                </a:cubicBezTo>
                <a:cubicBezTo>
                  <a:pt x="887813" y="3265484"/>
                  <a:pt x="934087" y="3242968"/>
                  <a:pt x="979248" y="3221003"/>
                </a:cubicBezTo>
                <a:cubicBezTo>
                  <a:pt x="1004208" y="3209175"/>
                  <a:pt x="1028322" y="3197074"/>
                  <a:pt x="1053282" y="3185247"/>
                </a:cubicBezTo>
                <a:cubicBezTo>
                  <a:pt x="1139666" y="3144704"/>
                  <a:pt x="1229994" y="3110602"/>
                  <a:pt x="1320603" y="3081281"/>
                </a:cubicBezTo>
                <a:cubicBezTo>
                  <a:pt x="1292776" y="3077429"/>
                  <a:pt x="1265502" y="3076054"/>
                  <a:pt x="1238695" y="3076820"/>
                </a:cubicBezTo>
                <a:close/>
                <a:moveTo>
                  <a:pt x="5425627" y="2954192"/>
                </a:moveTo>
                <a:cubicBezTo>
                  <a:pt x="5441934" y="2956815"/>
                  <a:pt x="5467954" y="2996115"/>
                  <a:pt x="5470770" y="3005435"/>
                </a:cubicBezTo>
                <a:cubicBezTo>
                  <a:pt x="5591522" y="3395900"/>
                  <a:pt x="5656650" y="3795361"/>
                  <a:pt x="5567647" y="4190286"/>
                </a:cubicBezTo>
                <a:lnTo>
                  <a:pt x="5545854" y="4267200"/>
                </a:lnTo>
                <a:lnTo>
                  <a:pt x="5391871" y="4267200"/>
                </a:lnTo>
                <a:lnTo>
                  <a:pt x="5318171" y="4175818"/>
                </a:lnTo>
                <a:cubicBezTo>
                  <a:pt x="5204859" y="4048423"/>
                  <a:pt x="5075331" y="3936412"/>
                  <a:pt x="4943646" y="3822916"/>
                </a:cubicBezTo>
                <a:cubicBezTo>
                  <a:pt x="4828850" y="3724110"/>
                  <a:pt x="4714058" y="3625311"/>
                  <a:pt x="4594837" y="3532274"/>
                </a:cubicBezTo>
                <a:cubicBezTo>
                  <a:pt x="4562450" y="3507077"/>
                  <a:pt x="4474786" y="3410282"/>
                  <a:pt x="4441737" y="3399734"/>
                </a:cubicBezTo>
                <a:cubicBezTo>
                  <a:pt x="4437014" y="3398227"/>
                  <a:pt x="4433408" y="3398482"/>
                  <a:pt x="4431236" y="3400954"/>
                </a:cubicBezTo>
                <a:cubicBezTo>
                  <a:pt x="4474088" y="3436036"/>
                  <a:pt x="4516531" y="3472527"/>
                  <a:pt x="4557150" y="3510023"/>
                </a:cubicBezTo>
                <a:cubicBezTo>
                  <a:pt x="4661606" y="3606446"/>
                  <a:pt x="4760255" y="3709152"/>
                  <a:pt x="4856936" y="3809146"/>
                </a:cubicBezTo>
                <a:cubicBezTo>
                  <a:pt x="4939779" y="3895025"/>
                  <a:pt x="5024071" y="3982240"/>
                  <a:pt x="5111996" y="4065759"/>
                </a:cubicBezTo>
                <a:cubicBezTo>
                  <a:pt x="5155961" y="4107518"/>
                  <a:pt x="5200834" y="4148352"/>
                  <a:pt x="5246890" y="4187633"/>
                </a:cubicBezTo>
                <a:lnTo>
                  <a:pt x="5347266" y="4267200"/>
                </a:lnTo>
                <a:lnTo>
                  <a:pt x="5164092" y="4267200"/>
                </a:lnTo>
                <a:lnTo>
                  <a:pt x="5108945" y="4232176"/>
                </a:lnTo>
                <a:cubicBezTo>
                  <a:pt x="4772838" y="3999708"/>
                  <a:pt x="4490756" y="3581960"/>
                  <a:pt x="4294126" y="3303048"/>
                </a:cubicBezTo>
                <a:cubicBezTo>
                  <a:pt x="4284225" y="3288537"/>
                  <a:pt x="4271318" y="3233630"/>
                  <a:pt x="4305321" y="3256953"/>
                </a:cubicBezTo>
                <a:cubicBezTo>
                  <a:pt x="4530520" y="3414680"/>
                  <a:pt x="4740956" y="3587440"/>
                  <a:pt x="4949299" y="3766336"/>
                </a:cubicBezTo>
                <a:cubicBezTo>
                  <a:pt x="5065543" y="3866477"/>
                  <a:pt x="5184542" y="3965579"/>
                  <a:pt x="5291452" y="4076801"/>
                </a:cubicBezTo>
                <a:cubicBezTo>
                  <a:pt x="5309900" y="4095629"/>
                  <a:pt x="5393714" y="4211504"/>
                  <a:pt x="5434998" y="4254100"/>
                </a:cubicBezTo>
                <a:cubicBezTo>
                  <a:pt x="5369347" y="4172892"/>
                  <a:pt x="5356822" y="3836202"/>
                  <a:pt x="5351015" y="3760989"/>
                </a:cubicBezTo>
                <a:cubicBezTo>
                  <a:pt x="5330486" y="3492147"/>
                  <a:pt x="5355823" y="3228927"/>
                  <a:pt x="5413780" y="2966265"/>
                </a:cubicBezTo>
                <a:cubicBezTo>
                  <a:pt x="5415835" y="2956520"/>
                  <a:pt x="5420191" y="2953318"/>
                  <a:pt x="5425627" y="2954192"/>
                </a:cubicBezTo>
                <a:close/>
                <a:moveTo>
                  <a:pt x="8380397" y="2896659"/>
                </a:moveTo>
                <a:cubicBezTo>
                  <a:pt x="8455275" y="3038078"/>
                  <a:pt x="8545153" y="3173735"/>
                  <a:pt x="8634801" y="3304169"/>
                </a:cubicBezTo>
                <a:cubicBezTo>
                  <a:pt x="8726195" y="3437326"/>
                  <a:pt x="8821496" y="3600936"/>
                  <a:pt x="8971448" y="3675946"/>
                </a:cubicBezTo>
                <a:cubicBezTo>
                  <a:pt x="8910775" y="3621244"/>
                  <a:pt x="8864937" y="3553231"/>
                  <a:pt x="8820691" y="3486482"/>
                </a:cubicBezTo>
                <a:cubicBezTo>
                  <a:pt x="8816331" y="3480073"/>
                  <a:pt x="8811972" y="3473665"/>
                  <a:pt x="8807612" y="3467256"/>
                </a:cubicBezTo>
                <a:cubicBezTo>
                  <a:pt x="8727274" y="3347730"/>
                  <a:pt x="8640362" y="3230102"/>
                  <a:pt x="8556796" y="3116474"/>
                </a:cubicBezTo>
                <a:cubicBezTo>
                  <a:pt x="8515702" y="3060746"/>
                  <a:pt x="8472667" y="3003195"/>
                  <a:pt x="8427018" y="2948853"/>
                </a:cubicBezTo>
                <a:cubicBezTo>
                  <a:pt x="8411728" y="2931040"/>
                  <a:pt x="8396239" y="2914119"/>
                  <a:pt x="8380397" y="2896659"/>
                </a:cubicBezTo>
                <a:close/>
                <a:moveTo>
                  <a:pt x="9831020" y="2871730"/>
                </a:moveTo>
                <a:lnTo>
                  <a:pt x="9827707" y="2915231"/>
                </a:lnTo>
                <a:cubicBezTo>
                  <a:pt x="9824540" y="2960178"/>
                  <a:pt x="9821168" y="3006017"/>
                  <a:pt x="9820699" y="3051540"/>
                </a:cubicBezTo>
                <a:cubicBezTo>
                  <a:pt x="9820458" y="3081589"/>
                  <a:pt x="9821664" y="3111470"/>
                  <a:pt x="9822525" y="3140814"/>
                </a:cubicBezTo>
                <a:cubicBezTo>
                  <a:pt x="9823738" y="3170696"/>
                  <a:pt x="9824947" y="3200579"/>
                  <a:pt x="9824704" y="3230628"/>
                </a:cubicBezTo>
                <a:cubicBezTo>
                  <a:pt x="9823869" y="3331557"/>
                  <a:pt x="9808712" y="3433224"/>
                  <a:pt x="9793821" y="3531652"/>
                </a:cubicBezTo>
                <a:cubicBezTo>
                  <a:pt x="9783066" y="3603683"/>
                  <a:pt x="9772446" y="3677150"/>
                  <a:pt x="9767436" y="3750864"/>
                </a:cubicBezTo>
                <a:cubicBezTo>
                  <a:pt x="9782786" y="3724954"/>
                  <a:pt x="9799440" y="3697443"/>
                  <a:pt x="9814477" y="3662531"/>
                </a:cubicBezTo>
                <a:cubicBezTo>
                  <a:pt x="9926754" y="3406015"/>
                  <a:pt x="9892054" y="3133900"/>
                  <a:pt x="9831020" y="2871730"/>
                </a:cubicBezTo>
                <a:close/>
                <a:moveTo>
                  <a:pt x="8380521" y="2850596"/>
                </a:moveTo>
                <a:cubicBezTo>
                  <a:pt x="8404481" y="2875897"/>
                  <a:pt x="8428794" y="2901731"/>
                  <a:pt x="8451446" y="2928627"/>
                </a:cubicBezTo>
                <a:cubicBezTo>
                  <a:pt x="8497446" y="2983517"/>
                  <a:pt x="8540828" y="3041610"/>
                  <a:pt x="8582269" y="3097880"/>
                </a:cubicBezTo>
                <a:cubicBezTo>
                  <a:pt x="8666744" y="3211700"/>
                  <a:pt x="8753998" y="3329876"/>
                  <a:pt x="8833783" y="3449753"/>
                </a:cubicBezTo>
                <a:cubicBezTo>
                  <a:pt x="8838143" y="3456162"/>
                  <a:pt x="8842503" y="3462572"/>
                  <a:pt x="8846863" y="3468981"/>
                </a:cubicBezTo>
                <a:cubicBezTo>
                  <a:pt x="8881714" y="3521040"/>
                  <a:pt x="8917610" y="3574725"/>
                  <a:pt x="8960046" y="3620389"/>
                </a:cubicBezTo>
                <a:cubicBezTo>
                  <a:pt x="8847240" y="3316219"/>
                  <a:pt x="8665033" y="3014288"/>
                  <a:pt x="8380521" y="2850596"/>
                </a:cubicBezTo>
                <a:close/>
                <a:moveTo>
                  <a:pt x="9854151" y="2642862"/>
                </a:moveTo>
                <a:cubicBezTo>
                  <a:pt x="9862376" y="2644690"/>
                  <a:pt x="9868748" y="2649859"/>
                  <a:pt x="9871341" y="2659697"/>
                </a:cubicBezTo>
                <a:cubicBezTo>
                  <a:pt x="9936549" y="2907705"/>
                  <a:pt x="10004418" y="3164740"/>
                  <a:pt x="9966678" y="3423399"/>
                </a:cubicBezTo>
                <a:cubicBezTo>
                  <a:pt x="9951724" y="3524170"/>
                  <a:pt x="9914841" y="3605244"/>
                  <a:pt x="9880832" y="3700562"/>
                </a:cubicBezTo>
                <a:cubicBezTo>
                  <a:pt x="9817639" y="3880472"/>
                  <a:pt x="9825316" y="4002022"/>
                  <a:pt x="9896024" y="4178295"/>
                </a:cubicBezTo>
                <a:lnTo>
                  <a:pt x="10028060" y="4267200"/>
                </a:lnTo>
                <a:lnTo>
                  <a:pt x="9651813" y="4267200"/>
                </a:lnTo>
                <a:lnTo>
                  <a:pt x="9814527" y="4248048"/>
                </a:lnTo>
                <a:cubicBezTo>
                  <a:pt x="9748431" y="4225943"/>
                  <a:pt x="9681848" y="4217991"/>
                  <a:pt x="9615182" y="4220499"/>
                </a:cubicBezTo>
                <a:cubicBezTo>
                  <a:pt x="9565183" y="4222381"/>
                  <a:pt x="9515136" y="4230147"/>
                  <a:pt x="9465210" y="4242240"/>
                </a:cubicBezTo>
                <a:lnTo>
                  <a:pt x="9387108" y="4267200"/>
                </a:lnTo>
                <a:lnTo>
                  <a:pt x="9268441" y="4267200"/>
                </a:lnTo>
                <a:lnTo>
                  <a:pt x="9307676" y="4251276"/>
                </a:lnTo>
                <a:cubicBezTo>
                  <a:pt x="9459842" y="4196603"/>
                  <a:pt x="9613869" y="4164948"/>
                  <a:pt x="9761570" y="4182283"/>
                </a:cubicBezTo>
                <a:cubicBezTo>
                  <a:pt x="9633677" y="4101602"/>
                  <a:pt x="9502269" y="4023929"/>
                  <a:pt x="9368237" y="3949470"/>
                </a:cubicBezTo>
                <a:cubicBezTo>
                  <a:pt x="9363677" y="3950852"/>
                  <a:pt x="9358768" y="3951697"/>
                  <a:pt x="9354614" y="3951288"/>
                </a:cubicBezTo>
                <a:cubicBezTo>
                  <a:pt x="9045666" y="4112095"/>
                  <a:pt x="8711508" y="4184792"/>
                  <a:pt x="8364351" y="4159267"/>
                </a:cubicBezTo>
                <a:cubicBezTo>
                  <a:pt x="8322605" y="4156073"/>
                  <a:pt x="8373028" y="4125362"/>
                  <a:pt x="8386567" y="4119760"/>
                </a:cubicBezTo>
                <a:cubicBezTo>
                  <a:pt x="8661942" y="4017222"/>
                  <a:pt x="8938634" y="3857115"/>
                  <a:pt x="9231713" y="3873539"/>
                </a:cubicBezTo>
                <a:cubicBezTo>
                  <a:pt x="9162796" y="3836374"/>
                  <a:pt x="9093324" y="3799562"/>
                  <a:pt x="9023301" y="3763109"/>
                </a:cubicBezTo>
                <a:cubicBezTo>
                  <a:pt x="9018245" y="3762512"/>
                  <a:pt x="9014299" y="3761207"/>
                  <a:pt x="9010556" y="3758998"/>
                </a:cubicBezTo>
                <a:cubicBezTo>
                  <a:pt x="8818026" y="3719652"/>
                  <a:pt x="8714888" y="3571783"/>
                  <a:pt x="8604324" y="3417171"/>
                </a:cubicBezTo>
                <a:cubicBezTo>
                  <a:pt x="8460937" y="3216099"/>
                  <a:pt x="8313620" y="2999153"/>
                  <a:pt x="8218577" y="2770227"/>
                </a:cubicBezTo>
                <a:cubicBezTo>
                  <a:pt x="8215211" y="2762227"/>
                  <a:pt x="8217371" y="2755481"/>
                  <a:pt x="8222774" y="2749954"/>
                </a:cubicBezTo>
                <a:cubicBezTo>
                  <a:pt x="8238990" y="2733370"/>
                  <a:pt x="8284424" y="2727735"/>
                  <a:pt x="8297623" y="2731935"/>
                </a:cubicBezTo>
                <a:cubicBezTo>
                  <a:pt x="8726387" y="2883841"/>
                  <a:pt x="8964880" y="3311498"/>
                  <a:pt x="9090618" y="3716225"/>
                </a:cubicBezTo>
                <a:cubicBezTo>
                  <a:pt x="9321070" y="3835548"/>
                  <a:pt x="9546131" y="3959850"/>
                  <a:pt x="9762441" y="4093587"/>
                </a:cubicBezTo>
                <a:cubicBezTo>
                  <a:pt x="9739891" y="4035197"/>
                  <a:pt x="9720655" y="3974696"/>
                  <a:pt x="9717826" y="3916719"/>
                </a:cubicBezTo>
                <a:cubicBezTo>
                  <a:pt x="9716379" y="3916883"/>
                  <a:pt x="9714371" y="3917401"/>
                  <a:pt x="9713123" y="3916663"/>
                </a:cubicBezTo>
                <a:cubicBezTo>
                  <a:pt x="9419408" y="3876118"/>
                  <a:pt x="9276568" y="3571232"/>
                  <a:pt x="9175594" y="3326950"/>
                </a:cubicBezTo>
                <a:cubicBezTo>
                  <a:pt x="9162477" y="3295477"/>
                  <a:pt x="9234580" y="3273123"/>
                  <a:pt x="9253941" y="3287566"/>
                </a:cubicBezTo>
                <a:cubicBezTo>
                  <a:pt x="9396995" y="3390749"/>
                  <a:pt x="9519263" y="3506453"/>
                  <a:pt x="9625671" y="3639960"/>
                </a:cubicBezTo>
                <a:cubicBezTo>
                  <a:pt x="9622492" y="3540061"/>
                  <a:pt x="9637797" y="3439839"/>
                  <a:pt x="9656881" y="3333361"/>
                </a:cubicBezTo>
                <a:cubicBezTo>
                  <a:pt x="9696972" y="3116116"/>
                  <a:pt x="9713720" y="2891570"/>
                  <a:pt x="9782066" y="2680771"/>
                </a:cubicBezTo>
                <a:cubicBezTo>
                  <a:pt x="9788129" y="2661952"/>
                  <a:pt x="9829478" y="2637374"/>
                  <a:pt x="9854151" y="2642862"/>
                </a:cubicBezTo>
                <a:close/>
                <a:moveTo>
                  <a:pt x="11114299" y="2390555"/>
                </a:moveTo>
                <a:lnTo>
                  <a:pt x="11113373" y="2392739"/>
                </a:lnTo>
                <a:lnTo>
                  <a:pt x="11117197" y="2394358"/>
                </a:lnTo>
                <a:cubicBezTo>
                  <a:pt x="11116333" y="2393349"/>
                  <a:pt x="11115474" y="2392343"/>
                  <a:pt x="11114299" y="2390555"/>
                </a:cubicBezTo>
                <a:close/>
                <a:moveTo>
                  <a:pt x="10506276" y="2118977"/>
                </a:moveTo>
                <a:cubicBezTo>
                  <a:pt x="10510550" y="2257918"/>
                  <a:pt x="10470507" y="2393544"/>
                  <a:pt x="10431542" y="2525128"/>
                </a:cubicBezTo>
                <a:cubicBezTo>
                  <a:pt x="10417502" y="2571972"/>
                  <a:pt x="10403548" y="2620144"/>
                  <a:pt x="10391375" y="2667145"/>
                </a:cubicBezTo>
                <a:cubicBezTo>
                  <a:pt x="10377290" y="2721696"/>
                  <a:pt x="10366481" y="2777642"/>
                  <a:pt x="10355047" y="2832031"/>
                </a:cubicBezTo>
                <a:lnTo>
                  <a:pt x="10336080" y="2927011"/>
                </a:lnTo>
                <a:cubicBezTo>
                  <a:pt x="10349636" y="2893472"/>
                  <a:pt x="10367643" y="2846374"/>
                  <a:pt x="10389394" y="2782834"/>
                </a:cubicBezTo>
                <a:cubicBezTo>
                  <a:pt x="10448427" y="2611467"/>
                  <a:pt x="10546967" y="2325483"/>
                  <a:pt x="10506276" y="2118977"/>
                </a:cubicBezTo>
                <a:close/>
                <a:moveTo>
                  <a:pt x="11538179" y="2090376"/>
                </a:moveTo>
                <a:cubicBezTo>
                  <a:pt x="11552237" y="2136248"/>
                  <a:pt x="11565750" y="2181883"/>
                  <a:pt x="11577479" y="2228695"/>
                </a:cubicBezTo>
                <a:lnTo>
                  <a:pt x="11586754" y="2266098"/>
                </a:lnTo>
                <a:cubicBezTo>
                  <a:pt x="11593656" y="2295423"/>
                  <a:pt x="11600787" y="2324193"/>
                  <a:pt x="11609011" y="2353427"/>
                </a:cubicBezTo>
                <a:cubicBezTo>
                  <a:pt x="11644349" y="2475257"/>
                  <a:pt x="11704023" y="2591295"/>
                  <a:pt x="11761579" y="2703223"/>
                </a:cubicBezTo>
                <a:cubicBezTo>
                  <a:pt x="11802170" y="2782214"/>
                  <a:pt x="11843944" y="2862994"/>
                  <a:pt x="11877711" y="2947465"/>
                </a:cubicBezTo>
                <a:cubicBezTo>
                  <a:pt x="11815017" y="2640863"/>
                  <a:pt x="11724956" y="2342636"/>
                  <a:pt x="11538179" y="2090376"/>
                </a:cubicBezTo>
                <a:close/>
                <a:moveTo>
                  <a:pt x="6604735" y="2041381"/>
                </a:moveTo>
                <a:cubicBezTo>
                  <a:pt x="6726311" y="2327927"/>
                  <a:pt x="6916754" y="2606522"/>
                  <a:pt x="7204487" y="2742112"/>
                </a:cubicBezTo>
                <a:cubicBezTo>
                  <a:pt x="7179895" y="2719491"/>
                  <a:pt x="7154936" y="2696378"/>
                  <a:pt x="7131592" y="2672096"/>
                </a:cubicBezTo>
                <a:cubicBezTo>
                  <a:pt x="7084181" y="2622518"/>
                  <a:pt x="7039271" y="2569608"/>
                  <a:pt x="6996344" y="2518310"/>
                </a:cubicBezTo>
                <a:cubicBezTo>
                  <a:pt x="6908871" y="2414600"/>
                  <a:pt x="6818501" y="2306884"/>
                  <a:pt x="6735495" y="2196890"/>
                </a:cubicBezTo>
                <a:lnTo>
                  <a:pt x="6721901" y="2179274"/>
                </a:lnTo>
                <a:cubicBezTo>
                  <a:pt x="6685654" y="2131523"/>
                  <a:pt x="6648317" y="2082278"/>
                  <a:pt x="6604735" y="2041381"/>
                </a:cubicBezTo>
                <a:close/>
                <a:moveTo>
                  <a:pt x="11488421" y="2034549"/>
                </a:moveTo>
                <a:cubicBezTo>
                  <a:pt x="11459234" y="2371132"/>
                  <a:pt x="11651925" y="2658088"/>
                  <a:pt x="11840356" y="2932293"/>
                </a:cubicBezTo>
                <a:cubicBezTo>
                  <a:pt x="11809128" y="2858555"/>
                  <a:pt x="11772688" y="2786473"/>
                  <a:pt x="11736331" y="2715710"/>
                </a:cubicBezTo>
                <a:cubicBezTo>
                  <a:pt x="11678147" y="2602235"/>
                  <a:pt x="11617611" y="2485181"/>
                  <a:pt x="11581560" y="2360474"/>
                </a:cubicBezTo>
                <a:cubicBezTo>
                  <a:pt x="11573334" y="2331239"/>
                  <a:pt x="11565889" y="2301693"/>
                  <a:pt x="11558442" y="2272139"/>
                </a:cubicBezTo>
                <a:lnTo>
                  <a:pt x="11549169" y="2234734"/>
                </a:lnTo>
                <a:cubicBezTo>
                  <a:pt x="11532130" y="2167007"/>
                  <a:pt x="11511443" y="2100302"/>
                  <a:pt x="11488421" y="2034549"/>
                </a:cubicBezTo>
                <a:close/>
                <a:moveTo>
                  <a:pt x="10468916" y="2032338"/>
                </a:moveTo>
                <a:cubicBezTo>
                  <a:pt x="10450533" y="2081859"/>
                  <a:pt x="10434093" y="2132840"/>
                  <a:pt x="10421480" y="2185446"/>
                </a:cubicBezTo>
                <a:cubicBezTo>
                  <a:pt x="10388668" y="2317695"/>
                  <a:pt x="10374105" y="2457032"/>
                  <a:pt x="10351264" y="2591574"/>
                </a:cubicBezTo>
                <a:cubicBezTo>
                  <a:pt x="10332355" y="2700098"/>
                  <a:pt x="10281261" y="2959166"/>
                  <a:pt x="10294485" y="2991809"/>
                </a:cubicBezTo>
                <a:lnTo>
                  <a:pt x="10327850" y="2826310"/>
                </a:lnTo>
                <a:cubicBezTo>
                  <a:pt x="10338741" y="2771690"/>
                  <a:pt x="10350331" y="2715434"/>
                  <a:pt x="10364099" y="2660098"/>
                </a:cubicBezTo>
                <a:cubicBezTo>
                  <a:pt x="10376185" y="2611783"/>
                  <a:pt x="10390682" y="2563843"/>
                  <a:pt x="10404725" y="2516991"/>
                </a:cubicBezTo>
                <a:cubicBezTo>
                  <a:pt x="10443463" y="2385961"/>
                  <a:pt x="10483500" y="2250332"/>
                  <a:pt x="10478071" y="2114122"/>
                </a:cubicBezTo>
                <a:cubicBezTo>
                  <a:pt x="10476867" y="2086568"/>
                  <a:pt x="10473555" y="2059413"/>
                  <a:pt x="10468916" y="2032338"/>
                </a:cubicBezTo>
                <a:close/>
                <a:moveTo>
                  <a:pt x="10573132" y="1991479"/>
                </a:moveTo>
                <a:cubicBezTo>
                  <a:pt x="10722027" y="2144650"/>
                  <a:pt x="10877543" y="2280670"/>
                  <a:pt x="11066880" y="2371770"/>
                </a:cubicBezTo>
                <a:cubicBezTo>
                  <a:pt x="10930664" y="2234271"/>
                  <a:pt x="10767866" y="2088089"/>
                  <a:pt x="10573132" y="1991479"/>
                </a:cubicBezTo>
                <a:close/>
                <a:moveTo>
                  <a:pt x="6591670" y="1988277"/>
                </a:moveTo>
                <a:cubicBezTo>
                  <a:pt x="6653650" y="2036451"/>
                  <a:pt x="6701310" y="2098809"/>
                  <a:pt x="6747349" y="2160069"/>
                </a:cubicBezTo>
                <a:lnTo>
                  <a:pt x="6760943" y="2177686"/>
                </a:lnTo>
                <a:cubicBezTo>
                  <a:pt x="6844486" y="2287290"/>
                  <a:pt x="6934499" y="2394502"/>
                  <a:pt x="7021065" y="2498102"/>
                </a:cubicBezTo>
                <a:cubicBezTo>
                  <a:pt x="7063629" y="2548900"/>
                  <a:pt x="7108178" y="2601313"/>
                  <a:pt x="7155223" y="2650386"/>
                </a:cubicBezTo>
                <a:cubicBezTo>
                  <a:pt x="7170968" y="2666443"/>
                  <a:pt x="7186885" y="2681619"/>
                  <a:pt x="7203167" y="2697288"/>
                </a:cubicBezTo>
                <a:cubicBezTo>
                  <a:pt x="7124362" y="2565928"/>
                  <a:pt x="7030837" y="2441422"/>
                  <a:pt x="6937703" y="2321981"/>
                </a:cubicBezTo>
                <a:cubicBezTo>
                  <a:pt x="6842752" y="2200032"/>
                  <a:pt x="6742965" y="2048781"/>
                  <a:pt x="6591670" y="1988277"/>
                </a:cubicBezTo>
                <a:close/>
                <a:moveTo>
                  <a:pt x="5798671" y="1981601"/>
                </a:moveTo>
                <a:cubicBezTo>
                  <a:pt x="5784234" y="2008086"/>
                  <a:pt x="5768551" y="2036236"/>
                  <a:pt x="5754709" y="2071454"/>
                </a:cubicBezTo>
                <a:cubicBezTo>
                  <a:pt x="5651219" y="2330361"/>
                  <a:pt x="5694208" y="2592217"/>
                  <a:pt x="5763044" y="2842206"/>
                </a:cubicBezTo>
                <a:lnTo>
                  <a:pt x="5764974" y="2799609"/>
                </a:lnTo>
                <a:cubicBezTo>
                  <a:pt x="5766710" y="2755616"/>
                  <a:pt x="5768626" y="2710738"/>
                  <a:pt x="5767665" y="2666409"/>
                </a:cubicBezTo>
                <a:cubicBezTo>
                  <a:pt x="5766964" y="2637156"/>
                  <a:pt x="5764828" y="2608182"/>
                  <a:pt x="5763055" y="2579705"/>
                </a:cubicBezTo>
                <a:cubicBezTo>
                  <a:pt x="5760913" y="2550734"/>
                  <a:pt x="5758780" y="2521760"/>
                  <a:pt x="5758079" y="2492508"/>
                </a:cubicBezTo>
                <a:cubicBezTo>
                  <a:pt x="5755745" y="2394242"/>
                  <a:pt x="5767619" y="2294070"/>
                  <a:pt x="5779325" y="2197069"/>
                </a:cubicBezTo>
                <a:cubicBezTo>
                  <a:pt x="5787753" y="2126095"/>
                  <a:pt x="5796001" y="2053736"/>
                  <a:pt x="5798671" y="1981601"/>
                </a:cubicBezTo>
                <a:close/>
                <a:moveTo>
                  <a:pt x="5829202" y="1971679"/>
                </a:moveTo>
                <a:cubicBezTo>
                  <a:pt x="5826736" y="2047481"/>
                  <a:pt x="5818154" y="2123904"/>
                  <a:pt x="5809558" y="2198043"/>
                </a:cubicBezTo>
                <a:cubicBezTo>
                  <a:pt x="5798026" y="2294159"/>
                  <a:pt x="5785973" y="2392938"/>
                  <a:pt x="5788653" y="2489430"/>
                </a:cubicBezTo>
                <a:cubicBezTo>
                  <a:pt x="5789524" y="2517790"/>
                  <a:pt x="5791665" y="2546759"/>
                  <a:pt x="5793439" y="2575235"/>
                </a:cubicBezTo>
                <a:cubicBezTo>
                  <a:pt x="5794815" y="2596366"/>
                  <a:pt x="5795822" y="2617001"/>
                  <a:pt x="5796837" y="2637633"/>
                </a:cubicBezTo>
                <a:cubicBezTo>
                  <a:pt x="5803017" y="2582794"/>
                  <a:pt x="5810098" y="2528066"/>
                  <a:pt x="5818614" y="2473055"/>
                </a:cubicBezTo>
                <a:cubicBezTo>
                  <a:pt x="5845917" y="2299125"/>
                  <a:pt x="5877599" y="2135758"/>
                  <a:pt x="5829202" y="1971679"/>
                </a:cubicBezTo>
                <a:close/>
                <a:moveTo>
                  <a:pt x="10578769" y="1962963"/>
                </a:moveTo>
                <a:cubicBezTo>
                  <a:pt x="10773649" y="2057701"/>
                  <a:pt x="10936285" y="2201237"/>
                  <a:pt x="11073823" y="2338658"/>
                </a:cubicBezTo>
                <a:cubicBezTo>
                  <a:pt x="10938241" y="2169232"/>
                  <a:pt x="10752627" y="1968969"/>
                  <a:pt x="10578769" y="1962963"/>
                </a:cubicBezTo>
                <a:close/>
                <a:moveTo>
                  <a:pt x="5911389" y="1898371"/>
                </a:moveTo>
                <a:cubicBezTo>
                  <a:pt x="6006914" y="2026768"/>
                  <a:pt x="6112955" y="2136857"/>
                  <a:pt x="6237627" y="2231921"/>
                </a:cubicBezTo>
                <a:cubicBezTo>
                  <a:pt x="6161282" y="2090381"/>
                  <a:pt x="6060308" y="1952200"/>
                  <a:pt x="5911389" y="1898371"/>
                </a:cubicBezTo>
                <a:close/>
                <a:moveTo>
                  <a:pt x="6944437" y="1575402"/>
                </a:moveTo>
                <a:cubicBezTo>
                  <a:pt x="6732842" y="1643305"/>
                  <a:pt x="6518352" y="1707201"/>
                  <a:pt x="6304730" y="1766654"/>
                </a:cubicBezTo>
                <a:cubicBezTo>
                  <a:pt x="6527947" y="1784949"/>
                  <a:pt x="6737901" y="1680839"/>
                  <a:pt x="6944437" y="1575402"/>
                </a:cubicBezTo>
                <a:close/>
                <a:moveTo>
                  <a:pt x="7019523" y="1519450"/>
                </a:moveTo>
                <a:cubicBezTo>
                  <a:pt x="6766096" y="1537552"/>
                  <a:pt x="6524653" y="1609537"/>
                  <a:pt x="6298091" y="1737122"/>
                </a:cubicBezTo>
                <a:cubicBezTo>
                  <a:pt x="6539381" y="1670594"/>
                  <a:pt x="6780997" y="1597715"/>
                  <a:pt x="7019523" y="1519450"/>
                </a:cubicBezTo>
                <a:close/>
                <a:moveTo>
                  <a:pt x="2399523" y="1428234"/>
                </a:moveTo>
                <a:cubicBezTo>
                  <a:pt x="2324192" y="1539775"/>
                  <a:pt x="2267478" y="1713586"/>
                  <a:pt x="2224982" y="1826201"/>
                </a:cubicBezTo>
                <a:cubicBezTo>
                  <a:pt x="2161246" y="1995817"/>
                  <a:pt x="2120250" y="2168765"/>
                  <a:pt x="2096099" y="2345900"/>
                </a:cubicBezTo>
                <a:cubicBezTo>
                  <a:pt x="2166834" y="2165047"/>
                  <a:pt x="2226331" y="1978598"/>
                  <a:pt x="2283317" y="1796925"/>
                </a:cubicBezTo>
                <a:close/>
                <a:moveTo>
                  <a:pt x="2448558" y="1373435"/>
                </a:moveTo>
                <a:lnTo>
                  <a:pt x="2312521" y="1806140"/>
                </a:lnTo>
                <a:cubicBezTo>
                  <a:pt x="2255817" y="1985569"/>
                  <a:pt x="2197150" y="2169492"/>
                  <a:pt x="2127533" y="2348380"/>
                </a:cubicBezTo>
                <a:cubicBezTo>
                  <a:pt x="2230881" y="2201722"/>
                  <a:pt x="2307261" y="2041905"/>
                  <a:pt x="2358080" y="1866134"/>
                </a:cubicBezTo>
                <a:cubicBezTo>
                  <a:pt x="2378743" y="1795373"/>
                  <a:pt x="2394349" y="1722940"/>
                  <a:pt x="2407436" y="1651070"/>
                </a:cubicBezTo>
                <a:cubicBezTo>
                  <a:pt x="2417458" y="1596892"/>
                  <a:pt x="2466254" y="1384915"/>
                  <a:pt x="2448558" y="1373435"/>
                </a:cubicBezTo>
                <a:close/>
                <a:moveTo>
                  <a:pt x="278707" y="1352270"/>
                </a:moveTo>
                <a:lnTo>
                  <a:pt x="321570" y="1861610"/>
                </a:lnTo>
                <a:cubicBezTo>
                  <a:pt x="336248" y="1725752"/>
                  <a:pt x="317508" y="1584885"/>
                  <a:pt x="294281" y="1440658"/>
                </a:cubicBezTo>
                <a:close/>
                <a:moveTo>
                  <a:pt x="1423821" y="1351958"/>
                </a:moveTo>
                <a:cubicBezTo>
                  <a:pt x="1426859" y="1507722"/>
                  <a:pt x="1587831" y="1796280"/>
                  <a:pt x="1638521" y="1908470"/>
                </a:cubicBezTo>
                <a:cubicBezTo>
                  <a:pt x="1674424" y="1987707"/>
                  <a:pt x="1711105" y="2070587"/>
                  <a:pt x="1754199" y="2149284"/>
                </a:cubicBezTo>
                <a:cubicBezTo>
                  <a:pt x="1797295" y="2227981"/>
                  <a:pt x="1846801" y="2302493"/>
                  <a:pt x="1908359" y="2364988"/>
                </a:cubicBezTo>
                <a:cubicBezTo>
                  <a:pt x="1805946" y="2193096"/>
                  <a:pt x="1725953" y="2007134"/>
                  <a:pt x="1647661" y="1825945"/>
                </a:cubicBezTo>
                <a:cubicBezTo>
                  <a:pt x="1579500" y="1667751"/>
                  <a:pt x="1508533" y="1505355"/>
                  <a:pt x="1423821" y="1351958"/>
                </a:cubicBezTo>
                <a:close/>
                <a:moveTo>
                  <a:pt x="9518298" y="1338235"/>
                </a:moveTo>
                <a:cubicBezTo>
                  <a:pt x="9531977" y="1651120"/>
                  <a:pt x="9677527" y="1999242"/>
                  <a:pt x="9838009" y="2272553"/>
                </a:cubicBezTo>
                <a:cubicBezTo>
                  <a:pt x="9825312" y="2235634"/>
                  <a:pt x="9815180" y="2197225"/>
                  <a:pt x="9805906" y="2159819"/>
                </a:cubicBezTo>
                <a:lnTo>
                  <a:pt x="9801623" y="2142555"/>
                </a:lnTo>
                <a:cubicBezTo>
                  <a:pt x="9756626" y="1964482"/>
                  <a:pt x="9698390" y="1787247"/>
                  <a:pt x="9628671" y="1617375"/>
                </a:cubicBezTo>
                <a:cubicBezTo>
                  <a:pt x="9618364" y="1593060"/>
                  <a:pt x="9608603" y="1568967"/>
                  <a:pt x="9598299" y="1544643"/>
                </a:cubicBezTo>
                <a:cubicBezTo>
                  <a:pt x="9570133" y="1477354"/>
                  <a:pt x="9541339" y="1408510"/>
                  <a:pt x="9518298" y="1338235"/>
                </a:cubicBezTo>
                <a:close/>
                <a:moveTo>
                  <a:pt x="1431890" y="1306475"/>
                </a:moveTo>
                <a:cubicBezTo>
                  <a:pt x="1458339" y="1352187"/>
                  <a:pt x="1483952" y="1399016"/>
                  <a:pt x="1507597" y="1446132"/>
                </a:cubicBezTo>
                <a:cubicBezTo>
                  <a:pt x="1568403" y="1567288"/>
                  <a:pt x="1621917" y="1692101"/>
                  <a:pt x="1674586" y="1813832"/>
                </a:cubicBezTo>
                <a:cubicBezTo>
                  <a:pt x="1719648" y="1918315"/>
                  <a:pt x="1765554" y="2024477"/>
                  <a:pt x="1815950" y="2128564"/>
                </a:cubicBezTo>
                <a:cubicBezTo>
                  <a:pt x="1866346" y="2232648"/>
                  <a:pt x="1921228" y="2334658"/>
                  <a:pt x="1984242" y="2430829"/>
                </a:cubicBezTo>
                <a:cubicBezTo>
                  <a:pt x="1994073" y="2437830"/>
                  <a:pt x="2003908" y="2444836"/>
                  <a:pt x="2014023" y="2450995"/>
                </a:cubicBezTo>
                <a:cubicBezTo>
                  <a:pt x="1956448" y="2239741"/>
                  <a:pt x="1853160" y="2049325"/>
                  <a:pt x="1747337" y="1855264"/>
                </a:cubicBezTo>
                <a:cubicBezTo>
                  <a:pt x="1678102" y="1728504"/>
                  <a:pt x="1608870" y="1601753"/>
                  <a:pt x="1533749" y="1478656"/>
                </a:cubicBezTo>
                <a:cubicBezTo>
                  <a:pt x="1510398" y="1440515"/>
                  <a:pt x="1454048" y="1294657"/>
                  <a:pt x="1431890" y="1306475"/>
                </a:cubicBezTo>
                <a:close/>
                <a:moveTo>
                  <a:pt x="5052692" y="1292994"/>
                </a:moveTo>
                <a:cubicBezTo>
                  <a:pt x="5103155" y="1406739"/>
                  <a:pt x="5153078" y="1520878"/>
                  <a:pt x="5200661" y="1635186"/>
                </a:cubicBezTo>
                <a:cubicBezTo>
                  <a:pt x="5238218" y="1725483"/>
                  <a:pt x="5273610" y="1815047"/>
                  <a:pt x="5297138" y="1906351"/>
                </a:cubicBezTo>
                <a:cubicBezTo>
                  <a:pt x="5281533" y="1683399"/>
                  <a:pt x="5177210" y="1491946"/>
                  <a:pt x="5052692" y="1292994"/>
                </a:cubicBezTo>
                <a:close/>
                <a:moveTo>
                  <a:pt x="9528078" y="1278636"/>
                </a:moveTo>
                <a:cubicBezTo>
                  <a:pt x="9552982" y="1365794"/>
                  <a:pt x="9588937" y="1451189"/>
                  <a:pt x="9623946" y="1534260"/>
                </a:cubicBezTo>
                <a:lnTo>
                  <a:pt x="9654858" y="1607218"/>
                </a:lnTo>
                <a:cubicBezTo>
                  <a:pt x="9724183" y="1774989"/>
                  <a:pt x="9781702" y="1949347"/>
                  <a:pt x="9826304" y="2125320"/>
                </a:cubicBezTo>
                <a:cubicBezTo>
                  <a:pt x="9794296" y="1963695"/>
                  <a:pt x="9753660" y="1804203"/>
                  <a:pt x="9701198" y="1646797"/>
                </a:cubicBezTo>
                <a:cubicBezTo>
                  <a:pt x="9655682" y="1511000"/>
                  <a:pt x="9586050" y="1397178"/>
                  <a:pt x="9528078" y="1278636"/>
                </a:cubicBezTo>
                <a:close/>
                <a:moveTo>
                  <a:pt x="5009948" y="1273619"/>
                </a:moveTo>
                <a:cubicBezTo>
                  <a:pt x="5013363" y="1406203"/>
                  <a:pt x="5078144" y="1538571"/>
                  <a:pt x="5121777" y="1654213"/>
                </a:cubicBezTo>
                <a:cubicBezTo>
                  <a:pt x="5175625" y="1795269"/>
                  <a:pt x="5233597" y="1934093"/>
                  <a:pt x="5293545" y="2072247"/>
                </a:cubicBezTo>
                <a:cubicBezTo>
                  <a:pt x="5293533" y="2069971"/>
                  <a:pt x="5294060" y="2067298"/>
                  <a:pt x="5294042" y="2065019"/>
                </a:cubicBezTo>
                <a:cubicBezTo>
                  <a:pt x="5282123" y="1924099"/>
                  <a:pt x="5230273" y="1786942"/>
                  <a:pt x="5171936" y="1647613"/>
                </a:cubicBezTo>
                <a:cubicBezTo>
                  <a:pt x="5119977" y="1522743"/>
                  <a:pt x="5065315" y="1397539"/>
                  <a:pt x="5009948" y="1273619"/>
                </a:cubicBezTo>
                <a:close/>
                <a:moveTo>
                  <a:pt x="655236" y="1268632"/>
                </a:moveTo>
                <a:cubicBezTo>
                  <a:pt x="717895" y="1408869"/>
                  <a:pt x="771574" y="1550454"/>
                  <a:pt x="839521" y="1685315"/>
                </a:cubicBezTo>
                <a:cubicBezTo>
                  <a:pt x="907470" y="1820177"/>
                  <a:pt x="989683" y="1948318"/>
                  <a:pt x="1109416" y="2061663"/>
                </a:cubicBezTo>
                <a:cubicBezTo>
                  <a:pt x="1177718" y="2126399"/>
                  <a:pt x="1244319" y="2184954"/>
                  <a:pt x="1298300" y="2247742"/>
                </a:cubicBezTo>
                <a:cubicBezTo>
                  <a:pt x="1250168" y="2156040"/>
                  <a:pt x="1187457" y="2071655"/>
                  <a:pt x="1125871" y="1989513"/>
                </a:cubicBezTo>
                <a:cubicBezTo>
                  <a:pt x="1076370" y="1923070"/>
                  <a:pt x="1025189" y="1854667"/>
                  <a:pt x="981574" y="1783157"/>
                </a:cubicBezTo>
                <a:cubicBezTo>
                  <a:pt x="960475" y="1748106"/>
                  <a:pt x="941058" y="1712211"/>
                  <a:pt x="922198" y="1677437"/>
                </a:cubicBezTo>
                <a:cubicBezTo>
                  <a:pt x="905028" y="1646031"/>
                  <a:pt x="887579" y="1614059"/>
                  <a:pt x="869293" y="1583214"/>
                </a:cubicBezTo>
                <a:cubicBezTo>
                  <a:pt x="832994" y="1522086"/>
                  <a:pt x="791368" y="1462924"/>
                  <a:pt x="751431" y="1405731"/>
                </a:cubicBezTo>
                <a:close/>
                <a:moveTo>
                  <a:pt x="6516292" y="1263064"/>
                </a:moveTo>
                <a:cubicBezTo>
                  <a:pt x="6288018" y="1373581"/>
                  <a:pt x="6031500" y="1451909"/>
                  <a:pt x="5736320" y="1501803"/>
                </a:cubicBezTo>
                <a:cubicBezTo>
                  <a:pt x="6001708" y="1565837"/>
                  <a:pt x="6267694" y="1408906"/>
                  <a:pt x="6516292" y="1263064"/>
                </a:cubicBezTo>
                <a:close/>
                <a:moveTo>
                  <a:pt x="291466" y="1250369"/>
                </a:moveTo>
                <a:cubicBezTo>
                  <a:pt x="302228" y="1312380"/>
                  <a:pt x="313548" y="1374109"/>
                  <a:pt x="323180" y="1435283"/>
                </a:cubicBezTo>
                <a:cubicBezTo>
                  <a:pt x="347262" y="1585402"/>
                  <a:pt x="366566" y="1733005"/>
                  <a:pt x="349381" y="1875041"/>
                </a:cubicBezTo>
                <a:cubicBezTo>
                  <a:pt x="398887" y="1761016"/>
                  <a:pt x="404047" y="1643975"/>
                  <a:pt x="374363" y="1506494"/>
                </a:cubicBezTo>
                <a:cubicBezTo>
                  <a:pt x="356845" y="1425406"/>
                  <a:pt x="334841" y="1350786"/>
                  <a:pt x="302168" y="1274495"/>
                </a:cubicBezTo>
                <a:cubicBezTo>
                  <a:pt x="298229" y="1265236"/>
                  <a:pt x="295129" y="1257666"/>
                  <a:pt x="291466" y="1250369"/>
                </a:cubicBezTo>
                <a:close/>
                <a:moveTo>
                  <a:pt x="678222" y="1248670"/>
                </a:moveTo>
                <a:lnTo>
                  <a:pt x="775536" y="1388015"/>
                </a:lnTo>
                <a:cubicBezTo>
                  <a:pt x="815764" y="1445771"/>
                  <a:pt x="857669" y="1505484"/>
                  <a:pt x="894529" y="1567739"/>
                </a:cubicBezTo>
                <a:cubicBezTo>
                  <a:pt x="913103" y="1599148"/>
                  <a:pt x="930546" y="1631115"/>
                  <a:pt x="948000" y="1663088"/>
                </a:cubicBezTo>
                <a:cubicBezTo>
                  <a:pt x="966853" y="1697859"/>
                  <a:pt x="986277" y="1733757"/>
                  <a:pt x="1006812" y="1767683"/>
                </a:cubicBezTo>
                <a:cubicBezTo>
                  <a:pt x="1049303" y="1838347"/>
                  <a:pt x="1100205" y="1906189"/>
                  <a:pt x="1149133" y="1971513"/>
                </a:cubicBezTo>
                <a:cubicBezTo>
                  <a:pt x="1215506" y="2060384"/>
                  <a:pt x="1283561" y="2151216"/>
                  <a:pt x="1333952" y="2251620"/>
                </a:cubicBezTo>
                <a:lnTo>
                  <a:pt x="1337329" y="2258350"/>
                </a:lnTo>
                <a:cubicBezTo>
                  <a:pt x="1352131" y="2023413"/>
                  <a:pt x="1145204" y="1784597"/>
                  <a:pt x="1014726" y="1615556"/>
                </a:cubicBezTo>
                <a:cubicBezTo>
                  <a:pt x="911517" y="1481269"/>
                  <a:pt x="800192" y="1360189"/>
                  <a:pt x="678222" y="1248670"/>
                </a:cubicBezTo>
                <a:close/>
                <a:moveTo>
                  <a:pt x="9441752" y="1245311"/>
                </a:moveTo>
                <a:cubicBezTo>
                  <a:pt x="9367449" y="1271794"/>
                  <a:pt x="9313207" y="1329954"/>
                  <a:pt x="9278979" y="1406236"/>
                </a:cubicBezTo>
                <a:cubicBezTo>
                  <a:pt x="9261017" y="1445630"/>
                  <a:pt x="9242585" y="1502850"/>
                  <a:pt x="9235540" y="1546869"/>
                </a:cubicBezTo>
                <a:cubicBezTo>
                  <a:pt x="9223867" y="1618535"/>
                  <a:pt x="9230001" y="1614698"/>
                  <a:pt x="9264074" y="1557016"/>
                </a:cubicBezTo>
                <a:cubicBezTo>
                  <a:pt x="9325587" y="1454296"/>
                  <a:pt x="9384605" y="1349880"/>
                  <a:pt x="9441752" y="1245311"/>
                </a:cubicBezTo>
                <a:close/>
                <a:moveTo>
                  <a:pt x="6691602" y="1140573"/>
                </a:moveTo>
                <a:cubicBezTo>
                  <a:pt x="6646175" y="1158238"/>
                  <a:pt x="6598950" y="1175684"/>
                  <a:pt x="6571100" y="1183662"/>
                </a:cubicBezTo>
                <a:cubicBezTo>
                  <a:pt x="6462406" y="1213607"/>
                  <a:pt x="6352215" y="1234713"/>
                  <a:pt x="6241687" y="1257600"/>
                </a:cubicBezTo>
                <a:cubicBezTo>
                  <a:pt x="6040746" y="1299467"/>
                  <a:pt x="5893317" y="1420819"/>
                  <a:pt x="5693009" y="1478256"/>
                </a:cubicBezTo>
                <a:cubicBezTo>
                  <a:pt x="6021285" y="1426507"/>
                  <a:pt x="6301876" y="1340642"/>
                  <a:pt x="6548420" y="1214599"/>
                </a:cubicBezTo>
                <a:cubicBezTo>
                  <a:pt x="6567440" y="1204628"/>
                  <a:pt x="6586456" y="1194658"/>
                  <a:pt x="6605473" y="1184686"/>
                </a:cubicBezTo>
                <a:cubicBezTo>
                  <a:pt x="6633823" y="1169483"/>
                  <a:pt x="6662531" y="1154778"/>
                  <a:pt x="6691602" y="1140573"/>
                </a:cubicBezTo>
                <a:close/>
                <a:moveTo>
                  <a:pt x="4002475" y="1037802"/>
                </a:moveTo>
                <a:cubicBezTo>
                  <a:pt x="4001933" y="1038196"/>
                  <a:pt x="4000861" y="1038973"/>
                  <a:pt x="4000324" y="1039362"/>
                </a:cubicBezTo>
                <a:cubicBezTo>
                  <a:pt x="4001046" y="1040360"/>
                  <a:pt x="4002134" y="1041861"/>
                  <a:pt x="4002862" y="1042866"/>
                </a:cubicBezTo>
                <a:cubicBezTo>
                  <a:pt x="4002672" y="1041472"/>
                  <a:pt x="4002487" y="1040086"/>
                  <a:pt x="4002475" y="1037802"/>
                </a:cubicBezTo>
                <a:close/>
                <a:moveTo>
                  <a:pt x="506322" y="1020997"/>
                </a:moveTo>
                <a:cubicBezTo>
                  <a:pt x="513282" y="1018930"/>
                  <a:pt x="522180" y="1021005"/>
                  <a:pt x="533068" y="1029409"/>
                </a:cubicBezTo>
                <a:cubicBezTo>
                  <a:pt x="813777" y="1244537"/>
                  <a:pt x="1037861" y="1510547"/>
                  <a:pt x="1232525" y="1804675"/>
                </a:cubicBezTo>
                <a:cubicBezTo>
                  <a:pt x="1347857" y="1978510"/>
                  <a:pt x="1448039" y="2155739"/>
                  <a:pt x="1388858" y="2368011"/>
                </a:cubicBezTo>
                <a:cubicBezTo>
                  <a:pt x="1387462" y="2372226"/>
                  <a:pt x="1385496" y="2375314"/>
                  <a:pt x="1384098" y="2378125"/>
                </a:cubicBezTo>
                <a:cubicBezTo>
                  <a:pt x="1412260" y="2438425"/>
                  <a:pt x="1428077" y="2506324"/>
                  <a:pt x="1425393" y="2589124"/>
                </a:cubicBezTo>
                <a:cubicBezTo>
                  <a:pt x="1425681" y="2592488"/>
                  <a:pt x="1424559" y="2594453"/>
                  <a:pt x="1424001" y="2597541"/>
                </a:cubicBezTo>
                <a:cubicBezTo>
                  <a:pt x="1672217" y="2669579"/>
                  <a:pt x="1915127" y="2759032"/>
                  <a:pt x="2152729" y="2864487"/>
                </a:cubicBezTo>
                <a:cubicBezTo>
                  <a:pt x="2132903" y="2746636"/>
                  <a:pt x="2106350" y="2629357"/>
                  <a:pt x="2020609" y="2539671"/>
                </a:cubicBezTo>
                <a:cubicBezTo>
                  <a:pt x="2019486" y="2538832"/>
                  <a:pt x="2019482" y="2537426"/>
                  <a:pt x="2018920" y="2536309"/>
                </a:cubicBezTo>
                <a:cubicBezTo>
                  <a:pt x="1612986" y="2284320"/>
                  <a:pt x="1451410" y="1593008"/>
                  <a:pt x="1342441" y="1173017"/>
                </a:cubicBezTo>
                <a:cubicBezTo>
                  <a:pt x="1338482" y="1156742"/>
                  <a:pt x="1345418" y="1103405"/>
                  <a:pt x="1367925" y="1135648"/>
                </a:cubicBezTo>
                <a:cubicBezTo>
                  <a:pt x="1515878" y="1352095"/>
                  <a:pt x="1645605" y="1576999"/>
                  <a:pt x="1771401" y="1806673"/>
                </a:cubicBezTo>
                <a:cubicBezTo>
                  <a:pt x="1841477" y="1935111"/>
                  <a:pt x="1914363" y="2063547"/>
                  <a:pt x="1972385" y="2198735"/>
                </a:cubicBezTo>
                <a:cubicBezTo>
                  <a:pt x="1982518" y="2221738"/>
                  <a:pt x="2018367" y="2353316"/>
                  <a:pt x="2040892" y="2405205"/>
                </a:cubicBezTo>
                <a:cubicBezTo>
                  <a:pt x="2009600" y="2310668"/>
                  <a:pt x="2111587" y="2005996"/>
                  <a:pt x="2131689" y="1936926"/>
                </a:cubicBezTo>
                <a:cubicBezTo>
                  <a:pt x="2203731" y="1690111"/>
                  <a:pt x="2314813" y="1463729"/>
                  <a:pt x="2454820" y="1248808"/>
                </a:cubicBezTo>
                <a:cubicBezTo>
                  <a:pt x="2475264" y="1216788"/>
                  <a:pt x="2493340" y="1290570"/>
                  <a:pt x="2492512" y="1302920"/>
                </a:cubicBezTo>
                <a:cubicBezTo>
                  <a:pt x="2465675" y="1747535"/>
                  <a:pt x="2370053" y="2178216"/>
                  <a:pt x="2081216" y="2527513"/>
                </a:cubicBezTo>
                <a:cubicBezTo>
                  <a:pt x="2081497" y="2528073"/>
                  <a:pt x="2081211" y="2528916"/>
                  <a:pt x="2081211" y="2528916"/>
                </a:cubicBezTo>
                <a:cubicBezTo>
                  <a:pt x="2150699" y="2633778"/>
                  <a:pt x="2178105" y="2756954"/>
                  <a:pt x="2199067" y="2884061"/>
                </a:cubicBezTo>
                <a:cubicBezTo>
                  <a:pt x="2641128" y="3084915"/>
                  <a:pt x="3028660" y="3311628"/>
                  <a:pt x="3192586" y="3411496"/>
                </a:cubicBezTo>
                <a:cubicBezTo>
                  <a:pt x="3356510" y="3511368"/>
                  <a:pt x="3237401" y="3517312"/>
                  <a:pt x="3182620" y="3483279"/>
                </a:cubicBezTo>
                <a:cubicBezTo>
                  <a:pt x="3055506" y="3404310"/>
                  <a:pt x="2789863" y="3259545"/>
                  <a:pt x="2435119" y="3080173"/>
                </a:cubicBezTo>
                <a:lnTo>
                  <a:pt x="2410152" y="3063751"/>
                </a:lnTo>
                <a:lnTo>
                  <a:pt x="2408099" y="3064403"/>
                </a:lnTo>
                <a:lnTo>
                  <a:pt x="2407218" y="3070324"/>
                </a:lnTo>
                <a:cubicBezTo>
                  <a:pt x="2402612" y="3079171"/>
                  <a:pt x="2394080" y="3088906"/>
                  <a:pt x="2380138" y="3099341"/>
                </a:cubicBezTo>
                <a:cubicBezTo>
                  <a:pt x="2194333" y="3283170"/>
                  <a:pt x="1992503" y="3449064"/>
                  <a:pt x="1765923" y="3581043"/>
                </a:cubicBezTo>
                <a:cubicBezTo>
                  <a:pt x="1744896" y="3593696"/>
                  <a:pt x="1723857" y="3603555"/>
                  <a:pt x="1702258" y="3612286"/>
                </a:cubicBezTo>
                <a:cubicBezTo>
                  <a:pt x="1664333" y="3650747"/>
                  <a:pt x="1731601" y="3589836"/>
                  <a:pt x="1538370" y="3811804"/>
                </a:cubicBezTo>
                <a:cubicBezTo>
                  <a:pt x="1473491" y="3921431"/>
                  <a:pt x="1402113" y="4025542"/>
                  <a:pt x="1325720" y="4125411"/>
                </a:cubicBezTo>
                <a:lnTo>
                  <a:pt x="1206279" y="4267200"/>
                </a:lnTo>
                <a:lnTo>
                  <a:pt x="1115040" y="4267200"/>
                </a:lnTo>
                <a:lnTo>
                  <a:pt x="1258195" y="4099624"/>
                </a:lnTo>
                <a:cubicBezTo>
                  <a:pt x="1315987" y="4027073"/>
                  <a:pt x="1371166" y="3952247"/>
                  <a:pt x="1423113" y="3874565"/>
                </a:cubicBezTo>
                <a:lnTo>
                  <a:pt x="1260565" y="4031982"/>
                </a:lnTo>
                <a:cubicBezTo>
                  <a:pt x="1197929" y="4092559"/>
                  <a:pt x="1134310" y="4154329"/>
                  <a:pt x="1073327" y="4218727"/>
                </a:cubicBezTo>
                <a:lnTo>
                  <a:pt x="1032294" y="4267200"/>
                </a:lnTo>
                <a:lnTo>
                  <a:pt x="993830" y="4267200"/>
                </a:lnTo>
                <a:lnTo>
                  <a:pt x="1051860" y="4198693"/>
                </a:lnTo>
                <a:cubicBezTo>
                  <a:pt x="1113440" y="4133732"/>
                  <a:pt x="1177549" y="4071540"/>
                  <a:pt x="1240607" y="4010401"/>
                </a:cubicBezTo>
                <a:lnTo>
                  <a:pt x="1310106" y="3943217"/>
                </a:lnTo>
                <a:cubicBezTo>
                  <a:pt x="1174685" y="4033303"/>
                  <a:pt x="1054913" y="4139624"/>
                  <a:pt x="952103" y="4265972"/>
                </a:cubicBezTo>
                <a:lnTo>
                  <a:pt x="951207" y="4267200"/>
                </a:lnTo>
                <a:lnTo>
                  <a:pt x="862760" y="4267200"/>
                </a:lnTo>
                <a:lnTo>
                  <a:pt x="909145" y="4199225"/>
                </a:lnTo>
                <a:cubicBezTo>
                  <a:pt x="998789" y="4086824"/>
                  <a:pt x="1101084" y="3991246"/>
                  <a:pt x="1214067" y="3908561"/>
                </a:cubicBezTo>
                <a:cubicBezTo>
                  <a:pt x="1023317" y="3973399"/>
                  <a:pt x="824392" y="4020568"/>
                  <a:pt x="640967" y="4105601"/>
                </a:cubicBezTo>
                <a:cubicBezTo>
                  <a:pt x="549674" y="4147907"/>
                  <a:pt x="460581" y="4194508"/>
                  <a:pt x="372807" y="4243651"/>
                </a:cubicBezTo>
                <a:lnTo>
                  <a:pt x="332830" y="4267200"/>
                </a:lnTo>
                <a:lnTo>
                  <a:pt x="168301" y="4267200"/>
                </a:lnTo>
                <a:lnTo>
                  <a:pt x="278002" y="4201399"/>
                </a:lnTo>
                <a:cubicBezTo>
                  <a:pt x="359885" y="4153808"/>
                  <a:pt x="442683" y="4107866"/>
                  <a:pt x="527241" y="4065078"/>
                </a:cubicBezTo>
                <a:cubicBezTo>
                  <a:pt x="838255" y="3908281"/>
                  <a:pt x="1212318" y="3863093"/>
                  <a:pt x="1510397" y="3684705"/>
                </a:cubicBezTo>
                <a:cubicBezTo>
                  <a:pt x="1390337" y="3729510"/>
                  <a:pt x="1267181" y="3766747"/>
                  <a:pt x="1146550" y="3802012"/>
                </a:cubicBezTo>
                <a:cubicBezTo>
                  <a:pt x="997862" y="3845736"/>
                  <a:pt x="843568" y="3890871"/>
                  <a:pt x="698834" y="3952272"/>
                </a:cubicBezTo>
                <a:cubicBezTo>
                  <a:pt x="519814" y="4027898"/>
                  <a:pt x="352828" y="4127506"/>
                  <a:pt x="192528" y="4236299"/>
                </a:cubicBezTo>
                <a:lnTo>
                  <a:pt x="148586" y="4267200"/>
                </a:lnTo>
                <a:lnTo>
                  <a:pt x="98116" y="4267200"/>
                </a:lnTo>
                <a:lnTo>
                  <a:pt x="169669" y="4216852"/>
                </a:lnTo>
                <a:cubicBezTo>
                  <a:pt x="333361" y="4105506"/>
                  <a:pt x="504130" y="4002947"/>
                  <a:pt x="687572" y="3925629"/>
                </a:cubicBezTo>
                <a:cubicBezTo>
                  <a:pt x="833705" y="3864223"/>
                  <a:pt x="989118" y="3818520"/>
                  <a:pt x="1138365" y="3774515"/>
                </a:cubicBezTo>
                <a:cubicBezTo>
                  <a:pt x="1260121" y="3738686"/>
                  <a:pt x="1384681" y="3701451"/>
                  <a:pt x="1505579" y="3655526"/>
                </a:cubicBezTo>
                <a:cubicBezTo>
                  <a:pt x="1442294" y="3658846"/>
                  <a:pt x="1378650" y="3655854"/>
                  <a:pt x="1313114" y="3655216"/>
                </a:cubicBezTo>
                <a:cubicBezTo>
                  <a:pt x="1247578" y="3654578"/>
                  <a:pt x="1180153" y="3656293"/>
                  <a:pt x="1109304" y="3669030"/>
                </a:cubicBezTo>
                <a:cubicBezTo>
                  <a:pt x="794692" y="3725281"/>
                  <a:pt x="516258" y="3901624"/>
                  <a:pt x="258951" y="4111994"/>
                </a:cubicBezTo>
                <a:lnTo>
                  <a:pt x="80807" y="4267200"/>
                </a:lnTo>
                <a:lnTo>
                  <a:pt x="0" y="4267200"/>
                </a:lnTo>
                <a:lnTo>
                  <a:pt x="0" y="4233763"/>
                </a:lnTo>
                <a:lnTo>
                  <a:pt x="36881" y="4200118"/>
                </a:lnTo>
                <a:cubicBezTo>
                  <a:pt x="302143" y="3962792"/>
                  <a:pt x="585478" y="3740226"/>
                  <a:pt x="910534" y="3629753"/>
                </a:cubicBezTo>
                <a:cubicBezTo>
                  <a:pt x="1140280" y="3551663"/>
                  <a:pt x="1356783" y="3624873"/>
                  <a:pt x="1578717" y="3575982"/>
                </a:cubicBezTo>
                <a:cubicBezTo>
                  <a:pt x="1857881" y="3513822"/>
                  <a:pt x="2134207" y="3238918"/>
                  <a:pt x="2338780" y="3033725"/>
                </a:cubicBezTo>
                <a:cubicBezTo>
                  <a:pt x="2165203" y="2949506"/>
                  <a:pt x="1987990" y="2873430"/>
                  <a:pt x="1807991" y="2807184"/>
                </a:cubicBezTo>
                <a:cubicBezTo>
                  <a:pt x="1696192" y="2934214"/>
                  <a:pt x="1567238" y="3035444"/>
                  <a:pt x="1416358" y="3112571"/>
                </a:cubicBezTo>
                <a:cubicBezTo>
                  <a:pt x="1318658" y="3280278"/>
                  <a:pt x="1112986" y="3321000"/>
                  <a:pt x="939066" y="3378798"/>
                </a:cubicBezTo>
                <a:cubicBezTo>
                  <a:pt x="668357" y="3469020"/>
                  <a:pt x="393418" y="3543804"/>
                  <a:pt x="115099" y="3607650"/>
                </a:cubicBezTo>
                <a:cubicBezTo>
                  <a:pt x="80589" y="3615844"/>
                  <a:pt x="67554" y="3533906"/>
                  <a:pt x="97284" y="3520393"/>
                </a:cubicBezTo>
                <a:cubicBezTo>
                  <a:pt x="382521" y="3387774"/>
                  <a:pt x="642160" y="3215335"/>
                  <a:pt x="922050" y="3074867"/>
                </a:cubicBezTo>
                <a:cubicBezTo>
                  <a:pt x="1080787" y="2995199"/>
                  <a:pt x="1233979" y="2960447"/>
                  <a:pt x="1405265" y="3016319"/>
                </a:cubicBezTo>
                <a:cubicBezTo>
                  <a:pt x="1406106" y="3016600"/>
                  <a:pt x="1406671" y="3017724"/>
                  <a:pt x="1407512" y="3018001"/>
                </a:cubicBezTo>
                <a:cubicBezTo>
                  <a:pt x="1526420" y="2954115"/>
                  <a:pt x="1632390" y="2874245"/>
                  <a:pt x="1726266" y="2777274"/>
                </a:cubicBezTo>
                <a:cubicBezTo>
                  <a:pt x="1369635" y="2651515"/>
                  <a:pt x="1000990" y="2561972"/>
                  <a:pt x="625390" y="2514541"/>
                </a:cubicBezTo>
                <a:cubicBezTo>
                  <a:pt x="624559" y="2519877"/>
                  <a:pt x="622878" y="2524928"/>
                  <a:pt x="619799" y="2527180"/>
                </a:cubicBezTo>
                <a:cubicBezTo>
                  <a:pt x="509037" y="2598914"/>
                  <a:pt x="403069" y="2677377"/>
                  <a:pt x="310030" y="2771818"/>
                </a:cubicBezTo>
                <a:cubicBezTo>
                  <a:pt x="266034" y="2817076"/>
                  <a:pt x="224887" y="2891795"/>
                  <a:pt x="173877" y="2937056"/>
                </a:cubicBezTo>
                <a:cubicBezTo>
                  <a:pt x="145840" y="3003792"/>
                  <a:pt x="113686" y="3071134"/>
                  <a:pt x="77889" y="3138440"/>
                </a:cubicBezTo>
                <a:lnTo>
                  <a:pt x="0" y="3271395"/>
                </a:lnTo>
                <a:lnTo>
                  <a:pt x="0" y="3153002"/>
                </a:lnTo>
                <a:lnTo>
                  <a:pt x="2386" y="3149203"/>
                </a:lnTo>
                <a:cubicBezTo>
                  <a:pt x="33821" y="3095439"/>
                  <a:pt x="63030" y="3041490"/>
                  <a:pt x="89753" y="2987702"/>
                </a:cubicBezTo>
                <a:cubicBezTo>
                  <a:pt x="85546" y="2993322"/>
                  <a:pt x="81066" y="2999788"/>
                  <a:pt x="76869" y="3005404"/>
                </a:cubicBezTo>
                <a:cubicBezTo>
                  <a:pt x="63139" y="3024231"/>
                  <a:pt x="48575" y="3042776"/>
                  <a:pt x="32049" y="3065814"/>
                </a:cubicBezTo>
                <a:lnTo>
                  <a:pt x="0" y="3108744"/>
                </a:lnTo>
                <a:lnTo>
                  <a:pt x="0" y="3058059"/>
                </a:lnTo>
                <a:lnTo>
                  <a:pt x="7610" y="3047889"/>
                </a:lnTo>
                <a:cubicBezTo>
                  <a:pt x="24410" y="3025415"/>
                  <a:pt x="38695" y="3006301"/>
                  <a:pt x="52419" y="2987479"/>
                </a:cubicBezTo>
                <a:cubicBezTo>
                  <a:pt x="54382" y="2984385"/>
                  <a:pt x="57184" y="2981579"/>
                  <a:pt x="59142" y="2978488"/>
                </a:cubicBezTo>
                <a:lnTo>
                  <a:pt x="0" y="3015334"/>
                </a:lnTo>
                <a:lnTo>
                  <a:pt x="0" y="2914286"/>
                </a:lnTo>
                <a:lnTo>
                  <a:pt x="36383" y="2901128"/>
                </a:lnTo>
                <a:cubicBezTo>
                  <a:pt x="76283" y="2885228"/>
                  <a:pt x="116303" y="2866415"/>
                  <a:pt x="156329" y="2840533"/>
                </a:cubicBezTo>
                <a:cubicBezTo>
                  <a:pt x="229785" y="2792431"/>
                  <a:pt x="289125" y="2682604"/>
                  <a:pt x="358355" y="2620471"/>
                </a:cubicBezTo>
                <a:cubicBezTo>
                  <a:pt x="406846" y="2577174"/>
                  <a:pt x="457591" y="2538372"/>
                  <a:pt x="510577" y="2501244"/>
                </a:cubicBezTo>
                <a:cubicBezTo>
                  <a:pt x="411488" y="2490937"/>
                  <a:pt x="311929" y="2483543"/>
                  <a:pt x="211967" y="2479171"/>
                </a:cubicBezTo>
                <a:lnTo>
                  <a:pt x="0" y="2476398"/>
                </a:lnTo>
                <a:lnTo>
                  <a:pt x="0" y="2389189"/>
                </a:lnTo>
                <a:lnTo>
                  <a:pt x="103062" y="2389518"/>
                </a:lnTo>
                <a:cubicBezTo>
                  <a:pt x="239716" y="2392822"/>
                  <a:pt x="375712" y="2401808"/>
                  <a:pt x="510734" y="2416201"/>
                </a:cubicBezTo>
                <a:cubicBezTo>
                  <a:pt x="453295" y="2294758"/>
                  <a:pt x="388809" y="2156489"/>
                  <a:pt x="279257" y="2092102"/>
                </a:cubicBezTo>
                <a:cubicBezTo>
                  <a:pt x="214509" y="2054029"/>
                  <a:pt x="140169" y="2030776"/>
                  <a:pt x="65265" y="2006049"/>
                </a:cubicBezTo>
                <a:lnTo>
                  <a:pt x="0" y="1982532"/>
                </a:lnTo>
                <a:lnTo>
                  <a:pt x="0" y="1912789"/>
                </a:lnTo>
                <a:lnTo>
                  <a:pt x="97460" y="1953725"/>
                </a:lnTo>
                <a:cubicBezTo>
                  <a:pt x="140146" y="1968817"/>
                  <a:pt x="181972" y="1973804"/>
                  <a:pt x="221272" y="1980766"/>
                </a:cubicBezTo>
                <a:cubicBezTo>
                  <a:pt x="184478" y="1960612"/>
                  <a:pt x="148800" y="1938494"/>
                  <a:pt x="116765" y="1911033"/>
                </a:cubicBezTo>
                <a:cubicBezTo>
                  <a:pt x="78825" y="1878815"/>
                  <a:pt x="47051" y="1840696"/>
                  <a:pt x="16405" y="1803412"/>
                </a:cubicBezTo>
                <a:lnTo>
                  <a:pt x="0" y="1784777"/>
                </a:lnTo>
                <a:lnTo>
                  <a:pt x="0" y="1740082"/>
                </a:lnTo>
                <a:lnTo>
                  <a:pt x="39394" y="1784856"/>
                </a:lnTo>
                <a:cubicBezTo>
                  <a:pt x="69479" y="1821014"/>
                  <a:pt x="100126" y="1858299"/>
                  <a:pt x="135813" y="1888838"/>
                </a:cubicBezTo>
                <a:cubicBezTo>
                  <a:pt x="168411" y="1916009"/>
                  <a:pt x="204933" y="1938411"/>
                  <a:pt x="242575" y="1958841"/>
                </a:cubicBezTo>
                <a:cubicBezTo>
                  <a:pt x="195379" y="1882642"/>
                  <a:pt x="141547" y="1815083"/>
                  <a:pt x="82197" y="1754826"/>
                </a:cubicBezTo>
                <a:lnTo>
                  <a:pt x="0" y="1679650"/>
                </a:lnTo>
                <a:lnTo>
                  <a:pt x="0" y="1602463"/>
                </a:lnTo>
                <a:lnTo>
                  <a:pt x="84689" y="1677442"/>
                </a:lnTo>
                <a:cubicBezTo>
                  <a:pt x="165950" y="1759826"/>
                  <a:pt x="237786" y="1855565"/>
                  <a:pt x="298437" y="1968019"/>
                </a:cubicBezTo>
                <a:lnTo>
                  <a:pt x="227269" y="1114064"/>
                </a:lnTo>
                <a:cubicBezTo>
                  <a:pt x="226129" y="1099191"/>
                  <a:pt x="230003" y="1062136"/>
                  <a:pt x="248003" y="1089613"/>
                </a:cubicBezTo>
                <a:cubicBezTo>
                  <a:pt x="349844" y="1249160"/>
                  <a:pt x="397556" y="1433768"/>
                  <a:pt x="427020" y="1619803"/>
                </a:cubicBezTo>
                <a:cubicBezTo>
                  <a:pt x="453086" y="1782272"/>
                  <a:pt x="422387" y="1897385"/>
                  <a:pt x="340345" y="2027739"/>
                </a:cubicBezTo>
                <a:cubicBezTo>
                  <a:pt x="347373" y="2033339"/>
                  <a:pt x="354114" y="2038383"/>
                  <a:pt x="360865" y="2044827"/>
                </a:cubicBezTo>
                <a:cubicBezTo>
                  <a:pt x="443500" y="2128340"/>
                  <a:pt x="506078" y="2306190"/>
                  <a:pt x="560414" y="2421457"/>
                </a:cubicBezTo>
                <a:cubicBezTo>
                  <a:pt x="831022" y="2452769"/>
                  <a:pt x="1098019" y="2506255"/>
                  <a:pt x="1359703" y="2578554"/>
                </a:cubicBezTo>
                <a:lnTo>
                  <a:pt x="1359422" y="2577994"/>
                </a:lnTo>
                <a:cubicBezTo>
                  <a:pt x="1370467" y="2269807"/>
                  <a:pt x="976420" y="2084880"/>
                  <a:pt x="828701" y="1839520"/>
                </a:cubicBezTo>
                <a:cubicBezTo>
                  <a:pt x="687172" y="1605098"/>
                  <a:pt x="631475" y="1330413"/>
                  <a:pt x="494427" y="1092333"/>
                </a:cubicBezTo>
                <a:cubicBezTo>
                  <a:pt x="481980" y="1070671"/>
                  <a:pt x="485440" y="1027197"/>
                  <a:pt x="506322" y="1020997"/>
                </a:cubicBezTo>
                <a:close/>
                <a:moveTo>
                  <a:pt x="4570198" y="978081"/>
                </a:moveTo>
                <a:cubicBezTo>
                  <a:pt x="4555714" y="1028259"/>
                  <a:pt x="4540870" y="1077934"/>
                  <a:pt x="4523691" y="1127776"/>
                </a:cubicBezTo>
                <a:lnTo>
                  <a:pt x="4509875" y="1167552"/>
                </a:lnTo>
                <a:cubicBezTo>
                  <a:pt x="4498703" y="1198545"/>
                  <a:pt x="4488074" y="1229138"/>
                  <a:pt x="4478168" y="1260735"/>
                </a:cubicBezTo>
                <a:cubicBezTo>
                  <a:pt x="4437866" y="1392962"/>
                  <a:pt x="4423333" y="1532451"/>
                  <a:pt x="4409309" y="1666996"/>
                </a:cubicBezTo>
                <a:cubicBezTo>
                  <a:pt x="4399387" y="1761934"/>
                  <a:pt x="4389478" y="1859162"/>
                  <a:pt x="4370031" y="1955666"/>
                </a:cubicBezTo>
                <a:cubicBezTo>
                  <a:pt x="4495511" y="1636562"/>
                  <a:pt x="4590903" y="1311031"/>
                  <a:pt x="4570198" y="978081"/>
                </a:cubicBezTo>
                <a:close/>
                <a:moveTo>
                  <a:pt x="12149131" y="959050"/>
                </a:moveTo>
                <a:cubicBezTo>
                  <a:pt x="12135265" y="975072"/>
                  <a:pt x="12121401" y="991089"/>
                  <a:pt x="12105664" y="1006960"/>
                </a:cubicBezTo>
                <a:cubicBezTo>
                  <a:pt x="12040174" y="1071943"/>
                  <a:pt x="11966532" y="1125748"/>
                  <a:pt x="11883102" y="1184424"/>
                </a:cubicBezTo>
                <a:cubicBezTo>
                  <a:pt x="11822339" y="1227583"/>
                  <a:pt x="11746281" y="1281016"/>
                  <a:pt x="11665174" y="1317493"/>
                </a:cubicBezTo>
                <a:cubicBezTo>
                  <a:pt x="11640620" y="1328342"/>
                  <a:pt x="11615753" y="1338416"/>
                  <a:pt x="11590337" y="1348256"/>
                </a:cubicBezTo>
                <a:cubicBezTo>
                  <a:pt x="11556383" y="1361567"/>
                  <a:pt x="11523739" y="1374791"/>
                  <a:pt x="11492588" y="1390573"/>
                </a:cubicBezTo>
                <a:cubicBezTo>
                  <a:pt x="11632969" y="1358579"/>
                  <a:pt x="11770492" y="1298342"/>
                  <a:pt x="11888865" y="1220988"/>
                </a:cubicBezTo>
                <a:cubicBezTo>
                  <a:pt x="11984266" y="1158366"/>
                  <a:pt x="12085135" y="1064584"/>
                  <a:pt x="12149131" y="959050"/>
                </a:cubicBezTo>
                <a:close/>
                <a:moveTo>
                  <a:pt x="4557898" y="900011"/>
                </a:moveTo>
                <a:cubicBezTo>
                  <a:pt x="4330292" y="1199280"/>
                  <a:pt x="4335713" y="1567725"/>
                  <a:pt x="4344840" y="1922038"/>
                </a:cubicBezTo>
                <a:cubicBezTo>
                  <a:pt x="4360210" y="1836882"/>
                  <a:pt x="4369815" y="1750562"/>
                  <a:pt x="4378710" y="1665516"/>
                </a:cubicBezTo>
                <a:cubicBezTo>
                  <a:pt x="4393083" y="1529197"/>
                  <a:pt x="4407432" y="1388309"/>
                  <a:pt x="4448798" y="1253024"/>
                </a:cubicBezTo>
                <a:cubicBezTo>
                  <a:pt x="4458700" y="1221425"/>
                  <a:pt x="4469507" y="1189944"/>
                  <a:pt x="4480315" y="1158454"/>
                </a:cubicBezTo>
                <a:lnTo>
                  <a:pt x="4494133" y="1118676"/>
                </a:lnTo>
                <a:cubicBezTo>
                  <a:pt x="4518925" y="1046526"/>
                  <a:pt x="4539765" y="973431"/>
                  <a:pt x="4557898" y="900011"/>
                </a:cubicBezTo>
                <a:close/>
                <a:moveTo>
                  <a:pt x="5870151" y="898890"/>
                </a:moveTo>
                <a:cubicBezTo>
                  <a:pt x="5866911" y="898948"/>
                  <a:pt x="5864574" y="899121"/>
                  <a:pt x="5861335" y="899177"/>
                </a:cubicBezTo>
                <a:lnTo>
                  <a:pt x="5843702" y="899748"/>
                </a:lnTo>
                <a:cubicBezTo>
                  <a:pt x="5780018" y="902412"/>
                  <a:pt x="5714210" y="911192"/>
                  <a:pt x="5651107" y="920306"/>
                </a:cubicBezTo>
                <a:cubicBezTo>
                  <a:pt x="5588537" y="929031"/>
                  <a:pt x="5523624" y="937920"/>
                  <a:pt x="5459407" y="940975"/>
                </a:cubicBezTo>
                <a:cubicBezTo>
                  <a:pt x="5431523" y="942110"/>
                  <a:pt x="5402918" y="942237"/>
                  <a:pt x="5374846" y="941988"/>
                </a:cubicBezTo>
                <a:cubicBezTo>
                  <a:pt x="5336157" y="941792"/>
                  <a:pt x="5295497" y="942268"/>
                  <a:pt x="5256105" y="945632"/>
                </a:cubicBezTo>
                <a:cubicBezTo>
                  <a:pt x="5206829" y="950064"/>
                  <a:pt x="5155964" y="960232"/>
                  <a:pt x="5107071" y="969720"/>
                </a:cubicBezTo>
                <a:cubicBezTo>
                  <a:pt x="5071129" y="976700"/>
                  <a:pt x="5035177" y="983681"/>
                  <a:pt x="4998681" y="988771"/>
                </a:cubicBezTo>
                <a:cubicBezTo>
                  <a:pt x="5256175" y="1057755"/>
                  <a:pt x="5597864" y="989418"/>
                  <a:pt x="5870151" y="898890"/>
                </a:cubicBezTo>
                <a:close/>
                <a:moveTo>
                  <a:pt x="12190084" y="854709"/>
                </a:moveTo>
                <a:cubicBezTo>
                  <a:pt x="12181324" y="863235"/>
                  <a:pt x="12172252" y="870980"/>
                  <a:pt x="12162947" y="879275"/>
                </a:cubicBezTo>
                <a:cubicBezTo>
                  <a:pt x="12028326" y="998039"/>
                  <a:pt x="11883371" y="1121443"/>
                  <a:pt x="11721478" y="1216434"/>
                </a:cubicBezTo>
                <a:lnTo>
                  <a:pt x="11680712" y="1239730"/>
                </a:lnTo>
                <a:cubicBezTo>
                  <a:pt x="11620220" y="1274640"/>
                  <a:pt x="11558177" y="1310180"/>
                  <a:pt x="11505347" y="1352837"/>
                </a:cubicBezTo>
                <a:cubicBezTo>
                  <a:pt x="11530133" y="1341442"/>
                  <a:pt x="11555544" y="1331600"/>
                  <a:pt x="11580962" y="1321759"/>
                </a:cubicBezTo>
                <a:cubicBezTo>
                  <a:pt x="11605590" y="1312227"/>
                  <a:pt x="11630227" y="1302697"/>
                  <a:pt x="11654234" y="1291618"/>
                </a:cubicBezTo>
                <a:cubicBezTo>
                  <a:pt x="11733018" y="1256083"/>
                  <a:pt x="11807521" y="1203284"/>
                  <a:pt x="11867274" y="1160983"/>
                </a:cubicBezTo>
                <a:cubicBezTo>
                  <a:pt x="11949151" y="1102940"/>
                  <a:pt x="12022324" y="1050225"/>
                  <a:pt x="12086035" y="986418"/>
                </a:cubicBezTo>
                <a:cubicBezTo>
                  <a:pt x="12128278" y="944429"/>
                  <a:pt x="12163191" y="899980"/>
                  <a:pt x="12190084" y="854709"/>
                </a:cubicBezTo>
                <a:close/>
                <a:moveTo>
                  <a:pt x="5504425" y="848067"/>
                </a:moveTo>
                <a:cubicBezTo>
                  <a:pt x="5313518" y="848319"/>
                  <a:pt x="5144450" y="894555"/>
                  <a:pt x="4968849" y="962318"/>
                </a:cubicBezTo>
                <a:cubicBezTo>
                  <a:pt x="5013986" y="957830"/>
                  <a:pt x="5059460" y="949291"/>
                  <a:pt x="5104039" y="940634"/>
                </a:cubicBezTo>
                <a:cubicBezTo>
                  <a:pt x="5153465" y="930752"/>
                  <a:pt x="5205230" y="920703"/>
                  <a:pt x="5256311" y="916490"/>
                </a:cubicBezTo>
                <a:cubicBezTo>
                  <a:pt x="5297138" y="912849"/>
                  <a:pt x="5338158" y="912871"/>
                  <a:pt x="5377381" y="912671"/>
                </a:cubicBezTo>
                <a:cubicBezTo>
                  <a:pt x="5405093" y="912428"/>
                  <a:pt x="5432627" y="913077"/>
                  <a:pt x="5460148" y="911442"/>
                </a:cubicBezTo>
                <a:cubicBezTo>
                  <a:pt x="5522934" y="908669"/>
                  <a:pt x="5586937" y="899666"/>
                  <a:pt x="5648971" y="891331"/>
                </a:cubicBezTo>
                <a:cubicBezTo>
                  <a:pt x="5712974" y="882328"/>
                  <a:pt x="5779324" y="873155"/>
                  <a:pt x="5844807" y="870718"/>
                </a:cubicBezTo>
                <a:lnTo>
                  <a:pt x="5862975" y="869756"/>
                </a:lnTo>
                <a:cubicBezTo>
                  <a:pt x="5882405" y="869405"/>
                  <a:pt x="5902011" y="868171"/>
                  <a:pt x="5920887" y="865929"/>
                </a:cubicBezTo>
                <a:cubicBezTo>
                  <a:pt x="5782825" y="855356"/>
                  <a:pt x="5643867" y="846954"/>
                  <a:pt x="5504425" y="848067"/>
                </a:cubicBezTo>
                <a:close/>
                <a:moveTo>
                  <a:pt x="8924104" y="777000"/>
                </a:moveTo>
                <a:cubicBezTo>
                  <a:pt x="8923664" y="782606"/>
                  <a:pt x="8922673" y="787979"/>
                  <a:pt x="8921999" y="794136"/>
                </a:cubicBezTo>
                <a:cubicBezTo>
                  <a:pt x="8919582" y="810498"/>
                  <a:pt x="8917940" y="826538"/>
                  <a:pt x="8916066" y="843129"/>
                </a:cubicBezTo>
                <a:cubicBezTo>
                  <a:pt x="8910698" y="896870"/>
                  <a:pt x="8909926" y="951907"/>
                  <a:pt x="8909852" y="1005313"/>
                </a:cubicBezTo>
                <a:cubicBezTo>
                  <a:pt x="8907936" y="1206014"/>
                  <a:pt x="8906433" y="1413328"/>
                  <a:pt x="8936982" y="1614896"/>
                </a:cubicBezTo>
                <a:lnTo>
                  <a:pt x="8939706" y="1632791"/>
                </a:lnTo>
                <a:lnTo>
                  <a:pt x="8946691" y="1680170"/>
                </a:lnTo>
                <a:cubicBezTo>
                  <a:pt x="8947341" y="1669501"/>
                  <a:pt x="8947217" y="1659149"/>
                  <a:pt x="8947643" y="1649028"/>
                </a:cubicBezTo>
                <a:cubicBezTo>
                  <a:pt x="8950646" y="1394060"/>
                  <a:pt x="8954155" y="1130296"/>
                  <a:pt x="8931687" y="871628"/>
                </a:cubicBezTo>
                <a:lnTo>
                  <a:pt x="8929804" y="850229"/>
                </a:lnTo>
                <a:cubicBezTo>
                  <a:pt x="8927750" y="826182"/>
                  <a:pt x="8925696" y="802134"/>
                  <a:pt x="8924104" y="777000"/>
                </a:cubicBezTo>
                <a:close/>
                <a:moveTo>
                  <a:pt x="8951219" y="764662"/>
                </a:moveTo>
                <a:cubicBezTo>
                  <a:pt x="8952434" y="792211"/>
                  <a:pt x="8955277" y="820458"/>
                  <a:pt x="8957270" y="847698"/>
                </a:cubicBezTo>
                <a:lnTo>
                  <a:pt x="8959153" y="869097"/>
                </a:lnTo>
                <a:cubicBezTo>
                  <a:pt x="8981354" y="1119277"/>
                  <a:pt x="8978808" y="1373147"/>
                  <a:pt x="8976081" y="1619865"/>
                </a:cubicBezTo>
                <a:cubicBezTo>
                  <a:pt x="9043646" y="1335574"/>
                  <a:pt x="9035127" y="1045475"/>
                  <a:pt x="8951219" y="764662"/>
                </a:cubicBezTo>
                <a:close/>
                <a:moveTo>
                  <a:pt x="8898081" y="630137"/>
                </a:moveTo>
                <a:cubicBezTo>
                  <a:pt x="8735190" y="940376"/>
                  <a:pt x="8800852" y="1302315"/>
                  <a:pt x="8910095" y="1626691"/>
                </a:cubicBezTo>
                <a:lnTo>
                  <a:pt x="8908822" y="1619067"/>
                </a:lnTo>
                <a:cubicBezTo>
                  <a:pt x="8877873" y="1415398"/>
                  <a:pt x="8879292" y="1206762"/>
                  <a:pt x="8881669" y="1004967"/>
                </a:cubicBezTo>
                <a:cubicBezTo>
                  <a:pt x="8881975" y="951016"/>
                  <a:pt x="8882434" y="895204"/>
                  <a:pt x="8888265" y="840369"/>
                </a:cubicBezTo>
                <a:cubicBezTo>
                  <a:pt x="8890137" y="823783"/>
                  <a:pt x="8892011" y="807192"/>
                  <a:pt x="8894429" y="790831"/>
                </a:cubicBezTo>
                <a:cubicBezTo>
                  <a:pt x="8901122" y="737010"/>
                  <a:pt x="8907725" y="681866"/>
                  <a:pt x="8898081" y="630137"/>
                </a:cubicBezTo>
                <a:close/>
                <a:moveTo>
                  <a:pt x="11491396" y="623931"/>
                </a:moveTo>
                <a:cubicBezTo>
                  <a:pt x="11465686" y="637515"/>
                  <a:pt x="11440209" y="650546"/>
                  <a:pt x="11413329" y="662344"/>
                </a:cubicBezTo>
                <a:cubicBezTo>
                  <a:pt x="11268660" y="727282"/>
                  <a:pt x="11113102" y="758642"/>
                  <a:pt x="10966547" y="818916"/>
                </a:cubicBezTo>
                <a:cubicBezTo>
                  <a:pt x="10793574" y="889896"/>
                  <a:pt x="10652020" y="1008307"/>
                  <a:pt x="10498883" y="1111507"/>
                </a:cubicBezTo>
                <a:cubicBezTo>
                  <a:pt x="10559155" y="1098395"/>
                  <a:pt x="10616158" y="1067158"/>
                  <a:pt x="10671292" y="1035777"/>
                </a:cubicBezTo>
                <a:lnTo>
                  <a:pt x="10685894" y="1027151"/>
                </a:lnTo>
                <a:cubicBezTo>
                  <a:pt x="10821548" y="950027"/>
                  <a:pt x="10965272" y="882756"/>
                  <a:pt x="11104337" y="817377"/>
                </a:cubicBezTo>
                <a:cubicBezTo>
                  <a:pt x="11233375" y="757414"/>
                  <a:pt x="11364889" y="694633"/>
                  <a:pt x="11491396" y="623931"/>
                </a:cubicBezTo>
                <a:close/>
                <a:moveTo>
                  <a:pt x="10779304" y="584486"/>
                </a:moveTo>
                <a:cubicBezTo>
                  <a:pt x="10740583" y="648568"/>
                  <a:pt x="10699136" y="711502"/>
                  <a:pt x="10658378" y="772788"/>
                </a:cubicBezTo>
                <a:cubicBezTo>
                  <a:pt x="10594579" y="868744"/>
                  <a:pt x="10529620" y="967431"/>
                  <a:pt x="10475581" y="1070739"/>
                </a:cubicBezTo>
                <a:cubicBezTo>
                  <a:pt x="10578194" y="966751"/>
                  <a:pt x="10672522" y="819977"/>
                  <a:pt x="10735178" y="693281"/>
                </a:cubicBezTo>
                <a:close/>
                <a:moveTo>
                  <a:pt x="10132488" y="518596"/>
                </a:moveTo>
                <a:cubicBezTo>
                  <a:pt x="10047856" y="532980"/>
                  <a:pt x="9963302" y="548687"/>
                  <a:pt x="9879465" y="567273"/>
                </a:cubicBezTo>
                <a:cubicBezTo>
                  <a:pt x="9683016" y="611580"/>
                  <a:pt x="9523495" y="697916"/>
                  <a:pt x="9364243" y="809468"/>
                </a:cubicBezTo>
                <a:cubicBezTo>
                  <a:pt x="9364793" y="809701"/>
                  <a:pt x="9365336" y="809931"/>
                  <a:pt x="9366655" y="809848"/>
                </a:cubicBezTo>
                <a:cubicBezTo>
                  <a:pt x="9558665" y="728900"/>
                  <a:pt x="9742999" y="656935"/>
                  <a:pt x="9914233" y="596159"/>
                </a:cubicBezTo>
                <a:close/>
                <a:moveTo>
                  <a:pt x="10264524" y="501747"/>
                </a:moveTo>
                <a:lnTo>
                  <a:pt x="9922837" y="622979"/>
                </a:lnTo>
                <a:cubicBezTo>
                  <a:pt x="9763806" y="679263"/>
                  <a:pt x="9594234" y="745243"/>
                  <a:pt x="9416908" y="818889"/>
                </a:cubicBezTo>
                <a:cubicBezTo>
                  <a:pt x="9417689" y="818579"/>
                  <a:pt x="9417689" y="818579"/>
                  <a:pt x="9418234" y="818810"/>
                </a:cubicBezTo>
                <a:cubicBezTo>
                  <a:pt x="9717394" y="764555"/>
                  <a:pt x="10002904" y="633058"/>
                  <a:pt x="10264524" y="501747"/>
                </a:cubicBezTo>
                <a:close/>
                <a:moveTo>
                  <a:pt x="10802699" y="488163"/>
                </a:moveTo>
                <a:lnTo>
                  <a:pt x="10618739" y="734118"/>
                </a:lnTo>
                <a:lnTo>
                  <a:pt x="10604580" y="753877"/>
                </a:lnTo>
                <a:cubicBezTo>
                  <a:pt x="10575714" y="793161"/>
                  <a:pt x="10550336" y="828772"/>
                  <a:pt x="10529643" y="867004"/>
                </a:cubicBezTo>
                <a:cubicBezTo>
                  <a:pt x="10501301" y="918746"/>
                  <a:pt x="10479284" y="973805"/>
                  <a:pt x="10462194" y="1035452"/>
                </a:cubicBezTo>
                <a:cubicBezTo>
                  <a:pt x="10514547" y="939156"/>
                  <a:pt x="10575176" y="847655"/>
                  <a:pt x="10635117" y="757788"/>
                </a:cubicBezTo>
                <a:cubicBezTo>
                  <a:pt x="10692800" y="670189"/>
                  <a:pt x="10751735" y="581180"/>
                  <a:pt x="10802699" y="488163"/>
                </a:cubicBezTo>
                <a:close/>
                <a:moveTo>
                  <a:pt x="10359107" y="485136"/>
                </a:moveTo>
                <a:cubicBezTo>
                  <a:pt x="10100692" y="616512"/>
                  <a:pt x="9815681" y="755947"/>
                  <a:pt x="9515108" y="825701"/>
                </a:cubicBezTo>
                <a:cubicBezTo>
                  <a:pt x="9825509" y="831572"/>
                  <a:pt x="10104184" y="667562"/>
                  <a:pt x="10359107" y="485136"/>
                </a:cubicBezTo>
                <a:close/>
                <a:moveTo>
                  <a:pt x="11886089" y="483936"/>
                </a:moveTo>
                <a:cubicBezTo>
                  <a:pt x="11800033" y="547295"/>
                  <a:pt x="11710455" y="605296"/>
                  <a:pt x="11622890" y="661575"/>
                </a:cubicBezTo>
                <a:cubicBezTo>
                  <a:pt x="11437051" y="781189"/>
                  <a:pt x="11244843" y="905190"/>
                  <a:pt x="11038640" y="996875"/>
                </a:cubicBezTo>
                <a:cubicBezTo>
                  <a:pt x="10885656" y="1064725"/>
                  <a:pt x="10725662" y="1114166"/>
                  <a:pt x="10561310" y="1145020"/>
                </a:cubicBezTo>
                <a:cubicBezTo>
                  <a:pt x="10596460" y="1154752"/>
                  <a:pt x="10632933" y="1164394"/>
                  <a:pt x="10675127" y="1163586"/>
                </a:cubicBezTo>
                <a:cubicBezTo>
                  <a:pt x="10827145" y="1160350"/>
                  <a:pt x="10989398" y="1058435"/>
                  <a:pt x="11120351" y="990907"/>
                </a:cubicBezTo>
                <a:cubicBezTo>
                  <a:pt x="11302032" y="897860"/>
                  <a:pt x="11481110" y="797268"/>
                  <a:pt x="11648506" y="680145"/>
                </a:cubicBezTo>
                <a:cubicBezTo>
                  <a:pt x="11691733" y="649515"/>
                  <a:pt x="11821224" y="550475"/>
                  <a:pt x="11886089" y="483936"/>
                </a:cubicBezTo>
                <a:close/>
                <a:moveTo>
                  <a:pt x="3607114" y="467441"/>
                </a:moveTo>
                <a:cubicBezTo>
                  <a:pt x="3528124" y="599478"/>
                  <a:pt x="3410482" y="705343"/>
                  <a:pt x="3296242" y="807991"/>
                </a:cubicBezTo>
                <a:cubicBezTo>
                  <a:pt x="3255418" y="844446"/>
                  <a:pt x="3213877" y="882186"/>
                  <a:pt x="3174674" y="919759"/>
                </a:cubicBezTo>
                <a:cubicBezTo>
                  <a:pt x="3129209" y="963390"/>
                  <a:pt x="3085915" y="1010032"/>
                  <a:pt x="3042978" y="1054894"/>
                </a:cubicBezTo>
                <a:lnTo>
                  <a:pt x="2968914" y="1133756"/>
                </a:lnTo>
                <a:cubicBezTo>
                  <a:pt x="3001355" y="1109480"/>
                  <a:pt x="3045966" y="1074853"/>
                  <a:pt x="3103823" y="1026814"/>
                </a:cubicBezTo>
                <a:cubicBezTo>
                  <a:pt x="3260201" y="897449"/>
                  <a:pt x="3521192" y="681569"/>
                  <a:pt x="3607114" y="467441"/>
                </a:cubicBezTo>
                <a:close/>
                <a:moveTo>
                  <a:pt x="10784544" y="465669"/>
                </a:moveTo>
                <a:cubicBezTo>
                  <a:pt x="10662409" y="521478"/>
                  <a:pt x="10422179" y="894258"/>
                  <a:pt x="10426419" y="1062158"/>
                </a:cubicBezTo>
                <a:cubicBezTo>
                  <a:pt x="10438657" y="1011968"/>
                  <a:pt x="10453241" y="965354"/>
                  <a:pt x="10471732" y="921679"/>
                </a:cubicBezTo>
                <a:cubicBezTo>
                  <a:pt x="10481672" y="898200"/>
                  <a:pt x="10492705" y="875187"/>
                  <a:pt x="10504824" y="852631"/>
                </a:cubicBezTo>
                <a:cubicBezTo>
                  <a:pt x="10526215" y="812759"/>
                  <a:pt x="10552604" y="776291"/>
                  <a:pt x="10582237" y="736692"/>
                </a:cubicBezTo>
                <a:lnTo>
                  <a:pt x="10596401" y="716935"/>
                </a:lnTo>
                <a:cubicBezTo>
                  <a:pt x="10661482" y="628604"/>
                  <a:pt x="10720448" y="548625"/>
                  <a:pt x="10784544" y="465669"/>
                </a:cubicBezTo>
                <a:close/>
                <a:moveTo>
                  <a:pt x="11916494" y="422768"/>
                </a:moveTo>
                <a:cubicBezTo>
                  <a:pt x="11840345" y="436884"/>
                  <a:pt x="11770712" y="482734"/>
                  <a:pt x="11703185" y="528178"/>
                </a:cubicBezTo>
                <a:lnTo>
                  <a:pt x="11680755" y="543149"/>
                </a:lnTo>
                <a:cubicBezTo>
                  <a:pt x="11503085" y="661715"/>
                  <a:pt x="11307002" y="753816"/>
                  <a:pt x="11116818" y="842623"/>
                </a:cubicBezTo>
                <a:cubicBezTo>
                  <a:pt x="10977992" y="907459"/>
                  <a:pt x="10835051" y="974411"/>
                  <a:pt x="10700164" y="1051220"/>
                </a:cubicBezTo>
                <a:lnTo>
                  <a:pt x="10685570" y="1059849"/>
                </a:lnTo>
                <a:cubicBezTo>
                  <a:pt x="10652486" y="1078679"/>
                  <a:pt x="10619176" y="1098052"/>
                  <a:pt x="10584288" y="1113543"/>
                </a:cubicBezTo>
                <a:cubicBezTo>
                  <a:pt x="10736655" y="1082118"/>
                  <a:pt x="10884823" y="1034762"/>
                  <a:pt x="11026698" y="971858"/>
                </a:cubicBezTo>
                <a:cubicBezTo>
                  <a:pt x="11231114" y="881353"/>
                  <a:pt x="11422542" y="757667"/>
                  <a:pt x="11607604" y="638368"/>
                </a:cubicBezTo>
                <a:cubicBezTo>
                  <a:pt x="11712249" y="570645"/>
                  <a:pt x="11819449" y="501435"/>
                  <a:pt x="11919452" y="423380"/>
                </a:cubicBezTo>
                <a:cubicBezTo>
                  <a:pt x="11918363" y="422918"/>
                  <a:pt x="11917811" y="422686"/>
                  <a:pt x="11916494" y="422768"/>
                </a:cubicBezTo>
                <a:close/>
                <a:moveTo>
                  <a:pt x="8148168" y="416949"/>
                </a:moveTo>
                <a:cubicBezTo>
                  <a:pt x="8041447" y="489578"/>
                  <a:pt x="7951585" y="589312"/>
                  <a:pt x="7862052" y="694330"/>
                </a:cubicBezTo>
                <a:lnTo>
                  <a:pt x="7808002" y="759654"/>
                </a:lnTo>
                <a:close/>
                <a:moveTo>
                  <a:pt x="8295299" y="416143"/>
                </a:moveTo>
                <a:cubicBezTo>
                  <a:pt x="8303328" y="454953"/>
                  <a:pt x="8309263" y="494162"/>
                  <a:pt x="8309124" y="534021"/>
                </a:cubicBezTo>
                <a:cubicBezTo>
                  <a:pt x="8309177" y="581042"/>
                  <a:pt x="8301211" y="627240"/>
                  <a:pt x="8293154" y="672115"/>
                </a:cubicBezTo>
                <a:cubicBezTo>
                  <a:pt x="8287455" y="703824"/>
                  <a:pt x="8281839" y="736857"/>
                  <a:pt x="8279099" y="769176"/>
                </a:cubicBezTo>
                <a:cubicBezTo>
                  <a:pt x="8271208" y="866910"/>
                  <a:pt x="8290164" y="965070"/>
                  <a:pt x="8309186" y="1060039"/>
                </a:cubicBezTo>
                <a:cubicBezTo>
                  <a:pt x="8338258" y="1208834"/>
                  <a:pt x="8368983" y="1362838"/>
                  <a:pt x="8410512" y="1511108"/>
                </a:cubicBezTo>
                <a:cubicBezTo>
                  <a:pt x="8445511" y="1186645"/>
                  <a:pt x="8463496" y="815698"/>
                  <a:pt x="8351657" y="521768"/>
                </a:cubicBezTo>
                <a:cubicBezTo>
                  <a:pt x="8336376" y="481820"/>
                  <a:pt x="8314355" y="448679"/>
                  <a:pt x="8295299" y="416143"/>
                </a:cubicBezTo>
                <a:close/>
                <a:moveTo>
                  <a:pt x="8266483" y="414244"/>
                </a:moveTo>
                <a:cubicBezTo>
                  <a:pt x="8162811" y="736679"/>
                  <a:pt x="8223592" y="1050836"/>
                  <a:pt x="8343425" y="1357811"/>
                </a:cubicBezTo>
                <a:cubicBezTo>
                  <a:pt x="8320496" y="1259904"/>
                  <a:pt x="8300994" y="1161513"/>
                  <a:pt x="8282114" y="1064671"/>
                </a:cubicBezTo>
                <a:cubicBezTo>
                  <a:pt x="8263238" y="967838"/>
                  <a:pt x="8243336" y="867346"/>
                  <a:pt x="8251298" y="766414"/>
                </a:cubicBezTo>
                <a:cubicBezTo>
                  <a:pt x="8253954" y="732777"/>
                  <a:pt x="8259797" y="699198"/>
                  <a:pt x="8265729" y="666939"/>
                </a:cubicBezTo>
                <a:cubicBezTo>
                  <a:pt x="8273319" y="623158"/>
                  <a:pt x="8281376" y="578281"/>
                  <a:pt x="8281494" y="533909"/>
                </a:cubicBezTo>
                <a:cubicBezTo>
                  <a:pt x="8281080" y="493822"/>
                  <a:pt x="8274834" y="453832"/>
                  <a:pt x="8266483" y="414244"/>
                </a:cubicBezTo>
                <a:close/>
                <a:moveTo>
                  <a:pt x="8140802" y="388720"/>
                </a:moveTo>
                <a:cubicBezTo>
                  <a:pt x="8028462" y="422924"/>
                  <a:pt x="7941106" y="490876"/>
                  <a:pt x="7860379" y="596411"/>
                </a:cubicBezTo>
                <a:cubicBezTo>
                  <a:pt x="7812773" y="658663"/>
                  <a:pt x="7772566" y="720182"/>
                  <a:pt x="7737688" y="790400"/>
                </a:cubicBezTo>
                <a:cubicBezTo>
                  <a:pt x="7733439" y="798902"/>
                  <a:pt x="7729892" y="805767"/>
                  <a:pt x="7726885" y="812869"/>
                </a:cubicBezTo>
                <a:cubicBezTo>
                  <a:pt x="7764906" y="767160"/>
                  <a:pt x="7802380" y="721219"/>
                  <a:pt x="7840490" y="676832"/>
                </a:cubicBezTo>
                <a:cubicBezTo>
                  <a:pt x="7933738" y="567590"/>
                  <a:pt x="8028101" y="463327"/>
                  <a:pt x="8140802" y="388720"/>
                </a:cubicBezTo>
                <a:close/>
                <a:moveTo>
                  <a:pt x="3744487" y="383136"/>
                </a:moveTo>
                <a:cubicBezTo>
                  <a:pt x="3789590" y="603780"/>
                  <a:pt x="3850997" y="811848"/>
                  <a:pt x="3970213" y="995559"/>
                </a:cubicBezTo>
                <a:cubicBezTo>
                  <a:pt x="3927384" y="796159"/>
                  <a:pt x="3865366" y="574806"/>
                  <a:pt x="3744487" y="383136"/>
                </a:cubicBezTo>
                <a:close/>
                <a:moveTo>
                  <a:pt x="3624562" y="367041"/>
                </a:moveTo>
                <a:cubicBezTo>
                  <a:pt x="3578160" y="403736"/>
                  <a:pt x="3532667" y="442805"/>
                  <a:pt x="3489712" y="485386"/>
                </a:cubicBezTo>
                <a:cubicBezTo>
                  <a:pt x="3380716" y="591858"/>
                  <a:pt x="3284219" y="714458"/>
                  <a:pt x="3182994" y="828265"/>
                </a:cubicBezTo>
                <a:cubicBezTo>
                  <a:pt x="3100902" y="919812"/>
                  <a:pt x="2899469" y="1135252"/>
                  <a:pt x="2892114" y="1172635"/>
                </a:cubicBezTo>
                <a:lnTo>
                  <a:pt x="3021459" y="1035385"/>
                </a:lnTo>
                <a:cubicBezTo>
                  <a:pt x="3064036" y="990026"/>
                  <a:pt x="3108229" y="943501"/>
                  <a:pt x="3153873" y="898971"/>
                </a:cubicBezTo>
                <a:cubicBezTo>
                  <a:pt x="3193783" y="860125"/>
                  <a:pt x="3235680" y="822883"/>
                  <a:pt x="3276511" y="786423"/>
                </a:cubicBezTo>
                <a:cubicBezTo>
                  <a:pt x="3390214" y="684175"/>
                  <a:pt x="3507852" y="578306"/>
                  <a:pt x="3584154" y="448218"/>
                </a:cubicBezTo>
                <a:cubicBezTo>
                  <a:pt x="3599491" y="421848"/>
                  <a:pt x="3612660" y="394752"/>
                  <a:pt x="3624562" y="367041"/>
                </a:cubicBezTo>
                <a:close/>
                <a:moveTo>
                  <a:pt x="3766672" y="359429"/>
                </a:moveTo>
                <a:cubicBezTo>
                  <a:pt x="3888797" y="549425"/>
                  <a:pt x="3952247" y="768223"/>
                  <a:pt x="3996338" y="968237"/>
                </a:cubicBezTo>
                <a:cubicBezTo>
                  <a:pt x="3973140" y="739339"/>
                  <a:pt x="3922473" y="455576"/>
                  <a:pt x="3766672" y="359429"/>
                </a:cubicBezTo>
                <a:close/>
                <a:moveTo>
                  <a:pt x="5805386" y="239240"/>
                </a:moveTo>
                <a:cubicBezTo>
                  <a:pt x="5783116" y="246988"/>
                  <a:pt x="5760847" y="254734"/>
                  <a:pt x="5736947" y="261367"/>
                </a:cubicBezTo>
                <a:cubicBezTo>
                  <a:pt x="5638133" y="287976"/>
                  <a:pt x="5538513" y="299897"/>
                  <a:pt x="5427012" y="311272"/>
                </a:cubicBezTo>
                <a:cubicBezTo>
                  <a:pt x="5345554" y="319953"/>
                  <a:pt x="5243942" y="330268"/>
                  <a:pt x="5147818" y="322112"/>
                </a:cubicBezTo>
                <a:cubicBezTo>
                  <a:pt x="5118835" y="319462"/>
                  <a:pt x="5090027" y="315925"/>
                  <a:pt x="5060854" y="311882"/>
                </a:cubicBezTo>
                <a:cubicBezTo>
                  <a:pt x="5021780" y="306636"/>
                  <a:pt x="4983964" y="301993"/>
                  <a:pt x="4945989" y="300516"/>
                </a:cubicBezTo>
                <a:cubicBezTo>
                  <a:pt x="5093776" y="343728"/>
                  <a:pt x="5255799" y="359063"/>
                  <a:pt x="5410479" y="348434"/>
                </a:cubicBezTo>
                <a:cubicBezTo>
                  <a:pt x="5535307" y="339607"/>
                  <a:pt x="5683741" y="304513"/>
                  <a:pt x="5805386" y="239240"/>
                </a:cubicBezTo>
                <a:close/>
                <a:moveTo>
                  <a:pt x="5905192" y="163079"/>
                </a:moveTo>
                <a:cubicBezTo>
                  <a:pt x="5892074" y="166484"/>
                  <a:pt x="5879136" y="168997"/>
                  <a:pt x="5865655" y="171901"/>
                </a:cubicBezTo>
                <a:cubicBezTo>
                  <a:pt x="5671371" y="212758"/>
                  <a:pt x="5464843" y="252569"/>
                  <a:pt x="5259740" y="257013"/>
                </a:cubicBezTo>
                <a:cubicBezTo>
                  <a:pt x="5242649" y="257191"/>
                  <a:pt x="5225558" y="257369"/>
                  <a:pt x="5208466" y="257550"/>
                </a:cubicBezTo>
                <a:cubicBezTo>
                  <a:pt x="5132177" y="258666"/>
                  <a:pt x="5054091" y="259560"/>
                  <a:pt x="4980204" y="271903"/>
                </a:cubicBezTo>
                <a:cubicBezTo>
                  <a:pt x="5009725" y="274165"/>
                  <a:pt x="5038894" y="278201"/>
                  <a:pt x="5068068" y="282244"/>
                </a:cubicBezTo>
                <a:cubicBezTo>
                  <a:pt x="5096338" y="286164"/>
                  <a:pt x="5124608" y="290090"/>
                  <a:pt x="5153231" y="292240"/>
                </a:cubicBezTo>
                <a:cubicBezTo>
                  <a:pt x="5246661" y="300067"/>
                  <a:pt x="5346469" y="289533"/>
                  <a:pt x="5426491" y="281128"/>
                </a:cubicBezTo>
                <a:cubicBezTo>
                  <a:pt x="5536189" y="269536"/>
                  <a:pt x="5634727" y="258390"/>
                  <a:pt x="5731212" y="231951"/>
                </a:cubicBezTo>
                <a:cubicBezTo>
                  <a:pt x="5794995" y="214721"/>
                  <a:pt x="5853525" y="191373"/>
                  <a:pt x="5905192" y="163079"/>
                </a:cubicBezTo>
                <a:close/>
                <a:moveTo>
                  <a:pt x="5944437" y="113829"/>
                </a:moveTo>
                <a:cubicBezTo>
                  <a:pt x="5917256" y="119186"/>
                  <a:pt x="5863594" y="140199"/>
                  <a:pt x="5825032" y="146405"/>
                </a:cubicBezTo>
                <a:cubicBezTo>
                  <a:pt x="5539893" y="189777"/>
                  <a:pt x="5237140" y="170377"/>
                  <a:pt x="4955599" y="247008"/>
                </a:cubicBezTo>
                <a:cubicBezTo>
                  <a:pt x="5038637" y="230314"/>
                  <a:pt x="5125543" y="229138"/>
                  <a:pt x="5210104" y="228123"/>
                </a:cubicBezTo>
                <a:cubicBezTo>
                  <a:pt x="5227195" y="227945"/>
                  <a:pt x="5244285" y="227765"/>
                  <a:pt x="5261015" y="227087"/>
                </a:cubicBezTo>
                <a:cubicBezTo>
                  <a:pt x="5463242" y="223204"/>
                  <a:pt x="5667966" y="183171"/>
                  <a:pt x="5861181" y="143093"/>
                </a:cubicBezTo>
                <a:cubicBezTo>
                  <a:pt x="5895331" y="135893"/>
                  <a:pt x="5928215" y="128080"/>
                  <a:pt x="5961252" y="114820"/>
                </a:cubicBezTo>
                <a:cubicBezTo>
                  <a:pt x="5959615" y="111998"/>
                  <a:pt x="5953497" y="112044"/>
                  <a:pt x="5944437" y="113829"/>
                </a:cubicBezTo>
                <a:close/>
                <a:moveTo>
                  <a:pt x="9095810" y="0"/>
                </a:moveTo>
                <a:lnTo>
                  <a:pt x="9215999" y="0"/>
                </a:lnTo>
                <a:lnTo>
                  <a:pt x="9250991" y="17650"/>
                </a:lnTo>
                <a:cubicBezTo>
                  <a:pt x="9345825" y="54329"/>
                  <a:pt x="9448424" y="64330"/>
                  <a:pt x="9551793" y="69947"/>
                </a:cubicBezTo>
                <a:cubicBezTo>
                  <a:pt x="9773323" y="81971"/>
                  <a:pt x="9993517" y="56091"/>
                  <a:pt x="10211701" y="15192"/>
                </a:cubicBezTo>
                <a:cubicBezTo>
                  <a:pt x="10030564" y="37013"/>
                  <a:pt x="9847820" y="45912"/>
                  <a:pt x="9665014" y="41266"/>
                </a:cubicBezTo>
                <a:cubicBezTo>
                  <a:pt x="9560295" y="38460"/>
                  <a:pt x="9467175" y="31066"/>
                  <a:pt x="9382567" y="18583"/>
                </a:cubicBezTo>
                <a:lnTo>
                  <a:pt x="9283159" y="0"/>
                </a:lnTo>
                <a:lnTo>
                  <a:pt x="9469266" y="0"/>
                </a:lnTo>
                <a:lnTo>
                  <a:pt x="9504117" y="4274"/>
                </a:lnTo>
                <a:cubicBezTo>
                  <a:pt x="9555272" y="8689"/>
                  <a:pt x="9609472" y="11637"/>
                  <a:pt x="9667223" y="13232"/>
                </a:cubicBezTo>
                <a:cubicBezTo>
                  <a:pt x="9740740" y="15225"/>
                  <a:pt x="9814266" y="15008"/>
                  <a:pt x="9887703" y="12601"/>
                </a:cubicBezTo>
                <a:lnTo>
                  <a:pt x="10088930" y="0"/>
                </a:lnTo>
                <a:lnTo>
                  <a:pt x="10544171" y="0"/>
                </a:lnTo>
                <a:lnTo>
                  <a:pt x="10392396" y="36772"/>
                </a:lnTo>
                <a:cubicBezTo>
                  <a:pt x="10070832" y="110795"/>
                  <a:pt x="9739873" y="167441"/>
                  <a:pt x="9413803" y="131277"/>
                </a:cubicBezTo>
                <a:cubicBezTo>
                  <a:pt x="9315472" y="120226"/>
                  <a:pt x="9243539" y="84460"/>
                  <a:pt x="9174626" y="44983"/>
                </a:cubicBezTo>
                <a:close/>
                <a:moveTo>
                  <a:pt x="8474998" y="0"/>
                </a:moveTo>
                <a:lnTo>
                  <a:pt x="8573502" y="0"/>
                </a:lnTo>
                <a:lnTo>
                  <a:pt x="8659539" y="117664"/>
                </a:lnTo>
                <a:cubicBezTo>
                  <a:pt x="8833725" y="341427"/>
                  <a:pt x="9029703" y="551148"/>
                  <a:pt x="9248507" y="743734"/>
                </a:cubicBezTo>
                <a:cubicBezTo>
                  <a:pt x="9268744" y="761313"/>
                  <a:pt x="9289217" y="778348"/>
                  <a:pt x="9309457" y="795932"/>
                </a:cubicBezTo>
                <a:cubicBezTo>
                  <a:pt x="9458210" y="686371"/>
                  <a:pt x="9607233" y="585288"/>
                  <a:pt x="9785496" y="530713"/>
                </a:cubicBezTo>
                <a:cubicBezTo>
                  <a:pt x="10009630" y="462073"/>
                  <a:pt x="10250992" y="434854"/>
                  <a:pt x="10482828" y="399738"/>
                </a:cubicBezTo>
                <a:cubicBezTo>
                  <a:pt x="10519933" y="394202"/>
                  <a:pt x="10478550" y="453937"/>
                  <a:pt x="10468382" y="461219"/>
                </a:cubicBezTo>
                <a:cubicBezTo>
                  <a:pt x="10161572" y="688641"/>
                  <a:pt x="9818370" y="924476"/>
                  <a:pt x="9430790" y="895589"/>
                </a:cubicBezTo>
                <a:cubicBezTo>
                  <a:pt x="9617112" y="1044003"/>
                  <a:pt x="9813963" y="1178199"/>
                  <a:pt x="10019780" y="1298815"/>
                </a:cubicBezTo>
                <a:cubicBezTo>
                  <a:pt x="10142151" y="1263712"/>
                  <a:pt x="10256792" y="1186061"/>
                  <a:pt x="10372218" y="1146081"/>
                </a:cubicBezTo>
                <a:cubicBezTo>
                  <a:pt x="10279439" y="901425"/>
                  <a:pt x="10751513" y="443317"/>
                  <a:pt x="10896429" y="310883"/>
                </a:cubicBezTo>
                <a:cubicBezTo>
                  <a:pt x="10907980" y="300321"/>
                  <a:pt x="10927341" y="295643"/>
                  <a:pt x="10919735" y="318176"/>
                </a:cubicBezTo>
                <a:cubicBezTo>
                  <a:pt x="10845552" y="531416"/>
                  <a:pt x="10769057" y="750112"/>
                  <a:pt x="10637064" y="935661"/>
                </a:cubicBezTo>
                <a:cubicBezTo>
                  <a:pt x="10618262" y="961821"/>
                  <a:pt x="10471373" y="1105010"/>
                  <a:pt x="10516995" y="1070245"/>
                </a:cubicBezTo>
                <a:cubicBezTo>
                  <a:pt x="10630585" y="984423"/>
                  <a:pt x="10740230" y="886628"/>
                  <a:pt x="10868835" y="815534"/>
                </a:cubicBezTo>
                <a:cubicBezTo>
                  <a:pt x="11133493" y="669415"/>
                  <a:pt x="11435682" y="612577"/>
                  <a:pt x="11704547" y="465665"/>
                </a:cubicBezTo>
                <a:cubicBezTo>
                  <a:pt x="11748194" y="441649"/>
                  <a:pt x="11962368" y="287033"/>
                  <a:pt x="12033562" y="350012"/>
                </a:cubicBezTo>
                <a:cubicBezTo>
                  <a:pt x="12042008" y="357446"/>
                  <a:pt x="12029170" y="377121"/>
                  <a:pt x="12025537" y="382666"/>
                </a:cubicBezTo>
                <a:cubicBezTo>
                  <a:pt x="11835636" y="694348"/>
                  <a:pt x="11402055" y="895784"/>
                  <a:pt x="11088649" y="1056676"/>
                </a:cubicBezTo>
                <a:cubicBezTo>
                  <a:pt x="10916755" y="1144851"/>
                  <a:pt x="10757473" y="1230645"/>
                  <a:pt x="10561600" y="1229477"/>
                </a:cubicBezTo>
                <a:cubicBezTo>
                  <a:pt x="10456897" y="1228927"/>
                  <a:pt x="10388434" y="1221837"/>
                  <a:pt x="10280797" y="1263181"/>
                </a:cubicBezTo>
                <a:cubicBezTo>
                  <a:pt x="10214114" y="1288380"/>
                  <a:pt x="10149765" y="1312641"/>
                  <a:pt x="10083376" y="1334114"/>
                </a:cubicBezTo>
                <a:cubicBezTo>
                  <a:pt x="10323674" y="1470609"/>
                  <a:pt x="10574467" y="1588379"/>
                  <a:pt x="10832582" y="1687356"/>
                </a:cubicBezTo>
                <a:cubicBezTo>
                  <a:pt x="10835145" y="1685866"/>
                  <a:pt x="10837160" y="1684144"/>
                  <a:pt x="10839263" y="1683743"/>
                </a:cubicBezTo>
                <a:cubicBezTo>
                  <a:pt x="11026680" y="1639479"/>
                  <a:pt x="11198523" y="1559010"/>
                  <a:pt x="11350910" y="1443899"/>
                </a:cubicBezTo>
                <a:cubicBezTo>
                  <a:pt x="11353302" y="1439761"/>
                  <a:pt x="11356166" y="1434532"/>
                  <a:pt x="11360346" y="1429225"/>
                </a:cubicBezTo>
                <a:cubicBezTo>
                  <a:pt x="11568454" y="1154547"/>
                  <a:pt x="11893126" y="995756"/>
                  <a:pt x="12167580" y="789523"/>
                </a:cubicBezTo>
                <a:lnTo>
                  <a:pt x="12192000" y="769876"/>
                </a:lnTo>
                <a:lnTo>
                  <a:pt x="12192000" y="802845"/>
                </a:lnTo>
                <a:lnTo>
                  <a:pt x="12173558" y="821317"/>
                </a:lnTo>
                <a:cubicBezTo>
                  <a:pt x="12156328" y="839775"/>
                  <a:pt x="12135859" y="862655"/>
                  <a:pt x="12117398" y="877374"/>
                </a:cubicBezTo>
                <a:cubicBezTo>
                  <a:pt x="11911342" y="1038644"/>
                  <a:pt x="11659100" y="1158472"/>
                  <a:pt x="11472926" y="1344259"/>
                </a:cubicBezTo>
                <a:cubicBezTo>
                  <a:pt x="11530856" y="1294104"/>
                  <a:pt x="11599815" y="1254410"/>
                  <a:pt x="11666978" y="1215889"/>
                </a:cubicBezTo>
                <a:cubicBezTo>
                  <a:pt x="11680568" y="1208123"/>
                  <a:pt x="11694155" y="1200357"/>
                  <a:pt x="11707200" y="1192361"/>
                </a:cubicBezTo>
                <a:cubicBezTo>
                  <a:pt x="11867081" y="1099094"/>
                  <a:pt x="12010478" y="976320"/>
                  <a:pt x="12144637" y="858646"/>
                </a:cubicBezTo>
                <a:lnTo>
                  <a:pt x="12192000" y="810414"/>
                </a:lnTo>
                <a:lnTo>
                  <a:pt x="12192000" y="916439"/>
                </a:lnTo>
                <a:lnTo>
                  <a:pt x="12150630" y="982925"/>
                </a:lnTo>
                <a:cubicBezTo>
                  <a:pt x="11972246" y="1237618"/>
                  <a:pt x="11719654" y="1416530"/>
                  <a:pt x="11389484" y="1469889"/>
                </a:cubicBezTo>
                <a:cubicBezTo>
                  <a:pt x="11249700" y="1582602"/>
                  <a:pt x="11093517" y="1667134"/>
                  <a:pt x="10923736" y="1721439"/>
                </a:cubicBezTo>
                <a:cubicBezTo>
                  <a:pt x="10979487" y="1741826"/>
                  <a:pt x="11035469" y="1761662"/>
                  <a:pt x="11091913" y="1780406"/>
                </a:cubicBezTo>
                <a:cubicBezTo>
                  <a:pt x="11318237" y="1855623"/>
                  <a:pt x="11544464" y="1908264"/>
                  <a:pt x="11771238" y="1944400"/>
                </a:cubicBezTo>
                <a:cubicBezTo>
                  <a:pt x="11775181" y="1939634"/>
                  <a:pt x="11778904" y="1935410"/>
                  <a:pt x="11783166" y="1931422"/>
                </a:cubicBezTo>
                <a:cubicBezTo>
                  <a:pt x="11885723" y="1797152"/>
                  <a:pt x="11990570" y="1669642"/>
                  <a:pt x="12131988" y="1574357"/>
                </a:cubicBezTo>
                <a:lnTo>
                  <a:pt x="12192000" y="1537429"/>
                </a:lnTo>
                <a:lnTo>
                  <a:pt x="12192000" y="1589108"/>
                </a:lnTo>
                <a:lnTo>
                  <a:pt x="12112105" y="1640352"/>
                </a:lnTo>
                <a:cubicBezTo>
                  <a:pt x="12011319" y="1713959"/>
                  <a:pt x="11928638" y="1801479"/>
                  <a:pt x="11849203" y="1900149"/>
                </a:cubicBezTo>
                <a:cubicBezTo>
                  <a:pt x="11883038" y="1876488"/>
                  <a:pt x="11915071" y="1849494"/>
                  <a:pt x="11946326" y="1822808"/>
                </a:cubicBezTo>
                <a:cubicBezTo>
                  <a:pt x="11980834" y="1792997"/>
                  <a:pt x="12017130" y="1762011"/>
                  <a:pt x="12055863" y="1735914"/>
                </a:cubicBezTo>
                <a:cubicBezTo>
                  <a:pt x="12086678" y="1714840"/>
                  <a:pt x="12119524" y="1696556"/>
                  <a:pt x="12150816" y="1678902"/>
                </a:cubicBezTo>
                <a:lnTo>
                  <a:pt x="12192000" y="1655121"/>
                </a:lnTo>
                <a:lnTo>
                  <a:pt x="12192000" y="1686869"/>
                </a:lnTo>
                <a:lnTo>
                  <a:pt x="12163772" y="1703058"/>
                </a:lnTo>
                <a:cubicBezTo>
                  <a:pt x="12132704" y="1720165"/>
                  <a:pt x="12100405" y="1738677"/>
                  <a:pt x="12070597" y="1758893"/>
                </a:cubicBezTo>
                <a:cubicBezTo>
                  <a:pt x="12033422" y="1784357"/>
                  <a:pt x="11997904" y="1815035"/>
                  <a:pt x="11963621" y="1844299"/>
                </a:cubicBezTo>
                <a:cubicBezTo>
                  <a:pt x="11938421" y="1865816"/>
                  <a:pt x="11913214" y="1887338"/>
                  <a:pt x="11886604" y="1907617"/>
                </a:cubicBezTo>
                <a:cubicBezTo>
                  <a:pt x="11977116" y="1884856"/>
                  <a:pt x="12067233" y="1841647"/>
                  <a:pt x="12153575" y="1786372"/>
                </a:cubicBezTo>
                <a:lnTo>
                  <a:pt x="12192000" y="1759693"/>
                </a:lnTo>
                <a:lnTo>
                  <a:pt x="12192000" y="1809459"/>
                </a:lnTo>
                <a:lnTo>
                  <a:pt x="12121362" y="1857561"/>
                </a:lnTo>
                <a:cubicBezTo>
                  <a:pt x="12048187" y="1902591"/>
                  <a:pt x="11972544" y="1939172"/>
                  <a:pt x="11895949" y="1963079"/>
                </a:cubicBezTo>
                <a:lnTo>
                  <a:pt x="12192000" y="1990579"/>
                </a:lnTo>
                <a:lnTo>
                  <a:pt x="12192000" y="2065582"/>
                </a:lnTo>
                <a:lnTo>
                  <a:pt x="12153918" y="2063926"/>
                </a:lnTo>
                <a:lnTo>
                  <a:pt x="12192000" y="2085104"/>
                </a:lnTo>
                <a:lnTo>
                  <a:pt x="12192000" y="2178471"/>
                </a:lnTo>
                <a:lnTo>
                  <a:pt x="12085355" y="2122457"/>
                </a:lnTo>
                <a:lnTo>
                  <a:pt x="12192000" y="2196158"/>
                </a:lnTo>
                <a:lnTo>
                  <a:pt x="12192000" y="2230374"/>
                </a:lnTo>
                <a:lnTo>
                  <a:pt x="12041237" y="2126309"/>
                </a:lnTo>
                <a:cubicBezTo>
                  <a:pt x="12076493" y="2177612"/>
                  <a:pt x="12124001" y="2222030"/>
                  <a:pt x="12174450" y="2262541"/>
                </a:cubicBezTo>
                <a:lnTo>
                  <a:pt x="12192000" y="2275857"/>
                </a:lnTo>
                <a:lnTo>
                  <a:pt x="12192000" y="2377131"/>
                </a:lnTo>
                <a:lnTo>
                  <a:pt x="12155801" y="2349925"/>
                </a:lnTo>
                <a:cubicBezTo>
                  <a:pt x="12047062" y="2264619"/>
                  <a:pt x="11950704" y="2181979"/>
                  <a:pt x="11930164" y="2041945"/>
                </a:cubicBezTo>
                <a:cubicBezTo>
                  <a:pt x="11807338" y="2027929"/>
                  <a:pt x="11684723" y="2008847"/>
                  <a:pt x="11561767" y="1984479"/>
                </a:cubicBezTo>
                <a:cubicBezTo>
                  <a:pt x="11829168" y="2318516"/>
                  <a:pt x="11916257" y="2737804"/>
                  <a:pt x="11987997" y="3153822"/>
                </a:cubicBezTo>
                <a:cubicBezTo>
                  <a:pt x="11991834" y="3176690"/>
                  <a:pt x="11945766" y="3233800"/>
                  <a:pt x="11926558" y="3203134"/>
                </a:cubicBezTo>
                <a:cubicBezTo>
                  <a:pt x="11688637" y="2826855"/>
                  <a:pt x="11343207" y="2452063"/>
                  <a:pt x="11440430" y="1973028"/>
                </a:cubicBezTo>
                <a:cubicBezTo>
                  <a:pt x="11441503" y="1968973"/>
                  <a:pt x="11443583" y="1964061"/>
                  <a:pt x="11446754" y="1959605"/>
                </a:cubicBezTo>
                <a:cubicBezTo>
                  <a:pt x="11314670" y="1929437"/>
                  <a:pt x="11182797" y="1894208"/>
                  <a:pt x="11050651" y="1850495"/>
                </a:cubicBezTo>
                <a:cubicBezTo>
                  <a:pt x="10825423" y="1775743"/>
                  <a:pt x="10604642" y="1687421"/>
                  <a:pt x="10389960" y="1586232"/>
                </a:cubicBezTo>
                <a:cubicBezTo>
                  <a:pt x="10423849" y="1697796"/>
                  <a:pt x="10481699" y="1805979"/>
                  <a:pt x="10500699" y="1913175"/>
                </a:cubicBezTo>
                <a:cubicBezTo>
                  <a:pt x="10502971" y="1915419"/>
                  <a:pt x="10505550" y="1918445"/>
                  <a:pt x="10507814" y="1920694"/>
                </a:cubicBezTo>
                <a:cubicBezTo>
                  <a:pt x="10511536" y="1916469"/>
                  <a:pt x="10515800" y="1912482"/>
                  <a:pt x="10518908" y="1911226"/>
                </a:cubicBezTo>
                <a:cubicBezTo>
                  <a:pt x="10803133" y="1788841"/>
                  <a:pt x="11118572" y="2264893"/>
                  <a:pt x="11258935" y="2442781"/>
                </a:cubicBezTo>
                <a:cubicBezTo>
                  <a:pt x="11271929" y="2459223"/>
                  <a:pt x="11230610" y="2515770"/>
                  <a:pt x="11211663" y="2510325"/>
                </a:cubicBezTo>
                <a:cubicBezTo>
                  <a:pt x="10952813" y="2437432"/>
                  <a:pt x="10754880" y="2286035"/>
                  <a:pt x="10571295" y="2105302"/>
                </a:cubicBezTo>
                <a:cubicBezTo>
                  <a:pt x="10593939" y="2333141"/>
                  <a:pt x="10477445" y="2625036"/>
                  <a:pt x="10435737" y="2805672"/>
                </a:cubicBezTo>
                <a:cubicBezTo>
                  <a:pt x="10398299" y="2965580"/>
                  <a:pt x="10359478" y="3078554"/>
                  <a:pt x="10206831" y="3151701"/>
                </a:cubicBezTo>
                <a:cubicBezTo>
                  <a:pt x="10193935" y="3157832"/>
                  <a:pt x="10194572" y="3142650"/>
                  <a:pt x="10196482" y="3135084"/>
                </a:cubicBezTo>
                <a:cubicBezTo>
                  <a:pt x="10274073" y="2811909"/>
                  <a:pt x="10304290" y="2478979"/>
                  <a:pt x="10381882" y="2155807"/>
                </a:cubicBezTo>
                <a:cubicBezTo>
                  <a:pt x="10395105" y="2100241"/>
                  <a:pt x="10437104" y="2020803"/>
                  <a:pt x="10439260" y="1962486"/>
                </a:cubicBezTo>
                <a:cubicBezTo>
                  <a:pt x="10439491" y="1961942"/>
                  <a:pt x="10439175" y="1961166"/>
                  <a:pt x="10439409" y="1960615"/>
                </a:cubicBezTo>
                <a:cubicBezTo>
                  <a:pt x="10439475" y="1957427"/>
                  <a:pt x="10440085" y="1954468"/>
                  <a:pt x="10439915" y="1951821"/>
                </a:cubicBezTo>
                <a:cubicBezTo>
                  <a:pt x="10433959" y="1836632"/>
                  <a:pt x="10332627" y="1683636"/>
                  <a:pt x="10314241" y="1556749"/>
                </a:cubicBezTo>
                <a:cubicBezTo>
                  <a:pt x="10313847" y="1554649"/>
                  <a:pt x="10314451" y="1551688"/>
                  <a:pt x="10315061" y="1548729"/>
                </a:cubicBezTo>
                <a:cubicBezTo>
                  <a:pt x="10038413" y="1412938"/>
                  <a:pt x="9774128" y="1254043"/>
                  <a:pt x="9526158" y="1071804"/>
                </a:cubicBezTo>
                <a:cubicBezTo>
                  <a:pt x="9586547" y="1245450"/>
                  <a:pt x="9699054" y="1407035"/>
                  <a:pt x="9758689" y="1585512"/>
                </a:cubicBezTo>
                <a:cubicBezTo>
                  <a:pt x="9851296" y="1860991"/>
                  <a:pt x="9909066" y="2144264"/>
                  <a:pt x="9941392" y="2432858"/>
                </a:cubicBezTo>
                <a:cubicBezTo>
                  <a:pt x="9942776" y="2446319"/>
                  <a:pt x="9898852" y="2512059"/>
                  <a:pt x="9887724" y="2495762"/>
                </a:cubicBezTo>
                <a:cubicBezTo>
                  <a:pt x="9758830" y="2305989"/>
                  <a:pt x="9675953" y="2083557"/>
                  <a:pt x="9587446" y="1872898"/>
                </a:cubicBezTo>
                <a:cubicBezTo>
                  <a:pt x="9504836" y="1675682"/>
                  <a:pt x="9450239" y="1492905"/>
                  <a:pt x="9462810" y="1288346"/>
                </a:cubicBezTo>
                <a:cubicBezTo>
                  <a:pt x="9416080" y="1372857"/>
                  <a:pt x="9368030" y="1457457"/>
                  <a:pt x="9318575" y="1540820"/>
                </a:cubicBezTo>
                <a:cubicBezTo>
                  <a:pt x="9284037" y="1599587"/>
                  <a:pt x="9257140" y="1661598"/>
                  <a:pt x="9191090" y="1688355"/>
                </a:cubicBezTo>
                <a:cubicBezTo>
                  <a:pt x="9186426" y="1690241"/>
                  <a:pt x="9179411" y="1688563"/>
                  <a:pt x="9177757" y="1683354"/>
                </a:cubicBezTo>
                <a:cubicBezTo>
                  <a:pt x="9143528" y="1583238"/>
                  <a:pt x="9220115" y="1420588"/>
                  <a:pt x="9274865" y="1336896"/>
                </a:cubicBezTo>
                <a:cubicBezTo>
                  <a:pt x="9324504" y="1260695"/>
                  <a:pt x="9393212" y="1200294"/>
                  <a:pt x="9478649" y="1173376"/>
                </a:cubicBezTo>
                <a:cubicBezTo>
                  <a:pt x="9479343" y="1171736"/>
                  <a:pt x="9480811" y="1169782"/>
                  <a:pt x="9482281" y="1167830"/>
                </a:cubicBezTo>
                <a:cubicBezTo>
                  <a:pt x="9463542" y="1119335"/>
                  <a:pt x="9448141" y="1069035"/>
                  <a:pt x="9438637" y="1015438"/>
                </a:cubicBezTo>
                <a:cubicBezTo>
                  <a:pt x="9438473" y="1012795"/>
                  <a:pt x="9438847" y="1010377"/>
                  <a:pt x="9439458" y="1007420"/>
                </a:cubicBezTo>
                <a:cubicBezTo>
                  <a:pt x="9356819" y="944106"/>
                  <a:pt x="9275563" y="877509"/>
                  <a:pt x="9197105" y="808882"/>
                </a:cubicBezTo>
                <a:cubicBezTo>
                  <a:pt x="9119732" y="740719"/>
                  <a:pt x="9045390" y="669969"/>
                  <a:pt x="8973607" y="597733"/>
                </a:cubicBezTo>
                <a:cubicBezTo>
                  <a:pt x="9117865" y="988437"/>
                  <a:pt x="9115639" y="1402749"/>
                  <a:pt x="8967512" y="1795211"/>
                </a:cubicBezTo>
                <a:cubicBezTo>
                  <a:pt x="8964595" y="1803635"/>
                  <a:pt x="8922055" y="1866099"/>
                  <a:pt x="8912526" y="1841464"/>
                </a:cubicBezTo>
                <a:cubicBezTo>
                  <a:pt x="8756044" y="1433999"/>
                  <a:pt x="8647107" y="967467"/>
                  <a:pt x="8893391" y="572788"/>
                </a:cubicBezTo>
                <a:cubicBezTo>
                  <a:pt x="8896018" y="568101"/>
                  <a:pt x="8899507" y="564428"/>
                  <a:pt x="8902990" y="560750"/>
                </a:cubicBezTo>
                <a:cubicBezTo>
                  <a:pt x="8907633" y="554349"/>
                  <a:pt x="8913596" y="547863"/>
                  <a:pt x="8919102" y="542471"/>
                </a:cubicBezTo>
                <a:cubicBezTo>
                  <a:pt x="8828814" y="448553"/>
                  <a:pt x="8743025" y="351231"/>
                  <a:pt x="8661728" y="250903"/>
                </a:cubicBezTo>
                <a:close/>
                <a:moveTo>
                  <a:pt x="8357758" y="0"/>
                </a:moveTo>
                <a:lnTo>
                  <a:pt x="8405492" y="0"/>
                </a:lnTo>
                <a:lnTo>
                  <a:pt x="8392083" y="30495"/>
                </a:lnTo>
                <a:cubicBezTo>
                  <a:pt x="8354166" y="121698"/>
                  <a:pt x="8324318" y="217584"/>
                  <a:pt x="8339888" y="306259"/>
                </a:cubicBezTo>
                <a:cubicBezTo>
                  <a:pt x="8364400" y="446040"/>
                  <a:pt x="8455049" y="577127"/>
                  <a:pt x="8473847" y="727373"/>
                </a:cubicBezTo>
                <a:cubicBezTo>
                  <a:pt x="8510300" y="1013846"/>
                  <a:pt x="8488635" y="1326579"/>
                  <a:pt x="8454081" y="1611960"/>
                </a:cubicBezTo>
                <a:cubicBezTo>
                  <a:pt x="8452268" y="1625361"/>
                  <a:pt x="8409518" y="1692886"/>
                  <a:pt x="8396000" y="1663986"/>
                </a:cubicBezTo>
                <a:cubicBezTo>
                  <a:pt x="8190763" y="1233305"/>
                  <a:pt x="8063839" y="818387"/>
                  <a:pt x="8238881" y="368438"/>
                </a:cubicBezTo>
                <a:lnTo>
                  <a:pt x="7668140" y="942511"/>
                </a:lnTo>
                <a:cubicBezTo>
                  <a:pt x="7658137" y="952438"/>
                  <a:pt x="7629107" y="972341"/>
                  <a:pt x="7637853" y="942567"/>
                </a:cubicBezTo>
                <a:cubicBezTo>
                  <a:pt x="7690270" y="771614"/>
                  <a:pt x="7793861" y="624255"/>
                  <a:pt x="7909649" y="489150"/>
                </a:cubicBezTo>
                <a:cubicBezTo>
                  <a:pt x="8010566" y="370919"/>
                  <a:pt x="8112174" y="322520"/>
                  <a:pt x="8256182" y="301724"/>
                </a:cubicBezTo>
                <a:cubicBezTo>
                  <a:pt x="8255907" y="293239"/>
                  <a:pt x="8255408" y="285302"/>
                  <a:pt x="8255912" y="276498"/>
                </a:cubicBezTo>
                <a:cubicBezTo>
                  <a:pt x="8260651" y="221208"/>
                  <a:pt x="8285427" y="155085"/>
                  <a:pt x="8315225" y="89075"/>
                </a:cubicBezTo>
                <a:close/>
                <a:moveTo>
                  <a:pt x="7497388" y="0"/>
                </a:moveTo>
                <a:lnTo>
                  <a:pt x="7560921" y="0"/>
                </a:lnTo>
                <a:lnTo>
                  <a:pt x="7546742" y="68966"/>
                </a:lnTo>
                <a:cubicBezTo>
                  <a:pt x="7513334" y="225436"/>
                  <a:pt x="7494394" y="379659"/>
                  <a:pt x="7488853" y="535687"/>
                </a:cubicBezTo>
                <a:lnTo>
                  <a:pt x="7529509" y="380358"/>
                </a:lnTo>
                <a:cubicBezTo>
                  <a:pt x="7546426" y="316055"/>
                  <a:pt x="7563725" y="249346"/>
                  <a:pt x="7585939" y="184712"/>
                </a:cubicBezTo>
                <a:cubicBezTo>
                  <a:pt x="7597162" y="152119"/>
                  <a:pt x="7609478" y="119997"/>
                  <a:pt x="7621792" y="87864"/>
                </a:cubicBezTo>
                <a:lnTo>
                  <a:pt x="7654204" y="0"/>
                </a:lnTo>
                <a:lnTo>
                  <a:pt x="7683986" y="0"/>
                </a:lnTo>
                <a:lnTo>
                  <a:pt x="7647914" y="97640"/>
                </a:lnTo>
                <a:cubicBezTo>
                  <a:pt x="7635833" y="129221"/>
                  <a:pt x="7623516" y="161350"/>
                  <a:pt x="7612524" y="193392"/>
                </a:cubicBezTo>
                <a:cubicBezTo>
                  <a:pt x="7590775" y="256933"/>
                  <a:pt x="7573702" y="323103"/>
                  <a:pt x="7557013" y="386853"/>
                </a:cubicBezTo>
                <a:lnTo>
                  <a:pt x="7517286" y="539999"/>
                </a:lnTo>
                <a:cubicBezTo>
                  <a:pt x="7579804" y="409054"/>
                  <a:pt x="7648790" y="283748"/>
                  <a:pt x="7704204" y="152292"/>
                </a:cubicBezTo>
                <a:lnTo>
                  <a:pt x="7756975" y="0"/>
                </a:lnTo>
                <a:lnTo>
                  <a:pt x="7837329" y="0"/>
                </a:lnTo>
                <a:lnTo>
                  <a:pt x="7821760" y="65656"/>
                </a:lnTo>
                <a:cubicBezTo>
                  <a:pt x="7739780" y="311007"/>
                  <a:pt x="7576279" y="519263"/>
                  <a:pt x="7488925" y="763628"/>
                </a:cubicBezTo>
                <a:cubicBezTo>
                  <a:pt x="7478308" y="793254"/>
                  <a:pt x="7422482" y="826275"/>
                  <a:pt x="7419999" y="774360"/>
                </a:cubicBezTo>
                <a:cubicBezTo>
                  <a:pt x="7407159" y="524115"/>
                  <a:pt x="7434412" y="279259"/>
                  <a:pt x="7487820" y="37416"/>
                </a:cubicBezTo>
                <a:close/>
                <a:moveTo>
                  <a:pt x="3882765" y="0"/>
                </a:moveTo>
                <a:lnTo>
                  <a:pt x="3995099" y="0"/>
                </a:lnTo>
                <a:lnTo>
                  <a:pt x="4163818" y="234104"/>
                </a:lnTo>
                <a:cubicBezTo>
                  <a:pt x="4167056" y="234046"/>
                  <a:pt x="4169933" y="233486"/>
                  <a:pt x="4172099" y="234207"/>
                </a:cubicBezTo>
                <a:cubicBezTo>
                  <a:pt x="4370329" y="290447"/>
                  <a:pt x="4575890" y="304753"/>
                  <a:pt x="4784282" y="276561"/>
                </a:cubicBezTo>
                <a:cubicBezTo>
                  <a:pt x="4788943" y="273941"/>
                  <a:pt x="4794689" y="270546"/>
                  <a:pt x="4801687" y="267764"/>
                </a:cubicBezTo>
                <a:cubicBezTo>
                  <a:pt x="5207052" y="98325"/>
                  <a:pt x="5661672" y="149587"/>
                  <a:pt x="6082788" y="64119"/>
                </a:cubicBezTo>
                <a:cubicBezTo>
                  <a:pt x="6097705" y="60940"/>
                  <a:pt x="6122565" y="65809"/>
                  <a:pt x="6099442" y="82568"/>
                </a:cubicBezTo>
                <a:cubicBezTo>
                  <a:pt x="5702970" y="366122"/>
                  <a:pt x="5250177" y="483706"/>
                  <a:pt x="4804137" y="320931"/>
                </a:cubicBezTo>
                <a:cubicBezTo>
                  <a:pt x="4608728" y="353445"/>
                  <a:pt x="4415104" y="351091"/>
                  <a:pt x="4227047" y="313415"/>
                </a:cubicBezTo>
                <a:cubicBezTo>
                  <a:pt x="4265992" y="361495"/>
                  <a:pt x="4305481" y="409180"/>
                  <a:pt x="4346041" y="456086"/>
                </a:cubicBezTo>
                <a:cubicBezTo>
                  <a:pt x="4508645" y="644218"/>
                  <a:pt x="4684629" y="811207"/>
                  <a:pt x="4870967" y="963061"/>
                </a:cubicBezTo>
                <a:cubicBezTo>
                  <a:pt x="4877428" y="960662"/>
                  <a:pt x="4883360" y="958653"/>
                  <a:pt x="4889647" y="957147"/>
                </a:cubicBezTo>
                <a:cubicBezTo>
                  <a:pt x="5063790" y="885104"/>
                  <a:pt x="5235998" y="820573"/>
                  <a:pt x="5422504" y="805191"/>
                </a:cubicBezTo>
                <a:cubicBezTo>
                  <a:pt x="5643719" y="786779"/>
                  <a:pt x="5869113" y="808075"/>
                  <a:pt x="6087656" y="826703"/>
                </a:cubicBezTo>
                <a:cubicBezTo>
                  <a:pt x="6118977" y="829180"/>
                  <a:pt x="6064821" y="863092"/>
                  <a:pt x="6058717" y="865992"/>
                </a:cubicBezTo>
                <a:cubicBezTo>
                  <a:pt x="5757093" y="988464"/>
                  <a:pt x="5312094" y="1115658"/>
                  <a:pt x="4974153" y="1045456"/>
                </a:cubicBezTo>
                <a:cubicBezTo>
                  <a:pt x="5180499" y="1203411"/>
                  <a:pt x="5398986" y="1344171"/>
                  <a:pt x="5627835" y="1472077"/>
                </a:cubicBezTo>
                <a:cubicBezTo>
                  <a:pt x="5628372" y="1471688"/>
                  <a:pt x="5629279" y="1471800"/>
                  <a:pt x="5629817" y="1471412"/>
                </a:cubicBezTo>
                <a:cubicBezTo>
                  <a:pt x="5631249" y="1471132"/>
                  <a:pt x="5633225" y="1470462"/>
                  <a:pt x="5634124" y="1470572"/>
                </a:cubicBezTo>
                <a:cubicBezTo>
                  <a:pt x="5647257" y="1469448"/>
                  <a:pt x="5751167" y="1386498"/>
                  <a:pt x="5755832" y="1383886"/>
                </a:cubicBezTo>
                <a:cubicBezTo>
                  <a:pt x="5837996" y="1338827"/>
                  <a:pt x="5925989" y="1306339"/>
                  <a:pt x="6014186" y="1279799"/>
                </a:cubicBezTo>
                <a:cubicBezTo>
                  <a:pt x="6310230" y="1190367"/>
                  <a:pt x="6608567" y="1157268"/>
                  <a:pt x="6901619" y="1047874"/>
                </a:cubicBezTo>
                <a:cubicBezTo>
                  <a:pt x="6921553" y="1040293"/>
                  <a:pt x="6976591" y="1037028"/>
                  <a:pt x="6931566" y="1062034"/>
                </a:cubicBezTo>
                <a:cubicBezTo>
                  <a:pt x="6610108" y="1243134"/>
                  <a:pt x="6183662" y="1573592"/>
                  <a:pt x="5790982" y="1561380"/>
                </a:cubicBezTo>
                <a:cubicBezTo>
                  <a:pt x="5920545" y="1629240"/>
                  <a:pt x="6053507" y="1693876"/>
                  <a:pt x="6188971" y="1755168"/>
                </a:cubicBezTo>
                <a:cubicBezTo>
                  <a:pt x="6193458" y="1753446"/>
                  <a:pt x="6198307" y="1752214"/>
                  <a:pt x="6202446" y="1752268"/>
                </a:cubicBezTo>
                <a:cubicBezTo>
                  <a:pt x="6504288" y="1570118"/>
                  <a:pt x="6833930" y="1471594"/>
                  <a:pt x="7179560" y="1467551"/>
                </a:cubicBezTo>
                <a:cubicBezTo>
                  <a:pt x="7221126" y="1467186"/>
                  <a:pt x="7172003" y="1501258"/>
                  <a:pt x="7158730" y="1507835"/>
                </a:cubicBezTo>
                <a:cubicBezTo>
                  <a:pt x="6888412" y="1630502"/>
                  <a:pt x="6618589" y="1809287"/>
                  <a:pt x="6326959" y="1817686"/>
                </a:cubicBezTo>
                <a:cubicBezTo>
                  <a:pt x="6396578" y="1848113"/>
                  <a:pt x="6466739" y="1878148"/>
                  <a:pt x="6537433" y="1907790"/>
                </a:cubicBezTo>
                <a:cubicBezTo>
                  <a:pt x="6542473" y="1907949"/>
                  <a:pt x="6546435" y="1908891"/>
                  <a:pt x="6550221" y="1910729"/>
                </a:cubicBezTo>
                <a:cubicBezTo>
                  <a:pt x="6742694" y="1932993"/>
                  <a:pt x="6849771" y="2068278"/>
                  <a:pt x="6964438" y="2209505"/>
                </a:cubicBezTo>
                <a:cubicBezTo>
                  <a:pt x="7113162" y="2393201"/>
                  <a:pt x="7266286" y="2592015"/>
                  <a:pt x="7367862" y="2806833"/>
                </a:cubicBezTo>
                <a:cubicBezTo>
                  <a:pt x="7371456" y="2814338"/>
                  <a:pt x="7369522" y="2821080"/>
                  <a:pt x="7364329" y="2826907"/>
                </a:cubicBezTo>
                <a:cubicBezTo>
                  <a:pt x="7348741" y="2844389"/>
                  <a:pt x="7303788" y="2853651"/>
                  <a:pt x="7290545" y="2850663"/>
                </a:cubicBezTo>
                <a:cubicBezTo>
                  <a:pt x="6859896" y="2738539"/>
                  <a:pt x="6609607" y="2342306"/>
                  <a:pt x="6472036" y="1959003"/>
                </a:cubicBezTo>
                <a:cubicBezTo>
                  <a:pt x="6239391" y="1862081"/>
                  <a:pt x="6011946" y="1759868"/>
                  <a:pt x="5792897" y="1647747"/>
                </a:cubicBezTo>
                <a:cubicBezTo>
                  <a:pt x="5817125" y="1702679"/>
                  <a:pt x="5838127" y="1759942"/>
                  <a:pt x="5842751" y="1816112"/>
                </a:cubicBezTo>
                <a:cubicBezTo>
                  <a:pt x="5844184" y="1815832"/>
                  <a:pt x="5846161" y="1815162"/>
                  <a:pt x="5847424" y="1815776"/>
                </a:cubicBezTo>
                <a:cubicBezTo>
                  <a:pt x="6140442" y="1830791"/>
                  <a:pt x="6291873" y="2115536"/>
                  <a:pt x="6399821" y="2344799"/>
                </a:cubicBezTo>
                <a:cubicBezTo>
                  <a:pt x="6413837" y="2374329"/>
                  <a:pt x="6342916" y="2402075"/>
                  <a:pt x="6323232" y="2389634"/>
                </a:cubicBezTo>
                <a:cubicBezTo>
                  <a:pt x="6177906" y="2301146"/>
                  <a:pt x="6052833" y="2198747"/>
                  <a:pt x="5942958" y="2077708"/>
                </a:cubicBezTo>
                <a:cubicBezTo>
                  <a:pt x="5949243" y="2174636"/>
                  <a:pt x="5937179" y="2273417"/>
                  <a:pt x="5921559" y="2378596"/>
                </a:cubicBezTo>
                <a:cubicBezTo>
                  <a:pt x="5888539" y="2593290"/>
                  <a:pt x="5878937" y="2813146"/>
                  <a:pt x="5817651" y="3023919"/>
                </a:cubicBezTo>
                <a:cubicBezTo>
                  <a:pt x="5810408" y="3049005"/>
                  <a:pt x="5741174" y="3089270"/>
                  <a:pt x="5729634" y="3051849"/>
                </a:cubicBezTo>
                <a:cubicBezTo>
                  <a:pt x="5657096" y="2815984"/>
                  <a:pt x="5581632" y="2571559"/>
                  <a:pt x="5611018" y="2316769"/>
                </a:cubicBezTo>
                <a:cubicBezTo>
                  <a:pt x="5622715" y="2217484"/>
                  <a:pt x="5656813" y="2135538"/>
                  <a:pt x="5687608" y="2039972"/>
                </a:cubicBezTo>
                <a:cubicBezTo>
                  <a:pt x="5744741" y="1859679"/>
                  <a:pt x="5733310" y="1742061"/>
                  <a:pt x="5657554" y="1576445"/>
                </a:cubicBezTo>
                <a:cubicBezTo>
                  <a:pt x="5483232" y="1483028"/>
                  <a:pt x="5313009" y="1382833"/>
                  <a:pt x="5150475" y="1274012"/>
                </a:cubicBezTo>
                <a:cubicBezTo>
                  <a:pt x="5326569" y="1559959"/>
                  <a:pt x="5457991" y="1838600"/>
                  <a:pt x="5349142" y="2204405"/>
                </a:cubicBezTo>
                <a:cubicBezTo>
                  <a:pt x="5342604" y="2225928"/>
                  <a:pt x="5273881" y="2261245"/>
                  <a:pt x="5262214" y="2233836"/>
                </a:cubicBezTo>
                <a:cubicBezTo>
                  <a:pt x="5160759" y="2006724"/>
                  <a:pt x="5064863" y="1777114"/>
                  <a:pt x="4981539" y="1542201"/>
                </a:cubicBezTo>
                <a:cubicBezTo>
                  <a:pt x="4932755" y="1405876"/>
                  <a:pt x="4893729" y="1278486"/>
                  <a:pt x="4958461" y="1136957"/>
                </a:cubicBezTo>
                <a:cubicBezTo>
                  <a:pt x="4854219" y="1059900"/>
                  <a:pt x="4753195" y="978221"/>
                  <a:pt x="4655015" y="891426"/>
                </a:cubicBezTo>
                <a:cubicBezTo>
                  <a:pt x="4700834" y="1342763"/>
                  <a:pt x="4530476" y="1779853"/>
                  <a:pt x="4348002" y="2205895"/>
                </a:cubicBezTo>
                <a:cubicBezTo>
                  <a:pt x="4337873" y="2229260"/>
                  <a:pt x="4261560" y="2258626"/>
                  <a:pt x="4262250" y="2219972"/>
                </a:cubicBezTo>
                <a:cubicBezTo>
                  <a:pt x="4268663" y="1744520"/>
                  <a:pt x="4175629" y="1214471"/>
                  <a:pt x="4550611" y="817540"/>
                </a:cubicBezTo>
                <a:cubicBezTo>
                  <a:pt x="4554014" y="814312"/>
                  <a:pt x="4558850" y="810804"/>
                  <a:pt x="4564418" y="808293"/>
                </a:cubicBezTo>
                <a:cubicBezTo>
                  <a:pt x="4461330" y="711325"/>
                  <a:pt x="4361455" y="609738"/>
                  <a:pt x="4266388" y="500083"/>
                </a:cubicBezTo>
                <a:cubicBezTo>
                  <a:pt x="4185451" y="406519"/>
                  <a:pt x="4107556" y="310364"/>
                  <a:pt x="4032842" y="211809"/>
                </a:cubicBezTo>
                <a:close/>
                <a:moveTo>
                  <a:pt x="3721337" y="0"/>
                </a:moveTo>
                <a:lnTo>
                  <a:pt x="3797544" y="0"/>
                </a:lnTo>
                <a:lnTo>
                  <a:pt x="3775734" y="95131"/>
                </a:lnTo>
                <a:cubicBezTo>
                  <a:pt x="3762598" y="156923"/>
                  <a:pt x="3748081" y="217234"/>
                  <a:pt x="3724807" y="272257"/>
                </a:cubicBezTo>
                <a:cubicBezTo>
                  <a:pt x="3725550" y="275539"/>
                  <a:pt x="3726109" y="279707"/>
                  <a:pt x="3726844" y="282988"/>
                </a:cubicBezTo>
                <a:cubicBezTo>
                  <a:pt x="3732776" y="280979"/>
                  <a:pt x="3739065" y="279475"/>
                  <a:pt x="3742664" y="279918"/>
                </a:cubicBezTo>
                <a:cubicBezTo>
                  <a:pt x="4076263" y="313585"/>
                  <a:pt x="4081377" y="922622"/>
                  <a:pt x="4103910" y="1161917"/>
                </a:cubicBezTo>
                <a:cubicBezTo>
                  <a:pt x="4106010" y="1184045"/>
                  <a:pt x="4034389" y="1215360"/>
                  <a:pt x="4020269" y="1200406"/>
                </a:cubicBezTo>
                <a:cubicBezTo>
                  <a:pt x="3826459" y="997506"/>
                  <a:pt x="3735339" y="752983"/>
                  <a:pt x="3674882" y="488524"/>
                </a:cubicBezTo>
                <a:cubicBezTo>
                  <a:pt x="3559684" y="713184"/>
                  <a:pt x="3278706" y="925237"/>
                  <a:pt x="3132682" y="1072284"/>
                </a:cubicBezTo>
                <a:cubicBezTo>
                  <a:pt x="3002939" y="1202191"/>
                  <a:pt x="2899935" y="1287527"/>
                  <a:pt x="2716346" y="1276376"/>
                </a:cubicBezTo>
                <a:cubicBezTo>
                  <a:pt x="2700863" y="1275390"/>
                  <a:pt x="2710506" y="1261536"/>
                  <a:pt x="2716772" y="1255462"/>
                </a:cubicBezTo>
                <a:cubicBezTo>
                  <a:pt x="2980750" y="993927"/>
                  <a:pt x="3207119" y="698608"/>
                  <a:pt x="3471096" y="437072"/>
                </a:cubicBezTo>
                <a:cubicBezTo>
                  <a:pt x="3516376" y="392044"/>
                  <a:pt x="3602281" y="339698"/>
                  <a:pt x="3639057" y="286334"/>
                </a:cubicBezTo>
                <a:cubicBezTo>
                  <a:pt x="3639591" y="285947"/>
                  <a:pt x="3639767" y="285058"/>
                  <a:pt x="3640309" y="284664"/>
                </a:cubicBezTo>
                <a:cubicBezTo>
                  <a:pt x="3642272" y="281720"/>
                  <a:pt x="3644597" y="279273"/>
                  <a:pt x="3646022" y="276711"/>
                </a:cubicBezTo>
                <a:cubicBezTo>
                  <a:pt x="3677659" y="221350"/>
                  <a:pt x="3693078" y="144742"/>
                  <a:pt x="3707943" y="65958"/>
                </a:cubicBezTo>
                <a:close/>
                <a:moveTo>
                  <a:pt x="2867960" y="0"/>
                </a:moveTo>
                <a:lnTo>
                  <a:pt x="2926351" y="0"/>
                </a:lnTo>
                <a:lnTo>
                  <a:pt x="2902823" y="262929"/>
                </a:lnTo>
                <a:cubicBezTo>
                  <a:pt x="2913215" y="221824"/>
                  <a:pt x="2926844" y="180662"/>
                  <a:pt x="2940663" y="140884"/>
                </a:cubicBezTo>
                <a:lnTo>
                  <a:pt x="2947039" y="122524"/>
                </a:lnTo>
                <a:lnTo>
                  <a:pt x="2984316" y="0"/>
                </a:lnTo>
                <a:lnTo>
                  <a:pt x="3016114" y="0"/>
                </a:lnTo>
                <a:lnTo>
                  <a:pt x="2979949" y="119274"/>
                </a:lnTo>
                <a:lnTo>
                  <a:pt x="3023879" y="0"/>
                </a:lnTo>
                <a:lnTo>
                  <a:pt x="3105400" y="0"/>
                </a:lnTo>
                <a:lnTo>
                  <a:pt x="3094669" y="30308"/>
                </a:lnTo>
                <a:cubicBezTo>
                  <a:pt x="3037894" y="178003"/>
                  <a:pt x="2973232" y="323305"/>
                  <a:pt x="2901945" y="466538"/>
                </a:cubicBezTo>
                <a:cubicBezTo>
                  <a:pt x="2895180" y="479835"/>
                  <a:pt x="2815686" y="518381"/>
                  <a:pt x="2815209" y="497361"/>
                </a:cubicBezTo>
                <a:cubicBezTo>
                  <a:pt x="2812746" y="375148"/>
                  <a:pt x="2825702" y="251298"/>
                  <a:pt x="2844845" y="127638"/>
                </a:cubicBezTo>
                <a:close/>
                <a:moveTo>
                  <a:pt x="1057230" y="0"/>
                </a:moveTo>
                <a:lnTo>
                  <a:pt x="1111003" y="0"/>
                </a:lnTo>
                <a:lnTo>
                  <a:pt x="1125553" y="52588"/>
                </a:lnTo>
                <a:cubicBezTo>
                  <a:pt x="1174409" y="196547"/>
                  <a:pt x="1244674" y="336170"/>
                  <a:pt x="1304276" y="476275"/>
                </a:cubicBezTo>
                <a:cubicBezTo>
                  <a:pt x="1351896" y="589579"/>
                  <a:pt x="1459984" y="863646"/>
                  <a:pt x="1492066" y="886333"/>
                </a:cubicBezTo>
                <a:lnTo>
                  <a:pt x="1423698" y="710817"/>
                </a:lnTo>
                <a:cubicBezTo>
                  <a:pt x="1401022" y="652964"/>
                  <a:pt x="1378015" y="593152"/>
                  <a:pt x="1357609" y="532892"/>
                </a:cubicBezTo>
                <a:cubicBezTo>
                  <a:pt x="1339853" y="480241"/>
                  <a:pt x="1324587" y="426487"/>
                  <a:pt x="1309550" y="374031"/>
                </a:cubicBezTo>
                <a:cubicBezTo>
                  <a:pt x="1277632" y="264242"/>
                  <a:pt x="1244842" y="151584"/>
                  <a:pt x="1193673" y="49533"/>
                </a:cubicBezTo>
                <a:lnTo>
                  <a:pt x="1164391" y="0"/>
                </a:lnTo>
                <a:lnTo>
                  <a:pt x="1200666" y="0"/>
                </a:lnTo>
                <a:lnTo>
                  <a:pt x="1223408" y="38996"/>
                </a:lnTo>
                <a:cubicBezTo>
                  <a:pt x="1274817" y="142454"/>
                  <a:pt x="1307626" y="255236"/>
                  <a:pt x="1339635" y="365517"/>
                </a:cubicBezTo>
                <a:cubicBezTo>
                  <a:pt x="1354670" y="417965"/>
                  <a:pt x="1370587" y="471608"/>
                  <a:pt x="1387469" y="523079"/>
                </a:cubicBezTo>
                <a:cubicBezTo>
                  <a:pt x="1407105" y="582792"/>
                  <a:pt x="1430659" y="641842"/>
                  <a:pt x="1452685" y="699806"/>
                </a:cubicBezTo>
                <a:lnTo>
                  <a:pt x="1492092" y="800424"/>
                </a:lnTo>
                <a:cubicBezTo>
                  <a:pt x="1484618" y="760762"/>
                  <a:pt x="1473155" y="705686"/>
                  <a:pt x="1455302" y="632913"/>
                </a:cubicBezTo>
                <a:cubicBezTo>
                  <a:pt x="1413478" y="460985"/>
                  <a:pt x="1347194" y="188426"/>
                  <a:pt x="1222336" y="9480"/>
                </a:cubicBezTo>
                <a:lnTo>
                  <a:pt x="1214634" y="0"/>
                </a:lnTo>
                <a:lnTo>
                  <a:pt x="1289827" y="0"/>
                </a:lnTo>
                <a:lnTo>
                  <a:pt x="1321076" y="59722"/>
                </a:lnTo>
                <a:cubicBezTo>
                  <a:pt x="1409905" y="250193"/>
                  <a:pt x="1460341" y="480374"/>
                  <a:pt x="1512579" y="626441"/>
                </a:cubicBezTo>
                <a:cubicBezTo>
                  <a:pt x="1573756" y="799163"/>
                  <a:pt x="1605359" y="928641"/>
                  <a:pt x="1506076" y="1089289"/>
                </a:cubicBezTo>
                <a:cubicBezTo>
                  <a:pt x="1497659" y="1102817"/>
                  <a:pt x="1489109" y="1088176"/>
                  <a:pt x="1486346" y="1079919"/>
                </a:cubicBezTo>
                <a:cubicBezTo>
                  <a:pt x="1364522" y="729689"/>
                  <a:pt x="1192335" y="398839"/>
                  <a:pt x="1070511" y="48609"/>
                </a:cubicBezTo>
                <a:close/>
                <a:moveTo>
                  <a:pt x="43151" y="0"/>
                </a:moveTo>
                <a:lnTo>
                  <a:pt x="95283" y="0"/>
                </a:lnTo>
                <a:lnTo>
                  <a:pt x="300708" y="154571"/>
                </a:lnTo>
                <a:cubicBezTo>
                  <a:pt x="379729" y="218614"/>
                  <a:pt x="456466" y="285481"/>
                  <a:pt x="530414" y="354673"/>
                </a:cubicBezTo>
                <a:cubicBezTo>
                  <a:pt x="466701" y="288424"/>
                  <a:pt x="401285" y="223977"/>
                  <a:pt x="333785" y="161564"/>
                </a:cubicBezTo>
                <a:lnTo>
                  <a:pt x="147005" y="0"/>
                </a:lnTo>
                <a:lnTo>
                  <a:pt x="272509" y="0"/>
                </a:lnTo>
                <a:lnTo>
                  <a:pt x="326276" y="45847"/>
                </a:lnTo>
                <a:cubicBezTo>
                  <a:pt x="505803" y="208268"/>
                  <a:pt x="670600" y="385490"/>
                  <a:pt x="823759" y="574145"/>
                </a:cubicBezTo>
                <a:cubicBezTo>
                  <a:pt x="833168" y="585952"/>
                  <a:pt x="831522" y="674146"/>
                  <a:pt x="811254" y="665546"/>
                </a:cubicBezTo>
                <a:cubicBezTo>
                  <a:pt x="575890" y="564984"/>
                  <a:pt x="364063" y="406029"/>
                  <a:pt x="154042" y="261522"/>
                </a:cubicBezTo>
                <a:cubicBezTo>
                  <a:pt x="104946" y="227663"/>
                  <a:pt x="58037" y="193597"/>
                  <a:pt x="13550" y="158423"/>
                </a:cubicBezTo>
                <a:lnTo>
                  <a:pt x="0" y="146618"/>
                </a:lnTo>
                <a:lnTo>
                  <a:pt x="0" y="59161"/>
                </a:lnTo>
                <a:lnTo>
                  <a:pt x="45427" y="101078"/>
                </a:lnTo>
                <a:cubicBezTo>
                  <a:pt x="223783" y="254949"/>
                  <a:pt x="433006" y="385896"/>
                  <a:pt x="630103" y="485885"/>
                </a:cubicBezTo>
                <a:cubicBezTo>
                  <a:pt x="595938" y="458865"/>
                  <a:pt x="563284" y="428899"/>
                  <a:pt x="532040" y="399359"/>
                </a:cubicBezTo>
                <a:lnTo>
                  <a:pt x="517618" y="385726"/>
                </a:lnTo>
                <a:cubicBezTo>
                  <a:pt x="442853" y="315667"/>
                  <a:pt x="365106" y="247799"/>
                  <a:pt x="285074" y="182755"/>
                </a:cubicBezTo>
                <a:close/>
              </a:path>
            </a:pathLst>
          </a:cu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 useBgFill="1">
        <p:nvSpPr>
          <p:cNvPr id="26" name="Rectangle 25">
            <a:extLst>
              <a:ext uri="{FF2B5EF4-FFF2-40B4-BE49-F238E27FC236}">
                <a16:creationId xmlns:a16="http://schemas.microsoft.com/office/drawing/2014/main" id="{A20AF199-99C2-4569-9CAF-24514AE5E82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7200" y="457197"/>
            <a:ext cx="11277600" cy="5943606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>
            <a:outerShdw blurRad="317500" algn="ctr" rotWithShape="0">
              <a:schemeClr val="tx1">
                <a:alpha val="25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60140E9-66A7-D958-6523-5B80C1E317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2999" y="1676401"/>
            <a:ext cx="4495801" cy="2286002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4800"/>
              <a:t>Wall 4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70AB062-6D29-29B1-3C41-5D54489E9C5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85568" y="914400"/>
            <a:ext cx="3996485" cy="4952739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8F98962A-9060-6CAE-C5AE-6D7BAC3DD2C9}"/>
              </a:ext>
            </a:extLst>
          </p:cNvPr>
          <p:cNvSpPr txBox="1"/>
          <p:nvPr/>
        </p:nvSpPr>
        <p:spPr>
          <a:xfrm>
            <a:off x="6412906" y="1491735"/>
            <a:ext cx="6783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2400</a:t>
            </a:r>
            <a:endParaRPr lang="en-SG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7A386A9-C064-234F-FAAF-961E8390EDF4}"/>
              </a:ext>
            </a:extLst>
          </p:cNvPr>
          <p:cNvSpPr txBox="1"/>
          <p:nvPr/>
        </p:nvSpPr>
        <p:spPr>
          <a:xfrm>
            <a:off x="6389303" y="2082653"/>
            <a:ext cx="6783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2025</a:t>
            </a:r>
            <a:endParaRPr lang="en-SG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29B9207-32A0-F08E-3A2F-3BCB2D7B6A63}"/>
              </a:ext>
            </a:extLst>
          </p:cNvPr>
          <p:cNvSpPr txBox="1"/>
          <p:nvPr/>
        </p:nvSpPr>
        <p:spPr>
          <a:xfrm>
            <a:off x="6412906" y="2909182"/>
            <a:ext cx="6783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1425</a:t>
            </a:r>
            <a:endParaRPr lang="en-SG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5909C2D-6F08-B3CE-EDA9-4AEF1AE68C29}"/>
              </a:ext>
            </a:extLst>
          </p:cNvPr>
          <p:cNvSpPr txBox="1"/>
          <p:nvPr/>
        </p:nvSpPr>
        <p:spPr>
          <a:xfrm>
            <a:off x="6453128" y="3777737"/>
            <a:ext cx="5549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825</a:t>
            </a:r>
            <a:endParaRPr lang="en-SG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F484B0A-C0CD-9754-B6D5-38AA95860723}"/>
              </a:ext>
            </a:extLst>
          </p:cNvPr>
          <p:cNvSpPr txBox="1"/>
          <p:nvPr/>
        </p:nvSpPr>
        <p:spPr>
          <a:xfrm>
            <a:off x="6474621" y="4646292"/>
            <a:ext cx="5549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225</a:t>
            </a:r>
            <a:endParaRPr lang="en-SG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C2CC029-19F7-EB1D-84F9-D4E3F188AE52}"/>
              </a:ext>
            </a:extLst>
          </p:cNvPr>
          <p:cNvSpPr txBox="1"/>
          <p:nvPr/>
        </p:nvSpPr>
        <p:spPr>
          <a:xfrm>
            <a:off x="7936992" y="545068"/>
            <a:ext cx="34817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70</a:t>
            </a:r>
            <a:endParaRPr lang="en-SG" sz="1200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A6B0BB2-49A2-1374-CB04-DA9586A5EC41}"/>
              </a:ext>
            </a:extLst>
          </p:cNvPr>
          <p:cNvSpPr txBox="1"/>
          <p:nvPr/>
        </p:nvSpPr>
        <p:spPr>
          <a:xfrm>
            <a:off x="8347027" y="545068"/>
            <a:ext cx="42992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345</a:t>
            </a:r>
            <a:endParaRPr lang="en-SG" sz="120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64AFA57-944F-2D41-AFB7-1CD7CFE26518}"/>
              </a:ext>
            </a:extLst>
          </p:cNvPr>
          <p:cNvSpPr txBox="1"/>
          <p:nvPr/>
        </p:nvSpPr>
        <p:spPr>
          <a:xfrm>
            <a:off x="9229966" y="481059"/>
            <a:ext cx="42992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945</a:t>
            </a:r>
            <a:endParaRPr lang="en-SG" sz="1200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BA43AF9-C691-D1A7-12BD-8976E3D117E1}"/>
              </a:ext>
            </a:extLst>
          </p:cNvPr>
          <p:cNvSpPr txBox="1"/>
          <p:nvPr/>
        </p:nvSpPr>
        <p:spPr>
          <a:xfrm>
            <a:off x="9674330" y="501133"/>
            <a:ext cx="51167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1270</a:t>
            </a:r>
            <a:endParaRPr lang="en-SG" sz="1200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7BE3A41-FA68-A922-B1E3-031D08996AB9}"/>
              </a:ext>
            </a:extLst>
          </p:cNvPr>
          <p:cNvSpPr txBox="1"/>
          <p:nvPr/>
        </p:nvSpPr>
        <p:spPr>
          <a:xfrm>
            <a:off x="10404995" y="517188"/>
            <a:ext cx="51167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1870</a:t>
            </a:r>
            <a:endParaRPr lang="en-SG" sz="1200" dirty="0"/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FF72F6B5-B1CE-A1AD-54C9-758DD57C33B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5994" y="3576518"/>
            <a:ext cx="5258534" cy="562053"/>
          </a:xfrm>
          <a:prstGeom prst="rect">
            <a:avLst/>
          </a:prstGeom>
        </p:spPr>
      </p:pic>
      <p:grpSp>
        <p:nvGrpSpPr>
          <p:cNvPr id="27" name="Group 26">
            <a:extLst>
              <a:ext uri="{FF2B5EF4-FFF2-40B4-BE49-F238E27FC236}">
                <a16:creationId xmlns:a16="http://schemas.microsoft.com/office/drawing/2014/main" id="{51A396F4-C349-AB97-A9EF-0136FB6AAB62}"/>
              </a:ext>
            </a:extLst>
          </p:cNvPr>
          <p:cNvGrpSpPr/>
          <p:nvPr/>
        </p:nvGrpSpPr>
        <p:grpSpPr>
          <a:xfrm>
            <a:off x="4410144" y="3481776"/>
            <a:ext cx="938520" cy="221760"/>
            <a:chOff x="4410144" y="3481776"/>
            <a:chExt cx="938520" cy="2217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E494262E-013D-BBD0-14F5-AF9C7F762359}"/>
                    </a:ext>
                  </a:extLst>
                </p14:cNvPr>
                <p14:cNvContentPartPr/>
                <p14:nvPr/>
              </p14:nvContentPartPr>
              <p14:xfrm>
                <a:off x="4410144" y="3514896"/>
                <a:ext cx="366120" cy="141840"/>
              </p14:xfrm>
            </p:contentPart>
          </mc:Choice>
          <mc:Fallback xmlns=""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E494262E-013D-BBD0-14F5-AF9C7F762359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4404024" y="3508776"/>
                  <a:ext cx="378360" cy="154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">
              <p14:nvContentPartPr>
                <p14:cNvPr id="4" name="Ink 3">
                  <a:extLst>
                    <a:ext uri="{FF2B5EF4-FFF2-40B4-BE49-F238E27FC236}">
                      <a16:creationId xmlns:a16="http://schemas.microsoft.com/office/drawing/2014/main" id="{300E6614-BB03-B526-892D-9EDFCF0F2C23}"/>
                    </a:ext>
                  </a:extLst>
                </p14:cNvPr>
                <p14:cNvContentPartPr/>
                <p14:nvPr/>
              </p14:nvContentPartPr>
              <p14:xfrm>
                <a:off x="5001264" y="3481776"/>
                <a:ext cx="347400" cy="221760"/>
              </p14:xfrm>
            </p:contentPart>
          </mc:Choice>
          <mc:Fallback xmlns="">
            <p:pic>
              <p:nvPicPr>
                <p:cNvPr id="4" name="Ink 3">
                  <a:extLst>
                    <a:ext uri="{FF2B5EF4-FFF2-40B4-BE49-F238E27FC236}">
                      <a16:creationId xmlns:a16="http://schemas.microsoft.com/office/drawing/2014/main" id="{300E6614-BB03-B526-892D-9EDFCF0F2C23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4995144" y="3475656"/>
                  <a:ext cx="359640" cy="2340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9">
            <p14:nvContentPartPr>
              <p14:cNvPr id="6" name="Ink 5">
                <a:extLst>
                  <a:ext uri="{FF2B5EF4-FFF2-40B4-BE49-F238E27FC236}">
                    <a16:creationId xmlns:a16="http://schemas.microsoft.com/office/drawing/2014/main" id="{E6224151-93C5-F23C-EF9D-6C5279E2A93D}"/>
                  </a:ext>
                </a:extLst>
              </p14:cNvPr>
              <p14:cNvContentPartPr/>
              <p14:nvPr/>
            </p14:nvContentPartPr>
            <p14:xfrm>
              <a:off x="4487904" y="3827016"/>
              <a:ext cx="180000" cy="95760"/>
            </p14:xfrm>
          </p:contentPart>
        </mc:Choice>
        <mc:Fallback xmlns="">
          <p:pic>
            <p:nvPicPr>
              <p:cNvPr id="6" name="Ink 5">
                <a:extLst>
                  <a:ext uri="{FF2B5EF4-FFF2-40B4-BE49-F238E27FC236}">
                    <a16:creationId xmlns:a16="http://schemas.microsoft.com/office/drawing/2014/main" id="{E6224151-93C5-F23C-EF9D-6C5279E2A93D}"/>
                  </a:ext>
                </a:extLst>
              </p:cNvPr>
              <p:cNvPicPr/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4481784" y="3820896"/>
                <a:ext cx="192240" cy="108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">
            <p14:nvContentPartPr>
              <p14:cNvPr id="7" name="Ink 6">
                <a:extLst>
                  <a:ext uri="{FF2B5EF4-FFF2-40B4-BE49-F238E27FC236}">
                    <a16:creationId xmlns:a16="http://schemas.microsoft.com/office/drawing/2014/main" id="{F22BAF17-C19E-41EB-D441-7E6E855FE599}"/>
                  </a:ext>
                </a:extLst>
              </p14:cNvPr>
              <p14:cNvContentPartPr/>
              <p14:nvPr/>
            </p14:nvContentPartPr>
            <p14:xfrm>
              <a:off x="5092704" y="3800016"/>
              <a:ext cx="216360" cy="132480"/>
            </p14:xfrm>
          </p:contentPart>
        </mc:Choice>
        <mc:Fallback xmlns="">
          <p:pic>
            <p:nvPicPr>
              <p:cNvPr id="7" name="Ink 6">
                <a:extLst>
                  <a:ext uri="{FF2B5EF4-FFF2-40B4-BE49-F238E27FC236}">
                    <a16:creationId xmlns:a16="http://schemas.microsoft.com/office/drawing/2014/main" id="{F22BAF17-C19E-41EB-D441-7E6E855FE599}"/>
                  </a:ext>
                </a:extLst>
              </p:cNvPr>
              <p:cNvPicPr/>
              <p:nvPr/>
            </p:nvPicPr>
            <p:blipFill>
              <a:blip r:embed="rId12"/>
              <a:stretch>
                <a:fillRect/>
              </a:stretch>
            </p:blipFill>
            <p:spPr>
              <a:xfrm>
                <a:off x="5086584" y="3793896"/>
                <a:ext cx="228600" cy="144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">
            <p14:nvContentPartPr>
              <p14:cNvPr id="9" name="Ink 8">
                <a:extLst>
                  <a:ext uri="{FF2B5EF4-FFF2-40B4-BE49-F238E27FC236}">
                    <a16:creationId xmlns:a16="http://schemas.microsoft.com/office/drawing/2014/main" id="{2F90796D-02AB-3418-7E3C-7917E78C0A4B}"/>
                  </a:ext>
                </a:extLst>
              </p14:cNvPr>
              <p14:cNvContentPartPr/>
              <p14:nvPr/>
            </p14:nvContentPartPr>
            <p14:xfrm>
              <a:off x="4388904" y="4028976"/>
              <a:ext cx="261720" cy="93600"/>
            </p14:xfrm>
          </p:contentPart>
        </mc:Choice>
        <mc:Fallback xmlns="">
          <p:pic>
            <p:nvPicPr>
              <p:cNvPr id="9" name="Ink 8">
                <a:extLst>
                  <a:ext uri="{FF2B5EF4-FFF2-40B4-BE49-F238E27FC236}">
                    <a16:creationId xmlns:a16="http://schemas.microsoft.com/office/drawing/2014/main" id="{2F90796D-02AB-3418-7E3C-7917E78C0A4B}"/>
                  </a:ext>
                </a:extLst>
              </p:cNvPr>
              <p:cNvPicPr/>
              <p:nvPr/>
            </p:nvPicPr>
            <p:blipFill>
              <a:blip r:embed="rId14"/>
              <a:stretch>
                <a:fillRect/>
              </a:stretch>
            </p:blipFill>
            <p:spPr>
              <a:xfrm>
                <a:off x="4382784" y="4022856"/>
                <a:ext cx="273960" cy="105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5">
            <p14:nvContentPartPr>
              <p14:cNvPr id="25" name="Ink 24">
                <a:extLst>
                  <a:ext uri="{FF2B5EF4-FFF2-40B4-BE49-F238E27FC236}">
                    <a16:creationId xmlns:a16="http://schemas.microsoft.com/office/drawing/2014/main" id="{EDFFA3F3-FD13-5702-B7AE-1D514C761297}"/>
                  </a:ext>
                </a:extLst>
              </p14:cNvPr>
              <p14:cNvContentPartPr/>
              <p14:nvPr/>
            </p14:nvContentPartPr>
            <p14:xfrm>
              <a:off x="5083704" y="4029696"/>
              <a:ext cx="183960" cy="77400"/>
            </p14:xfrm>
          </p:contentPart>
        </mc:Choice>
        <mc:Fallback xmlns="">
          <p:pic>
            <p:nvPicPr>
              <p:cNvPr id="25" name="Ink 24">
                <a:extLst>
                  <a:ext uri="{FF2B5EF4-FFF2-40B4-BE49-F238E27FC236}">
                    <a16:creationId xmlns:a16="http://schemas.microsoft.com/office/drawing/2014/main" id="{EDFFA3F3-FD13-5702-B7AE-1D514C761297}"/>
                  </a:ext>
                </a:extLst>
              </p:cNvPr>
              <p:cNvPicPr/>
              <p:nvPr/>
            </p:nvPicPr>
            <p:blipFill>
              <a:blip r:embed="rId16"/>
              <a:stretch>
                <a:fillRect/>
              </a:stretch>
            </p:blipFill>
            <p:spPr>
              <a:xfrm>
                <a:off x="5077584" y="4023576"/>
                <a:ext cx="196200" cy="8964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62351765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5" name="Rectangle 24">
            <a:extLst>
              <a:ext uri="{FF2B5EF4-FFF2-40B4-BE49-F238E27FC236}">
                <a16:creationId xmlns:a16="http://schemas.microsoft.com/office/drawing/2014/main" id="{2151139A-886F-4B97-8815-729AD3831BB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AB5E08C4-8CDD-4623-A5B8-E998C6DEE3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492"/>
            <a:ext cx="12191998" cy="1575955"/>
          </a:xfrm>
          <a:prstGeom prst="rect">
            <a:avLst/>
          </a:prstGeom>
          <a:gradFill>
            <a:gsLst>
              <a:gs pos="0">
                <a:schemeClr val="accent1">
                  <a:lumMod val="50000"/>
                </a:scheme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15F33878-D502-4FFA-8ACE-F2AECDB2A2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8857" y="35"/>
            <a:ext cx="4063143" cy="1576412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D3539FEE-81D3-4406-802E-60B20B16F4F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307778" y="-5307777"/>
            <a:ext cx="1576446" cy="12192001"/>
          </a:xfrm>
          <a:prstGeom prst="rect">
            <a:avLst/>
          </a:prstGeom>
          <a:gradFill>
            <a:gsLst>
              <a:gs pos="16000">
                <a:srgbClr val="000000">
                  <a:alpha val="0"/>
                </a:srgbClr>
              </a:gs>
              <a:gs pos="99000">
                <a:srgbClr val="000000">
                  <a:alpha val="87000"/>
                </a:srgbClr>
              </a:gs>
            </a:gsLst>
            <a:lin ang="11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DC701763-729E-462F-A5A8-E0DEFEB1E2E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825434" y="986"/>
            <a:ext cx="4303422" cy="1575461"/>
          </a:xfrm>
          <a:prstGeom prst="rect">
            <a:avLst/>
          </a:prstGeom>
          <a:gradFill>
            <a:gsLst>
              <a:gs pos="0">
                <a:schemeClr val="accent1">
                  <a:alpha val="17000"/>
                </a:schemeClr>
              </a:gs>
              <a:gs pos="74000">
                <a:schemeClr val="accent1">
                  <a:lumMod val="50000"/>
                  <a:alpha val="0"/>
                </a:schemeClr>
              </a:gs>
            </a:gsLst>
            <a:lin ang="14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2A1248A-AA80-4238-04DC-BFE8203DE8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9714" y="353160"/>
            <a:ext cx="7091300" cy="898581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4000">
                <a:solidFill>
                  <a:srgbClr val="FFFFFF"/>
                </a:solidFill>
              </a:rPr>
              <a:t>Wall 5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49CEA1F-EE09-A728-7DD1-C5F3BB29AB8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43644" y="1847115"/>
            <a:ext cx="2672369" cy="4657725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A8779B76-D79B-7C96-AF92-C108A60FC155}"/>
              </a:ext>
            </a:extLst>
          </p:cNvPr>
          <p:cNvSpPr txBox="1"/>
          <p:nvPr/>
        </p:nvSpPr>
        <p:spPr>
          <a:xfrm>
            <a:off x="10073049" y="2468304"/>
            <a:ext cx="70976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2400</a:t>
            </a:r>
            <a:endParaRPr lang="en-SG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8069177-41C6-B3F8-F540-24C4E3CA5954}"/>
              </a:ext>
            </a:extLst>
          </p:cNvPr>
          <p:cNvSpPr txBox="1"/>
          <p:nvPr/>
        </p:nvSpPr>
        <p:spPr>
          <a:xfrm>
            <a:off x="10139443" y="4353048"/>
            <a:ext cx="5806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825</a:t>
            </a:r>
            <a:endParaRPr lang="en-SG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2DC04C7-C080-A97B-8EAF-F39ED0086458}"/>
              </a:ext>
            </a:extLst>
          </p:cNvPr>
          <p:cNvSpPr txBox="1"/>
          <p:nvPr/>
        </p:nvSpPr>
        <p:spPr>
          <a:xfrm>
            <a:off x="10190433" y="5105561"/>
            <a:ext cx="5806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225</a:t>
            </a:r>
            <a:endParaRPr lang="en-SG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A7F58D8-2492-8C34-0D2C-EAB8C0E2270E}"/>
              </a:ext>
            </a:extLst>
          </p:cNvPr>
          <p:cNvSpPr txBox="1"/>
          <p:nvPr/>
        </p:nvSpPr>
        <p:spPr>
          <a:xfrm>
            <a:off x="10081621" y="3969867"/>
            <a:ext cx="8006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1125</a:t>
            </a:r>
            <a:endParaRPr lang="en-SG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398C11E-6339-C24A-8421-74981E733ACC}"/>
              </a:ext>
            </a:extLst>
          </p:cNvPr>
          <p:cNvSpPr txBox="1"/>
          <p:nvPr/>
        </p:nvSpPr>
        <p:spPr>
          <a:xfrm>
            <a:off x="6901537" y="5849262"/>
            <a:ext cx="6783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1030</a:t>
            </a:r>
            <a:endParaRPr lang="en-SG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47B3B0D-8BE2-A8EA-29A3-8FDFFFF49E54}"/>
              </a:ext>
            </a:extLst>
          </p:cNvPr>
          <p:cNvSpPr txBox="1"/>
          <p:nvPr/>
        </p:nvSpPr>
        <p:spPr>
          <a:xfrm>
            <a:off x="7579930" y="6119930"/>
            <a:ext cx="6783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1480</a:t>
            </a:r>
            <a:endParaRPr lang="en-SG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5758681-2730-7F0A-C635-A3E4A897F1AC}"/>
              </a:ext>
            </a:extLst>
          </p:cNvPr>
          <p:cNvSpPr txBox="1"/>
          <p:nvPr/>
        </p:nvSpPr>
        <p:spPr>
          <a:xfrm>
            <a:off x="8381751" y="5810945"/>
            <a:ext cx="6783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2080</a:t>
            </a:r>
            <a:endParaRPr lang="en-SG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D5EEDC2-749D-A974-24E9-4C395D18A573}"/>
              </a:ext>
            </a:extLst>
          </p:cNvPr>
          <p:cNvSpPr txBox="1"/>
          <p:nvPr/>
        </p:nvSpPr>
        <p:spPr>
          <a:xfrm>
            <a:off x="9163053" y="5810945"/>
            <a:ext cx="6783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2680</a:t>
            </a:r>
            <a:endParaRPr lang="en-SG" dirty="0"/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324C36E4-C8EA-777F-12DD-6EA49B4FAE5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3654" y="3994713"/>
            <a:ext cx="5268060" cy="543001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1E29CE09-662A-B956-47D5-30F3341A4C88}"/>
                  </a:ext>
                </a:extLst>
              </p14:cNvPr>
              <p14:cNvContentPartPr/>
              <p14:nvPr/>
            </p14:nvContentPartPr>
            <p14:xfrm>
              <a:off x="3474504" y="3998736"/>
              <a:ext cx="331920" cy="109080"/>
            </p14:xfrm>
          </p:contentPart>
        </mc:Choice>
        <mc:Fallback xmlns=""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1E29CE09-662A-B956-47D5-30F3341A4C88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3468384" y="3992616"/>
                <a:ext cx="344160" cy="121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5" name="Ink 4">
                <a:extLst>
                  <a:ext uri="{FF2B5EF4-FFF2-40B4-BE49-F238E27FC236}">
                    <a16:creationId xmlns:a16="http://schemas.microsoft.com/office/drawing/2014/main" id="{5E02A32B-12BD-2D4A-6C89-FFFB8CC3CB33}"/>
                  </a:ext>
                </a:extLst>
              </p14:cNvPr>
              <p14:cNvContentPartPr/>
              <p14:nvPr/>
            </p14:nvContentPartPr>
            <p14:xfrm>
              <a:off x="3556584" y="4152456"/>
              <a:ext cx="275040" cy="111240"/>
            </p14:xfrm>
          </p:contentPart>
        </mc:Choice>
        <mc:Fallback xmlns="">
          <p:pic>
            <p:nvPicPr>
              <p:cNvPr id="5" name="Ink 4">
                <a:extLst>
                  <a:ext uri="{FF2B5EF4-FFF2-40B4-BE49-F238E27FC236}">
                    <a16:creationId xmlns:a16="http://schemas.microsoft.com/office/drawing/2014/main" id="{5E02A32B-12BD-2D4A-6C89-FFFB8CC3CB33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3550464" y="4146336"/>
                <a:ext cx="287280" cy="123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16" name="Ink 15">
                <a:extLst>
                  <a:ext uri="{FF2B5EF4-FFF2-40B4-BE49-F238E27FC236}">
                    <a16:creationId xmlns:a16="http://schemas.microsoft.com/office/drawing/2014/main" id="{097C2A1A-4FD3-4946-C4E0-6D71AFBD6EC4}"/>
                  </a:ext>
                </a:extLst>
              </p14:cNvPr>
              <p14:cNvContentPartPr/>
              <p14:nvPr/>
            </p14:nvContentPartPr>
            <p14:xfrm>
              <a:off x="3547584" y="4356216"/>
              <a:ext cx="240840" cy="122400"/>
            </p14:xfrm>
          </p:contentPart>
        </mc:Choice>
        <mc:Fallback xmlns="">
          <p:pic>
            <p:nvPicPr>
              <p:cNvPr id="16" name="Ink 15">
                <a:extLst>
                  <a:ext uri="{FF2B5EF4-FFF2-40B4-BE49-F238E27FC236}">
                    <a16:creationId xmlns:a16="http://schemas.microsoft.com/office/drawing/2014/main" id="{097C2A1A-4FD3-4946-C4E0-6D71AFBD6EC4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3541464" y="4350096"/>
                <a:ext cx="253080" cy="134640"/>
              </a:xfrm>
              <a:prstGeom prst="rect">
                <a:avLst/>
              </a:prstGeom>
            </p:spPr>
          </p:pic>
        </mc:Fallback>
      </mc:AlternateContent>
      <p:grpSp>
        <p:nvGrpSpPr>
          <p:cNvPr id="20" name="Group 19">
            <a:extLst>
              <a:ext uri="{FF2B5EF4-FFF2-40B4-BE49-F238E27FC236}">
                <a16:creationId xmlns:a16="http://schemas.microsoft.com/office/drawing/2014/main" id="{B4855E61-1597-34BA-F18A-512C60903A91}"/>
              </a:ext>
            </a:extLst>
          </p:cNvPr>
          <p:cNvGrpSpPr/>
          <p:nvPr/>
        </p:nvGrpSpPr>
        <p:grpSpPr>
          <a:xfrm>
            <a:off x="4644864" y="3963456"/>
            <a:ext cx="240480" cy="462240"/>
            <a:chOff x="4644864" y="3963456"/>
            <a:chExt cx="240480" cy="4622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799CEE02-49E3-ED92-F0A9-4C5065F6E34E}"/>
                    </a:ext>
                  </a:extLst>
                </p14:cNvPr>
                <p14:cNvContentPartPr/>
                <p14:nvPr/>
              </p14:nvContentPartPr>
              <p14:xfrm>
                <a:off x="4663224" y="3963456"/>
                <a:ext cx="196200" cy="15192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799CEE02-49E3-ED92-F0A9-4C5065F6E34E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4657104" y="3957336"/>
                  <a:ext cx="208440" cy="164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25CEB5B4-C5F1-70D7-02D0-F00035AE79E9}"/>
                    </a:ext>
                  </a:extLst>
                </p14:cNvPr>
                <p14:cNvContentPartPr/>
                <p14:nvPr/>
              </p14:nvContentPartPr>
              <p14:xfrm>
                <a:off x="4644864" y="4115736"/>
                <a:ext cx="238680" cy="14580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25CEB5B4-C5F1-70D7-02D0-F00035AE79E9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4638744" y="4109616"/>
                  <a:ext cx="250920" cy="158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A02E0BDA-066C-8AA9-F011-37BFCEE41079}"/>
                    </a:ext>
                  </a:extLst>
                </p14:cNvPr>
                <p14:cNvContentPartPr/>
                <p14:nvPr/>
              </p14:nvContentPartPr>
              <p14:xfrm>
                <a:off x="4681584" y="4199976"/>
                <a:ext cx="203760" cy="22572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A02E0BDA-066C-8AA9-F011-37BFCEE41079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4675464" y="4193856"/>
                  <a:ext cx="216000" cy="23796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185319074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3" name="Rectangle 22">
            <a:extLst>
              <a:ext uri="{FF2B5EF4-FFF2-40B4-BE49-F238E27FC236}">
                <a16:creationId xmlns:a16="http://schemas.microsoft.com/office/drawing/2014/main" id="{2151139A-886F-4B97-8815-729AD3831BB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AB5E08C4-8CDD-4623-A5B8-E998C6DEE3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492"/>
            <a:ext cx="12191998" cy="1575955"/>
          </a:xfrm>
          <a:prstGeom prst="rect">
            <a:avLst/>
          </a:prstGeom>
          <a:gradFill>
            <a:gsLst>
              <a:gs pos="0">
                <a:schemeClr val="accent1">
                  <a:lumMod val="50000"/>
                </a:scheme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15F33878-D502-4FFA-8ACE-F2AECDB2A2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8857" y="35"/>
            <a:ext cx="4063143" cy="1576412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D3539FEE-81D3-4406-802E-60B20B16F4F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307778" y="-5307777"/>
            <a:ext cx="1576446" cy="12192001"/>
          </a:xfrm>
          <a:prstGeom prst="rect">
            <a:avLst/>
          </a:prstGeom>
          <a:gradFill>
            <a:gsLst>
              <a:gs pos="16000">
                <a:srgbClr val="000000">
                  <a:alpha val="0"/>
                </a:srgbClr>
              </a:gs>
              <a:gs pos="99000">
                <a:srgbClr val="000000">
                  <a:alpha val="87000"/>
                </a:srgbClr>
              </a:gs>
            </a:gsLst>
            <a:lin ang="11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DC701763-729E-462F-A5A8-E0DEFEB1E2E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825434" y="986"/>
            <a:ext cx="4303422" cy="1575461"/>
          </a:xfrm>
          <a:prstGeom prst="rect">
            <a:avLst/>
          </a:prstGeom>
          <a:gradFill>
            <a:gsLst>
              <a:gs pos="0">
                <a:schemeClr val="accent1">
                  <a:alpha val="17000"/>
                </a:schemeClr>
              </a:gs>
              <a:gs pos="74000">
                <a:schemeClr val="accent1">
                  <a:lumMod val="50000"/>
                  <a:alpha val="0"/>
                </a:schemeClr>
              </a:gs>
            </a:gsLst>
            <a:lin ang="14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842C10D-2C36-29F5-C323-A34F25371A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9714" y="353160"/>
            <a:ext cx="7091300" cy="898581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4000">
                <a:solidFill>
                  <a:srgbClr val="FFFFFF"/>
                </a:solidFill>
              </a:rPr>
              <a:t>Wall 6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5955EDA-5526-11E8-30DF-F4A57842236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70648" y="1607701"/>
            <a:ext cx="4235209" cy="4961245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BF1FD7E4-D422-60AE-3E76-6FA2BFEAF3F7}"/>
              </a:ext>
            </a:extLst>
          </p:cNvPr>
          <p:cNvSpPr txBox="1"/>
          <p:nvPr/>
        </p:nvSpPr>
        <p:spPr>
          <a:xfrm>
            <a:off x="6792255" y="2189128"/>
            <a:ext cx="6783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2400</a:t>
            </a:r>
            <a:endParaRPr lang="en-SG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14B501A-21B9-6CE9-F0F2-A9CC7B757BCD}"/>
              </a:ext>
            </a:extLst>
          </p:cNvPr>
          <p:cNvSpPr txBox="1"/>
          <p:nvPr/>
        </p:nvSpPr>
        <p:spPr>
          <a:xfrm>
            <a:off x="6735219" y="2765119"/>
            <a:ext cx="6783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2025</a:t>
            </a:r>
            <a:endParaRPr lang="en-SG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3DAEA43-BEDF-7BAB-A953-8DD84CE1F362}"/>
              </a:ext>
            </a:extLst>
          </p:cNvPr>
          <p:cNvSpPr txBox="1"/>
          <p:nvPr/>
        </p:nvSpPr>
        <p:spPr>
          <a:xfrm>
            <a:off x="6735219" y="3613247"/>
            <a:ext cx="6783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1425</a:t>
            </a:r>
            <a:endParaRPr lang="en-SG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490107B-DE14-6EC4-5621-82033D8F842A}"/>
              </a:ext>
            </a:extLst>
          </p:cNvPr>
          <p:cNvSpPr txBox="1"/>
          <p:nvPr/>
        </p:nvSpPr>
        <p:spPr>
          <a:xfrm>
            <a:off x="6853970" y="4416909"/>
            <a:ext cx="5549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825</a:t>
            </a:r>
            <a:endParaRPr lang="en-SG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78FC647-E64D-BCFE-B455-F599654448EE}"/>
              </a:ext>
            </a:extLst>
          </p:cNvPr>
          <p:cNvSpPr txBox="1"/>
          <p:nvPr/>
        </p:nvSpPr>
        <p:spPr>
          <a:xfrm>
            <a:off x="6884829" y="5235623"/>
            <a:ext cx="5549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225</a:t>
            </a:r>
            <a:endParaRPr lang="en-SG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3E9F085-11D1-6486-1696-6789DA105E66}"/>
              </a:ext>
            </a:extLst>
          </p:cNvPr>
          <p:cNvSpPr txBox="1"/>
          <p:nvPr/>
        </p:nvSpPr>
        <p:spPr>
          <a:xfrm>
            <a:off x="10667662" y="1565660"/>
            <a:ext cx="4315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70</a:t>
            </a:r>
            <a:endParaRPr lang="en-SG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102B196-FDA5-E797-C49E-A06CA9C96D9E}"/>
              </a:ext>
            </a:extLst>
          </p:cNvPr>
          <p:cNvSpPr txBox="1"/>
          <p:nvPr/>
        </p:nvSpPr>
        <p:spPr>
          <a:xfrm>
            <a:off x="9882948" y="1576447"/>
            <a:ext cx="5549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670</a:t>
            </a:r>
            <a:endParaRPr lang="en-SG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46DE28E-743F-F44A-B1D4-05B21C28913F}"/>
              </a:ext>
            </a:extLst>
          </p:cNvPr>
          <p:cNvSpPr txBox="1"/>
          <p:nvPr/>
        </p:nvSpPr>
        <p:spPr>
          <a:xfrm>
            <a:off x="8909861" y="1576447"/>
            <a:ext cx="6783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1270</a:t>
            </a:r>
            <a:endParaRPr lang="en-SG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B502CAF-643E-1374-F1E9-800E70F6A568}"/>
              </a:ext>
            </a:extLst>
          </p:cNvPr>
          <p:cNvSpPr txBox="1"/>
          <p:nvPr/>
        </p:nvSpPr>
        <p:spPr>
          <a:xfrm>
            <a:off x="8128855" y="1565660"/>
            <a:ext cx="6783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1870</a:t>
            </a:r>
            <a:endParaRPr lang="en-SG" dirty="0"/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D3A1AA76-B03C-03C6-4247-50BB8E7337C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9765" y="3943708"/>
            <a:ext cx="5239481" cy="1476581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3" name="Ink 2">
                <a:extLst>
                  <a:ext uri="{FF2B5EF4-FFF2-40B4-BE49-F238E27FC236}">
                    <a16:creationId xmlns:a16="http://schemas.microsoft.com/office/drawing/2014/main" id="{01A3E155-8677-5B81-6FFA-90AD5E707387}"/>
                  </a:ext>
                </a:extLst>
              </p14:cNvPr>
              <p14:cNvContentPartPr/>
              <p14:nvPr/>
            </p14:nvContentPartPr>
            <p14:xfrm>
              <a:off x="4031784" y="3856536"/>
              <a:ext cx="220680" cy="174960"/>
            </p14:xfrm>
          </p:contentPart>
        </mc:Choice>
        <mc:Fallback xmlns="">
          <p:pic>
            <p:nvPicPr>
              <p:cNvPr id="3" name="Ink 2">
                <a:extLst>
                  <a:ext uri="{FF2B5EF4-FFF2-40B4-BE49-F238E27FC236}">
                    <a16:creationId xmlns:a16="http://schemas.microsoft.com/office/drawing/2014/main" id="{01A3E155-8677-5B81-6FFA-90AD5E707387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4025664" y="3850416"/>
                <a:ext cx="232920" cy="187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5" name="Ink 4">
                <a:extLst>
                  <a:ext uri="{FF2B5EF4-FFF2-40B4-BE49-F238E27FC236}">
                    <a16:creationId xmlns:a16="http://schemas.microsoft.com/office/drawing/2014/main" id="{AC9934BF-76B5-1C19-7A6A-3E41C0AACD0B}"/>
                  </a:ext>
                </a:extLst>
              </p14:cNvPr>
              <p14:cNvContentPartPr/>
              <p14:nvPr/>
            </p14:nvContentPartPr>
            <p14:xfrm>
              <a:off x="4626144" y="3874176"/>
              <a:ext cx="198720" cy="158760"/>
            </p14:xfrm>
          </p:contentPart>
        </mc:Choice>
        <mc:Fallback xmlns="">
          <p:pic>
            <p:nvPicPr>
              <p:cNvPr id="5" name="Ink 4">
                <a:extLst>
                  <a:ext uri="{FF2B5EF4-FFF2-40B4-BE49-F238E27FC236}">
                    <a16:creationId xmlns:a16="http://schemas.microsoft.com/office/drawing/2014/main" id="{AC9934BF-76B5-1C19-7A6A-3E41C0AACD0B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4620024" y="3868056"/>
                <a:ext cx="210960" cy="171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8" name="Ink 7">
                <a:extLst>
                  <a:ext uri="{FF2B5EF4-FFF2-40B4-BE49-F238E27FC236}">
                    <a16:creationId xmlns:a16="http://schemas.microsoft.com/office/drawing/2014/main" id="{DA6B8806-829B-2A19-F25D-CB2CAB5F6B9B}"/>
                  </a:ext>
                </a:extLst>
              </p14:cNvPr>
              <p14:cNvContentPartPr/>
              <p14:nvPr/>
            </p14:nvContentPartPr>
            <p14:xfrm>
              <a:off x="3986784" y="4167216"/>
              <a:ext cx="253440" cy="86040"/>
            </p14:xfrm>
          </p:contentPart>
        </mc:Choice>
        <mc:Fallback xmlns="">
          <p:pic>
            <p:nvPicPr>
              <p:cNvPr id="8" name="Ink 7">
                <a:extLst>
                  <a:ext uri="{FF2B5EF4-FFF2-40B4-BE49-F238E27FC236}">
                    <a16:creationId xmlns:a16="http://schemas.microsoft.com/office/drawing/2014/main" id="{DA6B8806-829B-2A19-F25D-CB2CAB5F6B9B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3980664" y="4161096"/>
                <a:ext cx="265680" cy="98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">
            <p14:nvContentPartPr>
              <p14:cNvPr id="16" name="Ink 15">
                <a:extLst>
                  <a:ext uri="{FF2B5EF4-FFF2-40B4-BE49-F238E27FC236}">
                    <a16:creationId xmlns:a16="http://schemas.microsoft.com/office/drawing/2014/main" id="{B356159A-6F40-FAD8-F21A-75A5987AC79F}"/>
                  </a:ext>
                </a:extLst>
              </p14:cNvPr>
              <p14:cNvContentPartPr/>
              <p14:nvPr/>
            </p14:nvContentPartPr>
            <p14:xfrm>
              <a:off x="4616424" y="4127616"/>
              <a:ext cx="223560" cy="169560"/>
            </p14:xfrm>
          </p:contentPart>
        </mc:Choice>
        <mc:Fallback xmlns="">
          <p:pic>
            <p:nvPicPr>
              <p:cNvPr id="16" name="Ink 15">
                <a:extLst>
                  <a:ext uri="{FF2B5EF4-FFF2-40B4-BE49-F238E27FC236}">
                    <a16:creationId xmlns:a16="http://schemas.microsoft.com/office/drawing/2014/main" id="{B356159A-6F40-FAD8-F21A-75A5987AC79F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4610304" y="4121496"/>
                <a:ext cx="235800" cy="181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">
            <p14:nvContentPartPr>
              <p14:cNvPr id="17" name="Ink 16">
                <a:extLst>
                  <a:ext uri="{FF2B5EF4-FFF2-40B4-BE49-F238E27FC236}">
                    <a16:creationId xmlns:a16="http://schemas.microsoft.com/office/drawing/2014/main" id="{807002EF-D9C1-2B37-46C1-D381183E2CCC}"/>
                  </a:ext>
                </a:extLst>
              </p14:cNvPr>
              <p14:cNvContentPartPr/>
              <p14:nvPr/>
            </p14:nvContentPartPr>
            <p14:xfrm>
              <a:off x="3977064" y="4359096"/>
              <a:ext cx="205920" cy="95040"/>
            </p14:xfrm>
          </p:contentPart>
        </mc:Choice>
        <mc:Fallback xmlns="">
          <p:pic>
            <p:nvPicPr>
              <p:cNvPr id="17" name="Ink 16">
                <a:extLst>
                  <a:ext uri="{FF2B5EF4-FFF2-40B4-BE49-F238E27FC236}">
                    <a16:creationId xmlns:a16="http://schemas.microsoft.com/office/drawing/2014/main" id="{807002EF-D9C1-2B37-46C1-D381183E2CCC}"/>
                  </a:ext>
                </a:extLst>
              </p:cNvPr>
              <p:cNvPicPr/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3970944" y="4352976"/>
                <a:ext cx="218160" cy="107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">
            <p14:nvContentPartPr>
              <p14:cNvPr id="18" name="Ink 17">
                <a:extLst>
                  <a:ext uri="{FF2B5EF4-FFF2-40B4-BE49-F238E27FC236}">
                    <a16:creationId xmlns:a16="http://schemas.microsoft.com/office/drawing/2014/main" id="{5D8FFE9A-5015-04BA-2C2D-7D10E15A46E5}"/>
                  </a:ext>
                </a:extLst>
              </p14:cNvPr>
              <p14:cNvContentPartPr/>
              <p14:nvPr/>
            </p14:nvContentPartPr>
            <p14:xfrm>
              <a:off x="4571784" y="4368096"/>
              <a:ext cx="198360" cy="84960"/>
            </p14:xfrm>
          </p:contentPart>
        </mc:Choice>
        <mc:Fallback xmlns="">
          <p:pic>
            <p:nvPicPr>
              <p:cNvPr id="18" name="Ink 17">
                <a:extLst>
                  <a:ext uri="{FF2B5EF4-FFF2-40B4-BE49-F238E27FC236}">
                    <a16:creationId xmlns:a16="http://schemas.microsoft.com/office/drawing/2014/main" id="{5D8FFE9A-5015-04BA-2C2D-7D10E15A46E5}"/>
                  </a:ext>
                </a:extLst>
              </p:cNvPr>
              <p:cNvPicPr/>
              <p:nvPr/>
            </p:nvPicPr>
            <p:blipFill>
              <a:blip r:embed="rId15"/>
              <a:stretch>
                <a:fillRect/>
              </a:stretch>
            </p:blipFill>
            <p:spPr>
              <a:xfrm>
                <a:off x="4565664" y="4361976"/>
                <a:ext cx="210600" cy="97200"/>
              </a:xfrm>
              <a:prstGeom prst="rect">
                <a:avLst/>
              </a:prstGeom>
            </p:spPr>
          </p:pic>
        </mc:Fallback>
      </mc:AlternateContent>
      <p:grpSp>
        <p:nvGrpSpPr>
          <p:cNvPr id="26" name="Group 25">
            <a:extLst>
              <a:ext uri="{FF2B5EF4-FFF2-40B4-BE49-F238E27FC236}">
                <a16:creationId xmlns:a16="http://schemas.microsoft.com/office/drawing/2014/main" id="{B86FFDDC-C983-AA5E-7D1F-85BB72A42A56}"/>
              </a:ext>
            </a:extLst>
          </p:cNvPr>
          <p:cNvGrpSpPr/>
          <p:nvPr/>
        </p:nvGrpSpPr>
        <p:grpSpPr>
          <a:xfrm>
            <a:off x="4562784" y="4549536"/>
            <a:ext cx="297000" cy="262080"/>
            <a:chOff x="4562784" y="4549536"/>
            <a:chExt cx="297000" cy="2620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B1A48D5C-2168-607E-26A5-B4DB268BC5FA}"/>
                    </a:ext>
                  </a:extLst>
                </p14:cNvPr>
                <p14:cNvContentPartPr/>
                <p14:nvPr/>
              </p14:nvContentPartPr>
              <p14:xfrm>
                <a:off x="4586184" y="4549536"/>
                <a:ext cx="273600" cy="8892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B1A48D5C-2168-607E-26A5-B4DB268BC5FA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4580064" y="4543416"/>
                  <a:ext cx="285840" cy="101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AB6387D1-5807-DD92-2B94-7040EB6A6A7A}"/>
                    </a:ext>
                  </a:extLst>
                </p14:cNvPr>
                <p14:cNvContentPartPr/>
                <p14:nvPr/>
              </p14:nvContentPartPr>
              <p14:xfrm>
                <a:off x="4562784" y="4692096"/>
                <a:ext cx="276480" cy="11952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AB6387D1-5807-DD92-2B94-7040EB6A6A7A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4556664" y="4685976"/>
                  <a:ext cx="288720" cy="1317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0C51537C-A524-6912-E3CA-1FC8DD228B6D}"/>
              </a:ext>
            </a:extLst>
          </p:cNvPr>
          <p:cNvGrpSpPr/>
          <p:nvPr/>
        </p:nvGrpSpPr>
        <p:grpSpPr>
          <a:xfrm>
            <a:off x="4562064" y="4903416"/>
            <a:ext cx="303120" cy="326160"/>
            <a:chOff x="4562064" y="4903416"/>
            <a:chExt cx="303120" cy="326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774EB243-4D8E-82AD-C880-F6FF9767DB50}"/>
                    </a:ext>
                  </a:extLst>
                </p14:cNvPr>
                <p14:cNvContentPartPr/>
                <p14:nvPr/>
              </p14:nvContentPartPr>
              <p14:xfrm>
                <a:off x="4590144" y="4903416"/>
                <a:ext cx="275040" cy="13212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774EB243-4D8E-82AD-C880-F6FF9767DB50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4584024" y="4897296"/>
                  <a:ext cx="287280" cy="14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47D3D520-8C55-E56E-D018-5591F30E639A}"/>
                    </a:ext>
                  </a:extLst>
                </p14:cNvPr>
                <p14:cNvContentPartPr/>
                <p14:nvPr/>
              </p14:nvContentPartPr>
              <p14:xfrm>
                <a:off x="4562064" y="5094216"/>
                <a:ext cx="230040" cy="13536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47D3D520-8C55-E56E-D018-5591F30E639A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4555944" y="5088096"/>
                  <a:ext cx="242280" cy="147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04A0C36-21D9-48CE-1583-397A941082F5}"/>
              </a:ext>
            </a:extLst>
          </p:cNvPr>
          <p:cNvGrpSpPr/>
          <p:nvPr/>
        </p:nvGrpSpPr>
        <p:grpSpPr>
          <a:xfrm>
            <a:off x="3977064" y="4530816"/>
            <a:ext cx="316800" cy="842400"/>
            <a:chOff x="3977064" y="4530816"/>
            <a:chExt cx="316800" cy="8424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AE79859E-0FD1-07DE-C449-B5CA3C3F788C}"/>
                    </a:ext>
                  </a:extLst>
                </p14:cNvPr>
                <p14:cNvContentPartPr/>
                <p14:nvPr/>
              </p14:nvContentPartPr>
              <p14:xfrm>
                <a:off x="3995784" y="4530816"/>
                <a:ext cx="298080" cy="11700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AE79859E-0FD1-07DE-C449-B5CA3C3F788C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3989664" y="4524696"/>
                  <a:ext cx="310320" cy="12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F20CC468-9CCA-1250-E56F-A44B6DC891E6}"/>
                    </a:ext>
                  </a:extLst>
                </p14:cNvPr>
                <p14:cNvContentPartPr/>
                <p14:nvPr/>
              </p14:nvContentPartPr>
              <p14:xfrm>
                <a:off x="4014144" y="4706856"/>
                <a:ext cx="202320" cy="14760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F20CC468-9CCA-1250-E56F-A44B6DC891E6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4008024" y="4700736"/>
                  <a:ext cx="214560" cy="159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03068CAB-5748-E1F3-138E-5B7A1599F608}"/>
                    </a:ext>
                  </a:extLst>
                </p14:cNvPr>
                <p14:cNvContentPartPr/>
                <p14:nvPr/>
              </p14:nvContentPartPr>
              <p14:xfrm>
                <a:off x="4023144" y="4867776"/>
                <a:ext cx="268560" cy="14184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03068CAB-5748-E1F3-138E-5B7A1599F608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4017024" y="4861656"/>
                  <a:ext cx="280800" cy="154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0925DA30-C86E-8586-20CA-1CFC51460781}"/>
                    </a:ext>
                  </a:extLst>
                </p14:cNvPr>
                <p14:cNvContentPartPr/>
                <p14:nvPr/>
              </p14:nvContentPartPr>
              <p14:xfrm>
                <a:off x="3977064" y="5072616"/>
                <a:ext cx="248040" cy="13968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0925DA30-C86E-8586-20CA-1CFC51460781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3970944" y="5066496"/>
                  <a:ext cx="260280" cy="151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82397CC6-1DDA-6E43-D8B3-943A50E3D10D}"/>
                    </a:ext>
                  </a:extLst>
                </p14:cNvPr>
                <p14:cNvContentPartPr/>
                <p14:nvPr/>
              </p14:nvContentPartPr>
              <p14:xfrm>
                <a:off x="4031784" y="5252976"/>
                <a:ext cx="192960" cy="12024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82397CC6-1DDA-6E43-D8B3-943A50E3D10D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4025664" y="5246856"/>
                  <a:ext cx="205200" cy="1324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34">
            <p14:nvContentPartPr>
              <p14:cNvPr id="41" name="Ink 40">
                <a:extLst>
                  <a:ext uri="{FF2B5EF4-FFF2-40B4-BE49-F238E27FC236}">
                    <a16:creationId xmlns:a16="http://schemas.microsoft.com/office/drawing/2014/main" id="{6E00E3F7-864E-36D6-032C-01F91AF2E77A}"/>
                  </a:ext>
                </a:extLst>
              </p14:cNvPr>
              <p14:cNvContentPartPr/>
              <p14:nvPr/>
            </p14:nvContentPartPr>
            <p14:xfrm>
              <a:off x="4617144" y="5218416"/>
              <a:ext cx="208080" cy="191520"/>
            </p14:xfrm>
          </p:contentPart>
        </mc:Choice>
        <mc:Fallback xmlns="">
          <p:pic>
            <p:nvPicPr>
              <p:cNvPr id="41" name="Ink 40">
                <a:extLst>
                  <a:ext uri="{FF2B5EF4-FFF2-40B4-BE49-F238E27FC236}">
                    <a16:creationId xmlns:a16="http://schemas.microsoft.com/office/drawing/2014/main" id="{6E00E3F7-864E-36D6-032C-01F91AF2E77A}"/>
                  </a:ext>
                </a:extLst>
              </p:cNvPr>
              <p:cNvPicPr/>
              <p:nvPr/>
            </p:nvPicPr>
            <p:blipFill>
              <a:blip r:embed="rId35"/>
              <a:stretch>
                <a:fillRect/>
              </a:stretch>
            </p:blipFill>
            <p:spPr>
              <a:xfrm>
                <a:off x="4611024" y="5212296"/>
                <a:ext cx="220320" cy="20376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6600760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5" name="Rectangle 14">
            <a:extLst>
              <a:ext uri="{FF2B5EF4-FFF2-40B4-BE49-F238E27FC236}">
                <a16:creationId xmlns:a16="http://schemas.microsoft.com/office/drawing/2014/main" id="{2151139A-886F-4B97-8815-729AD3831BB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AB5E08C4-8CDD-4623-A5B8-E998C6DEE3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492"/>
            <a:ext cx="12191998" cy="1575955"/>
          </a:xfrm>
          <a:prstGeom prst="rect">
            <a:avLst/>
          </a:prstGeom>
          <a:gradFill>
            <a:gsLst>
              <a:gs pos="0">
                <a:schemeClr val="accent1">
                  <a:lumMod val="50000"/>
                </a:scheme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15F33878-D502-4FFA-8ACE-F2AECDB2A2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8857" y="35"/>
            <a:ext cx="4063143" cy="1576412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D3539FEE-81D3-4406-802E-60B20B16F4F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307778" y="-5307777"/>
            <a:ext cx="1576446" cy="12192001"/>
          </a:xfrm>
          <a:prstGeom prst="rect">
            <a:avLst/>
          </a:prstGeom>
          <a:gradFill>
            <a:gsLst>
              <a:gs pos="16000">
                <a:srgbClr val="000000">
                  <a:alpha val="0"/>
                </a:srgbClr>
              </a:gs>
              <a:gs pos="99000">
                <a:srgbClr val="000000">
                  <a:alpha val="87000"/>
                </a:srgbClr>
              </a:gs>
            </a:gsLst>
            <a:lin ang="11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DC701763-729E-462F-A5A8-E0DEFEB1E2E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825434" y="986"/>
            <a:ext cx="4303422" cy="1575461"/>
          </a:xfrm>
          <a:prstGeom prst="rect">
            <a:avLst/>
          </a:prstGeom>
          <a:gradFill>
            <a:gsLst>
              <a:gs pos="0">
                <a:schemeClr val="accent1">
                  <a:alpha val="17000"/>
                </a:schemeClr>
              </a:gs>
              <a:gs pos="74000">
                <a:schemeClr val="accent1">
                  <a:lumMod val="50000"/>
                  <a:alpha val="0"/>
                </a:schemeClr>
              </a:gs>
            </a:gsLst>
            <a:lin ang="14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C39B1F6-2F92-EA38-89AC-EC0028AE30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9714" y="353160"/>
            <a:ext cx="7091300" cy="898581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4000">
                <a:solidFill>
                  <a:srgbClr val="FFFFFF"/>
                </a:solidFill>
              </a:rPr>
              <a:t>Floor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18B73F9-A0B0-AD12-E49F-1A1BB033D3A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77809" y="1679562"/>
            <a:ext cx="5661660" cy="4825278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6DFE011F-25A5-7D65-F001-425FCCE5DF3C}"/>
              </a:ext>
            </a:extLst>
          </p:cNvPr>
          <p:cNvSpPr txBox="1"/>
          <p:nvPr/>
        </p:nvSpPr>
        <p:spPr>
          <a:xfrm>
            <a:off x="11495418" y="4032557"/>
            <a:ext cx="5549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670</a:t>
            </a:r>
            <a:endParaRPr lang="en-SG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903B7A4-E5FF-6B38-14ED-894DEBB62F90}"/>
              </a:ext>
            </a:extLst>
          </p:cNvPr>
          <p:cNvSpPr txBox="1"/>
          <p:nvPr/>
        </p:nvSpPr>
        <p:spPr>
          <a:xfrm>
            <a:off x="11391584" y="3077956"/>
            <a:ext cx="6783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1270</a:t>
            </a:r>
            <a:endParaRPr lang="en-SG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44DE7B7-27F6-6D43-4F31-93312991834D}"/>
              </a:ext>
            </a:extLst>
          </p:cNvPr>
          <p:cNvSpPr txBox="1"/>
          <p:nvPr/>
        </p:nvSpPr>
        <p:spPr>
          <a:xfrm>
            <a:off x="6784846" y="5567056"/>
            <a:ext cx="34817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70</a:t>
            </a:r>
            <a:endParaRPr lang="en-SG" sz="12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7683E5B-4F88-5E01-EF14-A990B187BBC1}"/>
              </a:ext>
            </a:extLst>
          </p:cNvPr>
          <p:cNvSpPr txBox="1"/>
          <p:nvPr/>
        </p:nvSpPr>
        <p:spPr>
          <a:xfrm>
            <a:off x="6958934" y="5567057"/>
            <a:ext cx="42992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190</a:t>
            </a:r>
            <a:endParaRPr lang="en-SG" sz="12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1F241EC-5BAD-51D1-8C4F-5C2FDF11B982}"/>
              </a:ext>
            </a:extLst>
          </p:cNvPr>
          <p:cNvSpPr txBox="1"/>
          <p:nvPr/>
        </p:nvSpPr>
        <p:spPr>
          <a:xfrm>
            <a:off x="7696834" y="5567056"/>
            <a:ext cx="42992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790</a:t>
            </a:r>
            <a:endParaRPr lang="en-SG" sz="12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C395F08-BC27-4080-1CF4-D6E70CC0AE31}"/>
              </a:ext>
            </a:extLst>
          </p:cNvPr>
          <p:cNvSpPr txBox="1"/>
          <p:nvPr/>
        </p:nvSpPr>
        <p:spPr>
          <a:xfrm>
            <a:off x="7995952" y="5567056"/>
            <a:ext cx="72808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910-980</a:t>
            </a:r>
            <a:endParaRPr lang="en-SG" sz="12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9D097D0-C61C-67F2-6D60-F79EE86756DC}"/>
              </a:ext>
            </a:extLst>
          </p:cNvPr>
          <p:cNvSpPr txBox="1"/>
          <p:nvPr/>
        </p:nvSpPr>
        <p:spPr>
          <a:xfrm>
            <a:off x="8631459" y="5567055"/>
            <a:ext cx="51167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1480</a:t>
            </a:r>
            <a:endParaRPr lang="en-SG" sz="12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86C2F11-99CA-FD3A-3CA9-2C3BE9119AE0}"/>
              </a:ext>
            </a:extLst>
          </p:cNvPr>
          <p:cNvSpPr txBox="1"/>
          <p:nvPr/>
        </p:nvSpPr>
        <p:spPr>
          <a:xfrm>
            <a:off x="9474765" y="5580936"/>
            <a:ext cx="51167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2080</a:t>
            </a:r>
            <a:endParaRPr lang="en-SG" sz="12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4A003E2-0984-2F89-40E8-891DF8927CF2}"/>
              </a:ext>
            </a:extLst>
          </p:cNvPr>
          <p:cNvSpPr txBox="1"/>
          <p:nvPr/>
        </p:nvSpPr>
        <p:spPr>
          <a:xfrm>
            <a:off x="10279162" y="5604668"/>
            <a:ext cx="51167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2680</a:t>
            </a:r>
            <a:endParaRPr lang="en-SG" sz="12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5F9FA34-AC94-E080-4178-CE6EFDAC7347}"/>
              </a:ext>
            </a:extLst>
          </p:cNvPr>
          <p:cNvSpPr txBox="1"/>
          <p:nvPr/>
        </p:nvSpPr>
        <p:spPr>
          <a:xfrm>
            <a:off x="10879905" y="5288415"/>
            <a:ext cx="95571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2830 - 2900</a:t>
            </a:r>
            <a:endParaRPr lang="en-SG" sz="1200" dirty="0"/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D532E4B6-05C0-BF40-762E-6EA9771B4C5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1878" y="2315371"/>
            <a:ext cx="4890303" cy="3535375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8" name="Ink 7">
                <a:extLst>
                  <a:ext uri="{FF2B5EF4-FFF2-40B4-BE49-F238E27FC236}">
                    <a16:creationId xmlns:a16="http://schemas.microsoft.com/office/drawing/2014/main" id="{6912C027-1559-DA30-0647-FA881CD53972}"/>
                  </a:ext>
                </a:extLst>
              </p14:cNvPr>
              <p14:cNvContentPartPr/>
              <p14:nvPr/>
            </p14:nvContentPartPr>
            <p14:xfrm>
              <a:off x="2903396" y="2301375"/>
              <a:ext cx="192600" cy="130680"/>
            </p14:xfrm>
          </p:contentPart>
        </mc:Choice>
        <mc:Fallback xmlns="">
          <p:pic>
            <p:nvPicPr>
              <p:cNvPr id="8" name="Ink 7">
                <a:extLst>
                  <a:ext uri="{FF2B5EF4-FFF2-40B4-BE49-F238E27FC236}">
                    <a16:creationId xmlns:a16="http://schemas.microsoft.com/office/drawing/2014/main" id="{6912C027-1559-DA30-0647-FA881CD53972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2897276" y="2295255"/>
                <a:ext cx="204840" cy="142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">
            <p14:nvContentPartPr>
              <p14:cNvPr id="16" name="Ink 15">
                <a:extLst>
                  <a:ext uri="{FF2B5EF4-FFF2-40B4-BE49-F238E27FC236}">
                    <a16:creationId xmlns:a16="http://schemas.microsoft.com/office/drawing/2014/main" id="{EE39B415-61A6-D133-6EBB-86FEF0CAC4D7}"/>
                  </a:ext>
                </a:extLst>
              </p14:cNvPr>
              <p14:cNvContentPartPr/>
              <p14:nvPr/>
            </p14:nvContentPartPr>
            <p14:xfrm>
              <a:off x="2940116" y="2513775"/>
              <a:ext cx="221760" cy="99360"/>
            </p14:xfrm>
          </p:contentPart>
        </mc:Choice>
        <mc:Fallback xmlns="">
          <p:pic>
            <p:nvPicPr>
              <p:cNvPr id="16" name="Ink 15">
                <a:extLst>
                  <a:ext uri="{FF2B5EF4-FFF2-40B4-BE49-F238E27FC236}">
                    <a16:creationId xmlns:a16="http://schemas.microsoft.com/office/drawing/2014/main" id="{EE39B415-61A6-D133-6EBB-86FEF0CAC4D7}"/>
                  </a:ext>
                </a:extLst>
              </p:cNvPr>
              <p:cNvPicPr/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2934006" y="2507677"/>
                <a:ext cx="233980" cy="111556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">
            <p14:nvContentPartPr>
              <p14:cNvPr id="18" name="Ink 17">
                <a:extLst>
                  <a:ext uri="{FF2B5EF4-FFF2-40B4-BE49-F238E27FC236}">
                    <a16:creationId xmlns:a16="http://schemas.microsoft.com/office/drawing/2014/main" id="{C64BFDF6-9E3E-1E2B-4ABD-12D7B40AC476}"/>
                  </a:ext>
                </a:extLst>
              </p14:cNvPr>
              <p14:cNvContentPartPr/>
              <p14:nvPr/>
            </p14:nvContentPartPr>
            <p14:xfrm>
              <a:off x="3515755" y="2289135"/>
              <a:ext cx="305697" cy="177480"/>
            </p14:xfrm>
          </p:contentPart>
        </mc:Choice>
        <mc:Fallback xmlns="">
          <p:pic>
            <p:nvPicPr>
              <p:cNvPr id="18" name="Ink 17">
                <a:extLst>
                  <a:ext uri="{FF2B5EF4-FFF2-40B4-BE49-F238E27FC236}">
                    <a16:creationId xmlns:a16="http://schemas.microsoft.com/office/drawing/2014/main" id="{C64BFDF6-9E3E-1E2B-4ABD-12D7B40AC476}"/>
                  </a:ext>
                </a:extLst>
              </p:cNvPr>
              <p:cNvPicPr/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3509627" y="2283027"/>
                <a:ext cx="317954" cy="189695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">
            <p14:nvContentPartPr>
              <p14:cNvPr id="22" name="Ink 21">
                <a:extLst>
                  <a:ext uri="{FF2B5EF4-FFF2-40B4-BE49-F238E27FC236}">
                    <a16:creationId xmlns:a16="http://schemas.microsoft.com/office/drawing/2014/main" id="{5887160C-6464-B391-830C-2EE6479E13E0}"/>
                  </a:ext>
                </a:extLst>
              </p14:cNvPr>
              <p14:cNvContentPartPr/>
              <p14:nvPr/>
            </p14:nvContentPartPr>
            <p14:xfrm>
              <a:off x="3516476" y="2542215"/>
              <a:ext cx="361080" cy="81000"/>
            </p14:xfrm>
          </p:contentPart>
        </mc:Choice>
        <mc:Fallback xmlns="">
          <p:pic>
            <p:nvPicPr>
              <p:cNvPr id="22" name="Ink 21">
                <a:extLst>
                  <a:ext uri="{FF2B5EF4-FFF2-40B4-BE49-F238E27FC236}">
                    <a16:creationId xmlns:a16="http://schemas.microsoft.com/office/drawing/2014/main" id="{5887160C-6464-B391-830C-2EE6479E13E0}"/>
                  </a:ext>
                </a:extLst>
              </p:cNvPr>
              <p:cNvPicPr/>
              <p:nvPr/>
            </p:nvPicPr>
            <p:blipFill>
              <a:blip r:embed="rId12"/>
              <a:stretch>
                <a:fillRect/>
              </a:stretch>
            </p:blipFill>
            <p:spPr>
              <a:xfrm>
                <a:off x="3510356" y="2536095"/>
                <a:ext cx="373320" cy="93240"/>
              </a:xfrm>
              <a:prstGeom prst="rect">
                <a:avLst/>
              </a:prstGeom>
            </p:spPr>
          </p:pic>
        </mc:Fallback>
      </mc:AlternateContent>
      <p:grpSp>
        <p:nvGrpSpPr>
          <p:cNvPr id="28" name="Group 27">
            <a:extLst>
              <a:ext uri="{FF2B5EF4-FFF2-40B4-BE49-F238E27FC236}">
                <a16:creationId xmlns:a16="http://schemas.microsoft.com/office/drawing/2014/main" id="{4129EAB8-C3E2-4CD3-3DEF-204B623442FE}"/>
              </a:ext>
            </a:extLst>
          </p:cNvPr>
          <p:cNvGrpSpPr/>
          <p:nvPr/>
        </p:nvGrpSpPr>
        <p:grpSpPr>
          <a:xfrm>
            <a:off x="2894396" y="2689815"/>
            <a:ext cx="891720" cy="298440"/>
            <a:chOff x="3383064" y="2720736"/>
            <a:chExt cx="891720" cy="298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3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25EF3B19-E433-3892-717C-CA10F3FD6372}"/>
                    </a:ext>
                  </a:extLst>
                </p14:cNvPr>
                <p14:cNvContentPartPr/>
                <p14:nvPr/>
              </p14:nvContentPartPr>
              <p14:xfrm>
                <a:off x="4005144" y="2720736"/>
                <a:ext cx="269640" cy="13500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25EF3B19-E433-3892-717C-CA10F3FD6372}"/>
                    </a:ext>
                  </a:extLst>
                </p:cNvPr>
                <p:cNvPicPr/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3999024" y="2714616"/>
                  <a:ext cx="281880" cy="14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B45F3B95-F7BD-1B44-0E04-6F0DBAFB758D}"/>
                    </a:ext>
                  </a:extLst>
                </p14:cNvPr>
                <p14:cNvContentPartPr/>
                <p14:nvPr/>
              </p14:nvContentPartPr>
              <p14:xfrm>
                <a:off x="3401424" y="2728296"/>
                <a:ext cx="340920" cy="10728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B45F3B95-F7BD-1B44-0E04-6F0DBAFB758D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3395304" y="2722176"/>
                  <a:ext cx="353160" cy="11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09ACFDC9-E343-DA97-A155-4ED507EFA833}"/>
                    </a:ext>
                  </a:extLst>
                </p14:cNvPr>
                <p14:cNvContentPartPr/>
                <p14:nvPr/>
              </p14:nvContentPartPr>
              <p14:xfrm>
                <a:off x="3383064" y="2906136"/>
                <a:ext cx="269280" cy="11304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09ACFDC9-E343-DA97-A155-4ED507EFA833}"/>
                    </a:ext>
                  </a:extLst>
                </p:cNvPr>
                <p:cNvPicPr/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3376944" y="2900016"/>
                  <a:ext cx="281520" cy="12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A6DD8DC5-2507-9EB7-64FC-FEBD06A60141}"/>
                    </a:ext>
                  </a:extLst>
                </p14:cNvPr>
                <p14:cNvContentPartPr/>
                <p14:nvPr/>
              </p14:nvContentPartPr>
              <p14:xfrm>
                <a:off x="3986784" y="2925576"/>
                <a:ext cx="205560" cy="9288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A6DD8DC5-2507-9EB7-64FC-FEBD06A60141}"/>
                    </a:ext>
                  </a:extLst>
                </p:cNvPr>
                <p:cNvPicPr/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3980664" y="2919456"/>
                  <a:ext cx="217800" cy="1051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21">
            <p14:nvContentPartPr>
              <p14:cNvPr id="29" name="Ink 28">
                <a:extLst>
                  <a:ext uri="{FF2B5EF4-FFF2-40B4-BE49-F238E27FC236}">
                    <a16:creationId xmlns:a16="http://schemas.microsoft.com/office/drawing/2014/main" id="{5C552249-9138-A1A5-C435-DE2737443777}"/>
                  </a:ext>
                </a:extLst>
              </p14:cNvPr>
              <p14:cNvContentPartPr/>
              <p14:nvPr/>
            </p14:nvContentPartPr>
            <p14:xfrm>
              <a:off x="2894756" y="3083295"/>
              <a:ext cx="178560" cy="76320"/>
            </p14:xfrm>
          </p:contentPart>
        </mc:Choice>
        <mc:Fallback xmlns="">
          <p:pic>
            <p:nvPicPr>
              <p:cNvPr id="29" name="Ink 28">
                <a:extLst>
                  <a:ext uri="{FF2B5EF4-FFF2-40B4-BE49-F238E27FC236}">
                    <a16:creationId xmlns:a16="http://schemas.microsoft.com/office/drawing/2014/main" id="{5C552249-9138-A1A5-C435-DE2737443777}"/>
                  </a:ext>
                </a:extLst>
              </p:cNvPr>
              <p:cNvPicPr/>
              <p:nvPr/>
            </p:nvPicPr>
            <p:blipFill>
              <a:blip r:embed="rId22"/>
              <a:stretch>
                <a:fillRect/>
              </a:stretch>
            </p:blipFill>
            <p:spPr>
              <a:xfrm>
                <a:off x="2888636" y="3077175"/>
                <a:ext cx="190800" cy="88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3">
            <p14:nvContentPartPr>
              <p14:cNvPr id="31" name="Ink 30">
                <a:extLst>
                  <a:ext uri="{FF2B5EF4-FFF2-40B4-BE49-F238E27FC236}">
                    <a16:creationId xmlns:a16="http://schemas.microsoft.com/office/drawing/2014/main" id="{10B84D60-A2FB-BA3B-9ED7-AC7F31619C73}"/>
                  </a:ext>
                </a:extLst>
              </p14:cNvPr>
              <p14:cNvContentPartPr/>
              <p14:nvPr/>
            </p14:nvContentPartPr>
            <p14:xfrm>
              <a:off x="2903396" y="3283095"/>
              <a:ext cx="231480" cy="59400"/>
            </p14:xfrm>
          </p:contentPart>
        </mc:Choice>
        <mc:Fallback xmlns="">
          <p:pic>
            <p:nvPicPr>
              <p:cNvPr id="31" name="Ink 30">
                <a:extLst>
                  <a:ext uri="{FF2B5EF4-FFF2-40B4-BE49-F238E27FC236}">
                    <a16:creationId xmlns:a16="http://schemas.microsoft.com/office/drawing/2014/main" id="{10B84D60-A2FB-BA3B-9ED7-AC7F31619C73}"/>
                  </a:ext>
                </a:extLst>
              </p:cNvPr>
              <p:cNvPicPr/>
              <p:nvPr/>
            </p:nvPicPr>
            <p:blipFill>
              <a:blip r:embed="rId24"/>
              <a:stretch>
                <a:fillRect/>
              </a:stretch>
            </p:blipFill>
            <p:spPr>
              <a:xfrm>
                <a:off x="2897276" y="3277012"/>
                <a:ext cx="243720" cy="71566"/>
              </a:xfrm>
              <a:prstGeom prst="rect">
                <a:avLst/>
              </a:prstGeom>
            </p:spPr>
          </p:pic>
        </mc:Fallback>
      </mc:AlternateContent>
      <p:grpSp>
        <p:nvGrpSpPr>
          <p:cNvPr id="33" name="Group 32">
            <a:extLst>
              <a:ext uri="{FF2B5EF4-FFF2-40B4-BE49-F238E27FC236}">
                <a16:creationId xmlns:a16="http://schemas.microsoft.com/office/drawing/2014/main" id="{B492255F-AD28-4D3E-771F-FBDDAAD5B7A2}"/>
              </a:ext>
            </a:extLst>
          </p:cNvPr>
          <p:cNvGrpSpPr/>
          <p:nvPr/>
        </p:nvGrpSpPr>
        <p:grpSpPr>
          <a:xfrm>
            <a:off x="3543476" y="3102015"/>
            <a:ext cx="279360" cy="258480"/>
            <a:chOff x="4032144" y="3132936"/>
            <a:chExt cx="279360" cy="258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5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5B1A9882-D9D8-4816-4065-63E33E047AAC}"/>
                    </a:ext>
                  </a:extLst>
                </p14:cNvPr>
                <p14:cNvContentPartPr/>
                <p14:nvPr/>
              </p14:nvContentPartPr>
              <p14:xfrm>
                <a:off x="4032144" y="3132936"/>
                <a:ext cx="279360" cy="9648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5B1A9882-D9D8-4816-4065-63E33E047AAC}"/>
                    </a:ext>
                  </a:extLst>
                </p:cNvPr>
                <p:cNvPicPr/>
                <p:nvPr/>
              </p:nvPicPr>
              <p:blipFill>
                <a:blip r:embed="rId26"/>
                <a:stretch>
                  <a:fillRect/>
                </a:stretch>
              </p:blipFill>
              <p:spPr>
                <a:xfrm>
                  <a:off x="4026024" y="3126816"/>
                  <a:ext cx="291600" cy="108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395A6948-5F57-137E-2419-43EF9C016E55}"/>
                    </a:ext>
                  </a:extLst>
                </p14:cNvPr>
                <p14:cNvContentPartPr/>
                <p14:nvPr/>
              </p14:nvContentPartPr>
              <p14:xfrm>
                <a:off x="4050504" y="3278016"/>
                <a:ext cx="223560" cy="11340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395A6948-5F57-137E-2419-43EF9C016E55}"/>
                    </a:ext>
                  </a:extLst>
                </p:cNvPr>
                <p:cNvPicPr/>
                <p:nvPr/>
              </p:nvPicPr>
              <p:blipFill>
                <a:blip r:embed="rId28"/>
                <a:stretch>
                  <a:fillRect/>
                </a:stretch>
              </p:blipFill>
              <p:spPr>
                <a:xfrm>
                  <a:off x="4044384" y="3271896"/>
                  <a:ext cx="235800" cy="1256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29">
            <p14:nvContentPartPr>
              <p14:cNvPr id="34" name="Ink 33">
                <a:extLst>
                  <a:ext uri="{FF2B5EF4-FFF2-40B4-BE49-F238E27FC236}">
                    <a16:creationId xmlns:a16="http://schemas.microsoft.com/office/drawing/2014/main" id="{1CF7CF85-FB1C-FC09-C3AE-B804F5BE2437}"/>
                  </a:ext>
                </a:extLst>
              </p14:cNvPr>
              <p14:cNvContentPartPr/>
              <p14:nvPr/>
            </p14:nvContentPartPr>
            <p14:xfrm>
              <a:off x="2876396" y="3412335"/>
              <a:ext cx="150840" cy="98280"/>
            </p14:xfrm>
          </p:contentPart>
        </mc:Choice>
        <mc:Fallback xmlns="">
          <p:pic>
            <p:nvPicPr>
              <p:cNvPr id="34" name="Ink 33">
                <a:extLst>
                  <a:ext uri="{FF2B5EF4-FFF2-40B4-BE49-F238E27FC236}">
                    <a16:creationId xmlns:a16="http://schemas.microsoft.com/office/drawing/2014/main" id="{1CF7CF85-FB1C-FC09-C3AE-B804F5BE2437}"/>
                  </a:ext>
                </a:extLst>
              </p:cNvPr>
              <p:cNvPicPr/>
              <p:nvPr/>
            </p:nvPicPr>
            <p:blipFill>
              <a:blip r:embed="rId30"/>
              <a:stretch>
                <a:fillRect/>
              </a:stretch>
            </p:blipFill>
            <p:spPr>
              <a:xfrm>
                <a:off x="2870276" y="3406215"/>
                <a:ext cx="163080" cy="110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1">
            <p14:nvContentPartPr>
              <p14:cNvPr id="35" name="Ink 34">
                <a:extLst>
                  <a:ext uri="{FF2B5EF4-FFF2-40B4-BE49-F238E27FC236}">
                    <a16:creationId xmlns:a16="http://schemas.microsoft.com/office/drawing/2014/main" id="{4D405EC5-FEE9-1075-8585-B2FC4060A2AF}"/>
                  </a:ext>
                </a:extLst>
              </p14:cNvPr>
              <p14:cNvContentPartPr/>
              <p14:nvPr/>
            </p14:nvContentPartPr>
            <p14:xfrm>
              <a:off x="3525476" y="3448335"/>
              <a:ext cx="187200" cy="84960"/>
            </p14:xfrm>
          </p:contentPart>
        </mc:Choice>
        <mc:Fallback xmlns="">
          <p:pic>
            <p:nvPicPr>
              <p:cNvPr id="35" name="Ink 34">
                <a:extLst>
                  <a:ext uri="{FF2B5EF4-FFF2-40B4-BE49-F238E27FC236}">
                    <a16:creationId xmlns:a16="http://schemas.microsoft.com/office/drawing/2014/main" id="{4D405EC5-FEE9-1075-8585-B2FC4060A2AF}"/>
                  </a:ext>
                </a:extLst>
              </p:cNvPr>
              <p:cNvPicPr/>
              <p:nvPr/>
            </p:nvPicPr>
            <p:blipFill>
              <a:blip r:embed="rId32"/>
              <a:stretch>
                <a:fillRect/>
              </a:stretch>
            </p:blipFill>
            <p:spPr>
              <a:xfrm>
                <a:off x="3519356" y="3442215"/>
                <a:ext cx="199440" cy="97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3">
            <p14:nvContentPartPr>
              <p14:cNvPr id="36" name="Ink 35">
                <a:extLst>
                  <a:ext uri="{FF2B5EF4-FFF2-40B4-BE49-F238E27FC236}">
                    <a16:creationId xmlns:a16="http://schemas.microsoft.com/office/drawing/2014/main" id="{7DF09A94-77A5-6233-1BB6-1EA80C7418C8}"/>
                  </a:ext>
                </a:extLst>
              </p14:cNvPr>
              <p14:cNvContentPartPr/>
              <p14:nvPr/>
            </p14:nvContentPartPr>
            <p14:xfrm>
              <a:off x="2894756" y="3573615"/>
              <a:ext cx="146520" cy="111600"/>
            </p14:xfrm>
          </p:contentPart>
        </mc:Choice>
        <mc:Fallback xmlns="">
          <p:pic>
            <p:nvPicPr>
              <p:cNvPr id="36" name="Ink 35">
                <a:extLst>
                  <a:ext uri="{FF2B5EF4-FFF2-40B4-BE49-F238E27FC236}">
                    <a16:creationId xmlns:a16="http://schemas.microsoft.com/office/drawing/2014/main" id="{7DF09A94-77A5-6233-1BB6-1EA80C7418C8}"/>
                  </a:ext>
                </a:extLst>
              </p:cNvPr>
              <p:cNvPicPr/>
              <p:nvPr/>
            </p:nvPicPr>
            <p:blipFill>
              <a:blip r:embed="rId34"/>
              <a:stretch>
                <a:fillRect/>
              </a:stretch>
            </p:blipFill>
            <p:spPr>
              <a:xfrm>
                <a:off x="2888636" y="3567495"/>
                <a:ext cx="158760" cy="123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5">
            <p14:nvContentPartPr>
              <p14:cNvPr id="39" name="Ink 38">
                <a:extLst>
                  <a:ext uri="{FF2B5EF4-FFF2-40B4-BE49-F238E27FC236}">
                    <a16:creationId xmlns:a16="http://schemas.microsoft.com/office/drawing/2014/main" id="{5EDCBBBD-AB0B-3184-BC64-5B45C752BF4B}"/>
                  </a:ext>
                </a:extLst>
              </p14:cNvPr>
              <p14:cNvContentPartPr/>
              <p14:nvPr/>
            </p14:nvContentPartPr>
            <p14:xfrm>
              <a:off x="2911316" y="3721215"/>
              <a:ext cx="196200" cy="195840"/>
            </p14:xfrm>
          </p:contentPart>
        </mc:Choice>
        <mc:Fallback xmlns="">
          <p:pic>
            <p:nvPicPr>
              <p:cNvPr id="39" name="Ink 38">
                <a:extLst>
                  <a:ext uri="{FF2B5EF4-FFF2-40B4-BE49-F238E27FC236}">
                    <a16:creationId xmlns:a16="http://schemas.microsoft.com/office/drawing/2014/main" id="{5EDCBBBD-AB0B-3184-BC64-5B45C752BF4B}"/>
                  </a:ext>
                </a:extLst>
              </p:cNvPr>
              <p:cNvPicPr/>
              <p:nvPr/>
            </p:nvPicPr>
            <p:blipFill>
              <a:blip r:embed="rId36"/>
              <a:stretch>
                <a:fillRect/>
              </a:stretch>
            </p:blipFill>
            <p:spPr>
              <a:xfrm>
                <a:off x="2905207" y="3715095"/>
                <a:ext cx="208418" cy="208080"/>
              </a:xfrm>
              <a:prstGeom prst="rect">
                <a:avLst/>
              </a:prstGeom>
            </p:spPr>
          </p:pic>
        </mc:Fallback>
      </mc:AlternateContent>
      <p:grpSp>
        <p:nvGrpSpPr>
          <p:cNvPr id="44" name="Group 43">
            <a:extLst>
              <a:ext uri="{FF2B5EF4-FFF2-40B4-BE49-F238E27FC236}">
                <a16:creationId xmlns:a16="http://schemas.microsoft.com/office/drawing/2014/main" id="{359439CB-2C12-6352-70D7-F2A241588EF5}"/>
              </a:ext>
            </a:extLst>
          </p:cNvPr>
          <p:cNvGrpSpPr/>
          <p:nvPr/>
        </p:nvGrpSpPr>
        <p:grpSpPr>
          <a:xfrm>
            <a:off x="3479396" y="3578655"/>
            <a:ext cx="339480" cy="485640"/>
            <a:chOff x="3968064" y="3609576"/>
            <a:chExt cx="339480" cy="4856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7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8BA0FAD2-6075-57B8-F65E-DCF4F71B1DB6}"/>
                    </a:ext>
                  </a:extLst>
                </p14:cNvPr>
                <p14:cNvContentPartPr/>
                <p14:nvPr/>
              </p14:nvContentPartPr>
              <p14:xfrm>
                <a:off x="3968064" y="3609576"/>
                <a:ext cx="290160" cy="20988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8BA0FAD2-6075-57B8-F65E-DCF4F71B1DB6}"/>
                    </a:ext>
                  </a:extLst>
                </p:cNvPr>
                <p:cNvPicPr/>
                <p:nvPr/>
              </p:nvPicPr>
              <p:blipFill>
                <a:blip r:embed="rId38"/>
                <a:stretch>
                  <a:fillRect/>
                </a:stretch>
              </p:blipFill>
              <p:spPr>
                <a:xfrm>
                  <a:off x="3961944" y="3603456"/>
                  <a:ext cx="302400" cy="222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67790456-0617-EC08-1642-DC308EEBE3D0}"/>
                    </a:ext>
                  </a:extLst>
                </p14:cNvPr>
                <p14:cNvContentPartPr/>
                <p14:nvPr/>
              </p14:nvContentPartPr>
              <p14:xfrm>
                <a:off x="3986784" y="3838176"/>
                <a:ext cx="320760" cy="11304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67790456-0617-EC08-1642-DC308EEBE3D0}"/>
                    </a:ext>
                  </a:extLst>
                </p:cNvPr>
                <p:cNvPicPr/>
                <p:nvPr/>
              </p:nvPicPr>
              <p:blipFill>
                <a:blip r:embed="rId40"/>
                <a:stretch>
                  <a:fillRect/>
                </a:stretch>
              </p:blipFill>
              <p:spPr>
                <a:xfrm>
                  <a:off x="3980664" y="3832056"/>
                  <a:ext cx="333000" cy="12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B02C9510-8168-3922-6529-1C29C16D9EE4}"/>
                    </a:ext>
                  </a:extLst>
                </p14:cNvPr>
                <p14:cNvContentPartPr/>
                <p14:nvPr/>
              </p14:nvContentPartPr>
              <p14:xfrm>
                <a:off x="4050144" y="4008816"/>
                <a:ext cx="186480" cy="8640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B02C9510-8168-3922-6529-1C29C16D9EE4}"/>
                    </a:ext>
                  </a:extLst>
                </p:cNvPr>
                <p:cNvPicPr/>
                <p:nvPr/>
              </p:nvPicPr>
              <p:blipFill>
                <a:blip r:embed="rId42"/>
                <a:stretch>
                  <a:fillRect/>
                </a:stretch>
              </p:blipFill>
              <p:spPr>
                <a:xfrm>
                  <a:off x="4044024" y="4002696"/>
                  <a:ext cx="198720" cy="98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8" name="Group 67">
            <a:extLst>
              <a:ext uri="{FF2B5EF4-FFF2-40B4-BE49-F238E27FC236}">
                <a16:creationId xmlns:a16="http://schemas.microsoft.com/office/drawing/2014/main" id="{791E4210-A171-83F6-3F78-7C5FFBB2C4C4}"/>
              </a:ext>
            </a:extLst>
          </p:cNvPr>
          <p:cNvGrpSpPr/>
          <p:nvPr/>
        </p:nvGrpSpPr>
        <p:grpSpPr>
          <a:xfrm>
            <a:off x="2867036" y="4134495"/>
            <a:ext cx="916920" cy="1522800"/>
            <a:chOff x="3355704" y="4165416"/>
            <a:chExt cx="916920" cy="15228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3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7C7BBB51-43C2-EC36-8282-DC75B3AA6932}"/>
                    </a:ext>
                  </a:extLst>
                </p14:cNvPr>
                <p14:cNvContentPartPr/>
                <p14:nvPr/>
              </p14:nvContentPartPr>
              <p14:xfrm>
                <a:off x="4059144" y="4165416"/>
                <a:ext cx="188280" cy="11016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7C7BBB51-43C2-EC36-8282-DC75B3AA6932}"/>
                    </a:ext>
                  </a:extLst>
                </p:cNvPr>
                <p:cNvPicPr/>
                <p:nvPr/>
              </p:nvPicPr>
              <p:blipFill>
                <a:blip r:embed="rId44"/>
                <a:stretch>
                  <a:fillRect/>
                </a:stretch>
              </p:blipFill>
              <p:spPr>
                <a:xfrm>
                  <a:off x="4053024" y="4159296"/>
                  <a:ext cx="200520" cy="12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474AD2A7-1F41-E02F-67C9-6CD989F5E4B1}"/>
                    </a:ext>
                  </a:extLst>
                </p14:cNvPr>
                <p14:cNvContentPartPr/>
                <p14:nvPr/>
              </p14:nvContentPartPr>
              <p14:xfrm>
                <a:off x="3501864" y="4313736"/>
                <a:ext cx="207360" cy="10332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474AD2A7-1F41-E02F-67C9-6CD989F5E4B1}"/>
                    </a:ext>
                  </a:extLst>
                </p:cNvPr>
                <p:cNvPicPr/>
                <p:nvPr/>
              </p:nvPicPr>
              <p:blipFill>
                <a:blip r:embed="rId46"/>
                <a:stretch>
                  <a:fillRect/>
                </a:stretch>
              </p:blipFill>
              <p:spPr>
                <a:xfrm>
                  <a:off x="3495744" y="4307616"/>
                  <a:ext cx="219600" cy="115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5E4883E6-886A-8D3E-AA5E-68F9BEB88DCA}"/>
                    </a:ext>
                  </a:extLst>
                </p14:cNvPr>
                <p14:cNvContentPartPr/>
                <p14:nvPr/>
              </p14:nvContentPartPr>
              <p14:xfrm>
                <a:off x="3995784" y="4351896"/>
                <a:ext cx="218520" cy="9108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5E4883E6-886A-8D3E-AA5E-68F9BEB88DCA}"/>
                    </a:ext>
                  </a:extLst>
                </p:cNvPr>
                <p:cNvPicPr/>
                <p:nvPr/>
              </p:nvPicPr>
              <p:blipFill>
                <a:blip r:embed="rId48"/>
                <a:stretch>
                  <a:fillRect/>
                </a:stretch>
              </p:blipFill>
              <p:spPr>
                <a:xfrm>
                  <a:off x="3989664" y="4345776"/>
                  <a:ext cx="230760" cy="103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9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B0D93603-C9F9-33F0-2826-46AB284E0B42}"/>
                    </a:ext>
                  </a:extLst>
                </p14:cNvPr>
                <p14:cNvContentPartPr/>
                <p14:nvPr/>
              </p14:nvContentPartPr>
              <p14:xfrm>
                <a:off x="3447144" y="4514256"/>
                <a:ext cx="170640" cy="87120"/>
              </p14:xfrm>
            </p:contentPart>
          </mc:Choice>
          <mc:Fallback xmlns=""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B0D93603-C9F9-33F0-2826-46AB284E0B42}"/>
                    </a:ext>
                  </a:extLst>
                </p:cNvPr>
                <p:cNvPicPr/>
                <p:nvPr/>
              </p:nvPicPr>
              <p:blipFill>
                <a:blip r:embed="rId50"/>
                <a:stretch>
                  <a:fillRect/>
                </a:stretch>
              </p:blipFill>
              <p:spPr>
                <a:xfrm>
                  <a:off x="3441024" y="4508136"/>
                  <a:ext cx="182880" cy="99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1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C5CD841F-0B70-1B2E-095C-5EA0B47707F8}"/>
                    </a:ext>
                  </a:extLst>
                </p14:cNvPr>
                <p14:cNvContentPartPr/>
                <p14:nvPr/>
              </p14:nvContentPartPr>
              <p14:xfrm>
                <a:off x="4005144" y="4472496"/>
                <a:ext cx="229320" cy="176400"/>
              </p14:xfrm>
            </p:contentPart>
          </mc:Choice>
          <mc:Fallback xmlns=""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C5CD841F-0B70-1B2E-095C-5EA0B47707F8}"/>
                    </a:ext>
                  </a:extLst>
                </p:cNvPr>
                <p:cNvPicPr/>
                <p:nvPr/>
              </p:nvPicPr>
              <p:blipFill>
                <a:blip r:embed="rId52"/>
                <a:stretch>
                  <a:fillRect/>
                </a:stretch>
              </p:blipFill>
              <p:spPr>
                <a:xfrm>
                  <a:off x="3999024" y="4466376"/>
                  <a:ext cx="241560" cy="188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3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708CEB80-68B2-7261-E107-98CDD9BC2973}"/>
                    </a:ext>
                  </a:extLst>
                </p14:cNvPr>
                <p14:cNvContentPartPr/>
                <p14:nvPr/>
              </p14:nvContentPartPr>
              <p14:xfrm>
                <a:off x="3977424" y="4705416"/>
                <a:ext cx="260640" cy="115200"/>
              </p14:xfrm>
            </p:contentPart>
          </mc:Choice>
          <mc:Fallback xmlns=""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708CEB80-68B2-7261-E107-98CDD9BC2973}"/>
                    </a:ext>
                  </a:extLst>
                </p:cNvPr>
                <p:cNvPicPr/>
                <p:nvPr/>
              </p:nvPicPr>
              <p:blipFill>
                <a:blip r:embed="rId54"/>
                <a:stretch>
                  <a:fillRect/>
                </a:stretch>
              </p:blipFill>
              <p:spPr>
                <a:xfrm>
                  <a:off x="3971304" y="4699296"/>
                  <a:ext cx="272880" cy="12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5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07F491A6-E3EB-5CF7-5E1E-56B9806C1088}"/>
                    </a:ext>
                  </a:extLst>
                </p14:cNvPr>
                <p14:cNvContentPartPr/>
                <p14:nvPr/>
              </p14:nvContentPartPr>
              <p14:xfrm>
                <a:off x="3418344" y="4675896"/>
                <a:ext cx="214560" cy="149760"/>
              </p14:xfrm>
            </p:contentPart>
          </mc:Choice>
          <mc:Fallback xmlns=""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07F491A6-E3EB-5CF7-5E1E-56B9806C1088}"/>
                    </a:ext>
                  </a:extLst>
                </p:cNvPr>
                <p:cNvPicPr/>
                <p:nvPr/>
              </p:nvPicPr>
              <p:blipFill>
                <a:blip r:embed="rId56"/>
                <a:stretch>
                  <a:fillRect/>
                </a:stretch>
              </p:blipFill>
              <p:spPr>
                <a:xfrm>
                  <a:off x="3412224" y="4669776"/>
                  <a:ext cx="226800" cy="16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7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545FB490-0DA7-4CF2-AB3A-70E13F8CB07B}"/>
                    </a:ext>
                  </a:extLst>
                </p14:cNvPr>
                <p14:cNvContentPartPr/>
                <p14:nvPr/>
              </p14:nvContentPartPr>
              <p14:xfrm>
                <a:off x="3410424" y="4834656"/>
                <a:ext cx="179640" cy="122760"/>
              </p14:xfrm>
            </p:contentPart>
          </mc:Choice>
          <mc:Fallback xmlns=""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545FB490-0DA7-4CF2-AB3A-70E13F8CB07B}"/>
                    </a:ext>
                  </a:extLst>
                </p:cNvPr>
                <p:cNvPicPr/>
                <p:nvPr/>
              </p:nvPicPr>
              <p:blipFill>
                <a:blip r:embed="rId58"/>
                <a:stretch>
                  <a:fillRect/>
                </a:stretch>
              </p:blipFill>
              <p:spPr>
                <a:xfrm>
                  <a:off x="3404304" y="4828536"/>
                  <a:ext cx="191880" cy="13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9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411B2220-D2DD-1750-4DF7-60491B5B77BF}"/>
                    </a:ext>
                  </a:extLst>
                </p14:cNvPr>
                <p14:cNvContentPartPr/>
                <p14:nvPr/>
              </p14:nvContentPartPr>
              <p14:xfrm>
                <a:off x="3950064" y="4889736"/>
                <a:ext cx="280800" cy="81360"/>
              </p14:xfrm>
            </p:contentPart>
          </mc:Choice>
          <mc:Fallback xmlns=""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411B2220-D2DD-1750-4DF7-60491B5B77BF}"/>
                    </a:ext>
                  </a:extLst>
                </p:cNvPr>
                <p:cNvPicPr/>
                <p:nvPr/>
              </p:nvPicPr>
              <p:blipFill>
                <a:blip r:embed="rId60"/>
                <a:stretch>
                  <a:fillRect/>
                </a:stretch>
              </p:blipFill>
              <p:spPr>
                <a:xfrm>
                  <a:off x="3943944" y="4883616"/>
                  <a:ext cx="293040" cy="93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1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1C1AF381-D659-9101-2FAC-6F693C8E4D8D}"/>
                    </a:ext>
                  </a:extLst>
                </p14:cNvPr>
                <p14:cNvContentPartPr/>
                <p14:nvPr/>
              </p14:nvContentPartPr>
              <p14:xfrm>
                <a:off x="3355704" y="5026536"/>
                <a:ext cx="170640" cy="138240"/>
              </p14:xfrm>
            </p:contentPart>
          </mc:Choice>
          <mc:Fallback xmlns=""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1C1AF381-D659-9101-2FAC-6F693C8E4D8D}"/>
                    </a:ext>
                  </a:extLst>
                </p:cNvPr>
                <p:cNvPicPr/>
                <p:nvPr/>
              </p:nvPicPr>
              <p:blipFill>
                <a:blip r:embed="rId62"/>
                <a:stretch>
                  <a:fillRect/>
                </a:stretch>
              </p:blipFill>
              <p:spPr>
                <a:xfrm>
                  <a:off x="3349584" y="5020416"/>
                  <a:ext cx="182880" cy="15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3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8C06BB95-EF5D-BEB4-BD5A-2C07FD32DEB0}"/>
                    </a:ext>
                  </a:extLst>
                </p14:cNvPr>
                <p14:cNvContentPartPr/>
                <p14:nvPr/>
              </p14:nvContentPartPr>
              <p14:xfrm>
                <a:off x="3428784" y="5196816"/>
                <a:ext cx="140040" cy="121680"/>
              </p14:xfrm>
            </p:contentPart>
          </mc:Choice>
          <mc:Fallback xmlns=""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8C06BB95-EF5D-BEB4-BD5A-2C07FD32DEB0}"/>
                    </a:ext>
                  </a:extLst>
                </p:cNvPr>
                <p:cNvPicPr/>
                <p:nvPr/>
              </p:nvPicPr>
              <p:blipFill>
                <a:blip r:embed="rId64"/>
                <a:stretch>
                  <a:fillRect/>
                </a:stretch>
              </p:blipFill>
              <p:spPr>
                <a:xfrm>
                  <a:off x="3422664" y="5190696"/>
                  <a:ext cx="152280" cy="13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5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6C346387-325D-C744-0CB3-0688AFEDBDCB}"/>
                    </a:ext>
                  </a:extLst>
                </p14:cNvPr>
                <p14:cNvContentPartPr/>
                <p14:nvPr/>
              </p14:nvContentPartPr>
              <p14:xfrm>
                <a:off x="3950064" y="5039496"/>
                <a:ext cx="178200" cy="88200"/>
              </p14:xfrm>
            </p:contentPart>
          </mc:Choice>
          <mc:Fallback xmlns=""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6C346387-325D-C744-0CB3-0688AFEDBDCB}"/>
                    </a:ext>
                  </a:extLst>
                </p:cNvPr>
                <p:cNvPicPr/>
                <p:nvPr/>
              </p:nvPicPr>
              <p:blipFill>
                <a:blip r:embed="rId66"/>
                <a:stretch>
                  <a:fillRect/>
                </a:stretch>
              </p:blipFill>
              <p:spPr>
                <a:xfrm>
                  <a:off x="3943944" y="5033376"/>
                  <a:ext cx="190440" cy="100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7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E0AD3564-A33A-7D3D-7DE1-ADE65D263E67}"/>
                    </a:ext>
                  </a:extLst>
                </p14:cNvPr>
                <p14:cNvContentPartPr/>
                <p14:nvPr/>
              </p14:nvContentPartPr>
              <p14:xfrm>
                <a:off x="3986784" y="5143896"/>
                <a:ext cx="214920" cy="164520"/>
              </p14:xfrm>
            </p:contentPart>
          </mc:Choice>
          <mc:Fallback xmlns=""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E0AD3564-A33A-7D3D-7DE1-ADE65D263E67}"/>
                    </a:ext>
                  </a:extLst>
                </p:cNvPr>
                <p:cNvPicPr/>
                <p:nvPr/>
              </p:nvPicPr>
              <p:blipFill>
                <a:blip r:embed="rId68"/>
                <a:stretch>
                  <a:fillRect/>
                </a:stretch>
              </p:blipFill>
              <p:spPr>
                <a:xfrm>
                  <a:off x="3980664" y="5137776"/>
                  <a:ext cx="227160" cy="176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9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2B15C78B-3A62-12ED-946B-4C1D34427178}"/>
                    </a:ext>
                  </a:extLst>
                </p14:cNvPr>
                <p14:cNvContentPartPr/>
                <p14:nvPr/>
              </p14:nvContentPartPr>
              <p14:xfrm>
                <a:off x="3437784" y="5384016"/>
                <a:ext cx="142200" cy="132840"/>
              </p14:xfrm>
            </p:contentPart>
          </mc:Choice>
          <mc:Fallback xmlns=""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2B15C78B-3A62-12ED-946B-4C1D34427178}"/>
                    </a:ext>
                  </a:extLst>
                </p:cNvPr>
                <p:cNvPicPr/>
                <p:nvPr/>
              </p:nvPicPr>
              <p:blipFill>
                <a:blip r:embed="rId70"/>
                <a:stretch>
                  <a:fillRect/>
                </a:stretch>
              </p:blipFill>
              <p:spPr>
                <a:xfrm>
                  <a:off x="3431664" y="5377896"/>
                  <a:ext cx="154440" cy="14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1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A6C89431-A9A7-6A20-A8A2-B4B84E8678CD}"/>
                    </a:ext>
                  </a:extLst>
                </p14:cNvPr>
                <p14:cNvContentPartPr/>
                <p14:nvPr/>
              </p14:nvContentPartPr>
              <p14:xfrm>
                <a:off x="3986784" y="5377536"/>
                <a:ext cx="285840" cy="120240"/>
              </p14:xfrm>
            </p:contentPart>
          </mc:Choice>
          <mc:Fallback xmlns=""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A6C89431-A9A7-6A20-A8A2-B4B84E8678CD}"/>
                    </a:ext>
                  </a:extLst>
                </p:cNvPr>
                <p:cNvPicPr/>
                <p:nvPr/>
              </p:nvPicPr>
              <p:blipFill>
                <a:blip r:embed="rId72"/>
                <a:stretch>
                  <a:fillRect/>
                </a:stretch>
              </p:blipFill>
              <p:spPr>
                <a:xfrm>
                  <a:off x="3980664" y="5371416"/>
                  <a:ext cx="298080" cy="13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3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D44928E9-4FFE-FB01-6F14-C57EADDD560A}"/>
                    </a:ext>
                  </a:extLst>
                </p14:cNvPr>
                <p14:cNvContentPartPr/>
                <p14:nvPr/>
              </p14:nvContentPartPr>
              <p14:xfrm>
                <a:off x="3474504" y="5580936"/>
                <a:ext cx="231840" cy="107280"/>
              </p14:xfrm>
            </p:contentPart>
          </mc:Choice>
          <mc:Fallback xmlns=""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D44928E9-4FFE-FB01-6F14-C57EADDD560A}"/>
                    </a:ext>
                  </a:extLst>
                </p:cNvPr>
                <p:cNvPicPr/>
                <p:nvPr/>
              </p:nvPicPr>
              <p:blipFill>
                <a:blip r:embed="rId74"/>
                <a:stretch>
                  <a:fillRect/>
                </a:stretch>
              </p:blipFill>
              <p:spPr>
                <a:xfrm>
                  <a:off x="3468384" y="5574816"/>
                  <a:ext cx="244080" cy="11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5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3A72BFF0-E3FA-EF78-BEB4-C3EFC86954A8}"/>
                    </a:ext>
                  </a:extLst>
                </p14:cNvPr>
                <p14:cNvContentPartPr/>
                <p14:nvPr/>
              </p14:nvContentPartPr>
              <p14:xfrm>
                <a:off x="3894984" y="5533416"/>
                <a:ext cx="293400" cy="145080"/>
              </p14:xfrm>
            </p:contentPart>
          </mc:Choice>
          <mc:Fallback xmlns=""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3A72BFF0-E3FA-EF78-BEB4-C3EFC86954A8}"/>
                    </a:ext>
                  </a:extLst>
                </p:cNvPr>
                <p:cNvPicPr/>
                <p:nvPr/>
              </p:nvPicPr>
              <p:blipFill>
                <a:blip r:embed="rId76"/>
                <a:stretch>
                  <a:fillRect/>
                </a:stretch>
              </p:blipFill>
              <p:spPr>
                <a:xfrm>
                  <a:off x="3888864" y="5527296"/>
                  <a:ext cx="305640" cy="1573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77">
            <p14:nvContentPartPr>
              <p14:cNvPr id="70" name="Ink 69">
                <a:extLst>
                  <a:ext uri="{FF2B5EF4-FFF2-40B4-BE49-F238E27FC236}">
                    <a16:creationId xmlns:a16="http://schemas.microsoft.com/office/drawing/2014/main" id="{4C1DB007-DC45-32EF-8FD5-22D36DE16C1A}"/>
                  </a:ext>
                </a:extLst>
              </p14:cNvPr>
              <p14:cNvContentPartPr/>
              <p14:nvPr/>
            </p14:nvContentPartPr>
            <p14:xfrm>
              <a:off x="2930756" y="5708775"/>
              <a:ext cx="152640" cy="90720"/>
            </p14:xfrm>
          </p:contentPart>
        </mc:Choice>
        <mc:Fallback xmlns="">
          <p:pic>
            <p:nvPicPr>
              <p:cNvPr id="70" name="Ink 69">
                <a:extLst>
                  <a:ext uri="{FF2B5EF4-FFF2-40B4-BE49-F238E27FC236}">
                    <a16:creationId xmlns:a16="http://schemas.microsoft.com/office/drawing/2014/main" id="{4C1DB007-DC45-32EF-8FD5-22D36DE16C1A}"/>
                  </a:ext>
                </a:extLst>
              </p:cNvPr>
              <p:cNvPicPr/>
              <p:nvPr/>
            </p:nvPicPr>
            <p:blipFill>
              <a:blip r:embed="rId78"/>
              <a:stretch>
                <a:fillRect/>
              </a:stretch>
            </p:blipFill>
            <p:spPr>
              <a:xfrm>
                <a:off x="2924636" y="5702655"/>
                <a:ext cx="164880" cy="102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9">
            <p14:nvContentPartPr>
              <p14:cNvPr id="71" name="Ink 70">
                <a:extLst>
                  <a:ext uri="{FF2B5EF4-FFF2-40B4-BE49-F238E27FC236}">
                    <a16:creationId xmlns:a16="http://schemas.microsoft.com/office/drawing/2014/main" id="{CE9CD6A9-23B7-0AD9-F668-032981A4DA4B}"/>
                  </a:ext>
                </a:extLst>
              </p14:cNvPr>
              <p14:cNvContentPartPr/>
              <p14:nvPr/>
            </p14:nvContentPartPr>
            <p14:xfrm>
              <a:off x="3479396" y="5709855"/>
              <a:ext cx="197280" cy="103320"/>
            </p14:xfrm>
          </p:contentPart>
        </mc:Choice>
        <mc:Fallback xmlns="">
          <p:pic>
            <p:nvPicPr>
              <p:cNvPr id="71" name="Ink 70">
                <a:extLst>
                  <a:ext uri="{FF2B5EF4-FFF2-40B4-BE49-F238E27FC236}">
                    <a16:creationId xmlns:a16="http://schemas.microsoft.com/office/drawing/2014/main" id="{CE9CD6A9-23B7-0AD9-F668-032981A4DA4B}"/>
                  </a:ext>
                </a:extLst>
              </p:cNvPr>
              <p:cNvPicPr/>
              <p:nvPr/>
            </p:nvPicPr>
            <p:blipFill>
              <a:blip r:embed="rId80"/>
              <a:stretch>
                <a:fillRect/>
              </a:stretch>
            </p:blipFill>
            <p:spPr>
              <a:xfrm>
                <a:off x="3473276" y="5703756"/>
                <a:ext cx="209520" cy="115518"/>
              </a:xfrm>
              <a:prstGeom prst="rect">
                <a:avLst/>
              </a:prstGeom>
            </p:spPr>
          </p:pic>
        </mc:Fallback>
      </mc:AlternateContent>
      <p:grpSp>
        <p:nvGrpSpPr>
          <p:cNvPr id="74" name="Group 73">
            <a:extLst>
              <a:ext uri="{FF2B5EF4-FFF2-40B4-BE49-F238E27FC236}">
                <a16:creationId xmlns:a16="http://schemas.microsoft.com/office/drawing/2014/main" id="{A76DCF1E-C12A-3CA4-20F6-95051F76DB80}"/>
              </a:ext>
            </a:extLst>
          </p:cNvPr>
          <p:cNvGrpSpPr/>
          <p:nvPr/>
        </p:nvGrpSpPr>
        <p:grpSpPr>
          <a:xfrm>
            <a:off x="2894756" y="3924615"/>
            <a:ext cx="319320" cy="339120"/>
            <a:chOff x="3383424" y="3955536"/>
            <a:chExt cx="319320" cy="3391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81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066737DA-20B7-45B8-48D6-F176AB9D7FDF}"/>
                    </a:ext>
                  </a:extLst>
                </p14:cNvPr>
                <p14:cNvContentPartPr/>
                <p14:nvPr/>
              </p14:nvContentPartPr>
              <p14:xfrm>
                <a:off x="3383424" y="3955536"/>
                <a:ext cx="224280" cy="129240"/>
              </p14:xfrm>
            </p:contentPart>
          </mc:Choice>
          <mc:Fallback xmlns=""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066737DA-20B7-45B8-48D6-F176AB9D7FDF}"/>
                    </a:ext>
                  </a:extLst>
                </p:cNvPr>
                <p:cNvPicPr/>
                <p:nvPr/>
              </p:nvPicPr>
              <p:blipFill>
                <a:blip r:embed="rId82"/>
                <a:stretch>
                  <a:fillRect/>
                </a:stretch>
              </p:blipFill>
              <p:spPr>
                <a:xfrm>
                  <a:off x="3377304" y="3949416"/>
                  <a:ext cx="236520" cy="141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3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A612E109-000F-35BA-C1E1-1F85238C6C68}"/>
                    </a:ext>
                  </a:extLst>
                </p14:cNvPr>
                <p14:cNvContentPartPr/>
                <p14:nvPr/>
              </p14:nvContentPartPr>
              <p14:xfrm>
                <a:off x="3401424" y="4123656"/>
                <a:ext cx="301320" cy="171000"/>
              </p14:xfrm>
            </p:contentPart>
          </mc:Choice>
          <mc:Fallback xmlns=""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A612E109-000F-35BA-C1E1-1F85238C6C68}"/>
                    </a:ext>
                  </a:extLst>
                </p:cNvPr>
                <p:cNvPicPr/>
                <p:nvPr/>
              </p:nvPicPr>
              <p:blipFill>
                <a:blip r:embed="rId84"/>
                <a:stretch>
                  <a:fillRect/>
                </a:stretch>
              </p:blipFill>
              <p:spPr>
                <a:xfrm>
                  <a:off x="3395304" y="4117536"/>
                  <a:ext cx="313560" cy="183240"/>
                </a:xfrm>
                <a:prstGeom prst="rect">
                  <a:avLst/>
                </a:prstGeom>
              </p:spPr>
            </p:pic>
          </mc:Fallback>
        </mc:AlternateContent>
      </p:grpSp>
      <p:sp>
        <p:nvSpPr>
          <p:cNvPr id="75" name="TextBox 74">
            <a:extLst>
              <a:ext uri="{FF2B5EF4-FFF2-40B4-BE49-F238E27FC236}">
                <a16:creationId xmlns:a16="http://schemas.microsoft.com/office/drawing/2014/main" id="{CFCF6E95-55C1-DAC2-D320-4E9FAA8160C6}"/>
              </a:ext>
            </a:extLst>
          </p:cNvPr>
          <p:cNvSpPr txBox="1"/>
          <p:nvPr/>
        </p:nvSpPr>
        <p:spPr>
          <a:xfrm>
            <a:off x="11305814" y="2651932"/>
            <a:ext cx="51167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1655</a:t>
            </a:r>
            <a:endParaRPr lang="en-SG" sz="1200" dirty="0"/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7BEDB3FE-EC29-5D57-1151-5EF32CC150BF}"/>
              </a:ext>
            </a:extLst>
          </p:cNvPr>
          <p:cNvSpPr txBox="1"/>
          <p:nvPr/>
        </p:nvSpPr>
        <p:spPr>
          <a:xfrm>
            <a:off x="11391584" y="2397636"/>
            <a:ext cx="67839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1870</a:t>
            </a:r>
            <a:endParaRPr lang="en-SG" sz="1200" dirty="0"/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B318CFC0-CFDC-2207-F9ED-04DE96161638}"/>
              </a:ext>
            </a:extLst>
          </p:cNvPr>
          <p:cNvSpPr txBox="1"/>
          <p:nvPr/>
        </p:nvSpPr>
        <p:spPr>
          <a:xfrm>
            <a:off x="11296439" y="2007594"/>
            <a:ext cx="56938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1932</a:t>
            </a:r>
            <a:endParaRPr lang="en-SG" sz="1400" dirty="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F2B9E4AF-5EDF-C511-421D-C90F6A77FCDF}"/>
              </a:ext>
            </a:extLst>
          </p:cNvPr>
          <p:cNvSpPr txBox="1"/>
          <p:nvPr/>
        </p:nvSpPr>
        <p:spPr>
          <a:xfrm>
            <a:off x="5686285" y="3205211"/>
            <a:ext cx="48230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1270</a:t>
            </a:r>
            <a:endParaRPr lang="en-SG" sz="1000" dirty="0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70BAA290-7304-16EB-FFF5-7DE7A05D4F11}"/>
              </a:ext>
            </a:extLst>
          </p:cNvPr>
          <p:cNvSpPr txBox="1"/>
          <p:nvPr/>
        </p:nvSpPr>
        <p:spPr>
          <a:xfrm>
            <a:off x="5710300" y="3401485"/>
            <a:ext cx="48230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1120</a:t>
            </a:r>
            <a:endParaRPr lang="en-SG" sz="1000" dirty="0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63CA5A15-EBA2-DF12-A7F4-6D72C51E6076}"/>
              </a:ext>
            </a:extLst>
          </p:cNvPr>
          <p:cNvSpPr txBox="1"/>
          <p:nvPr/>
        </p:nvSpPr>
        <p:spPr>
          <a:xfrm>
            <a:off x="5766490" y="3601605"/>
            <a:ext cx="48230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970</a:t>
            </a:r>
            <a:endParaRPr lang="en-SG" sz="1000" dirty="0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32ECF819-048D-A1A4-DB31-F3022F1E35D9}"/>
              </a:ext>
            </a:extLst>
          </p:cNvPr>
          <p:cNvSpPr txBox="1"/>
          <p:nvPr/>
        </p:nvSpPr>
        <p:spPr>
          <a:xfrm>
            <a:off x="5777510" y="3802763"/>
            <a:ext cx="48230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820</a:t>
            </a:r>
            <a:endParaRPr lang="en-SG" sz="1000" dirty="0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17EDF60D-DA28-103E-CAD4-095906CD3906}"/>
              </a:ext>
            </a:extLst>
          </p:cNvPr>
          <p:cNvSpPr txBox="1"/>
          <p:nvPr/>
        </p:nvSpPr>
        <p:spPr>
          <a:xfrm>
            <a:off x="5756643" y="4027311"/>
            <a:ext cx="48230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670</a:t>
            </a:r>
            <a:endParaRPr lang="en-SG" sz="1000" dirty="0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10AEE16E-339A-C320-8C19-058613DB67C6}"/>
              </a:ext>
            </a:extLst>
          </p:cNvPr>
          <p:cNvSpPr txBox="1"/>
          <p:nvPr/>
        </p:nvSpPr>
        <p:spPr>
          <a:xfrm>
            <a:off x="5755372" y="4224651"/>
            <a:ext cx="48230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520</a:t>
            </a:r>
            <a:endParaRPr lang="en-SG" sz="1000" dirty="0"/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46A4B45E-C95C-9841-F31D-C87B9D97D86D}"/>
              </a:ext>
            </a:extLst>
          </p:cNvPr>
          <p:cNvSpPr txBox="1"/>
          <p:nvPr/>
        </p:nvSpPr>
        <p:spPr>
          <a:xfrm>
            <a:off x="5747303" y="4451671"/>
            <a:ext cx="48230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370</a:t>
            </a:r>
            <a:endParaRPr lang="en-SG" sz="1000" dirty="0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E1128173-FF02-C432-FB14-EB637F64BD1F}"/>
              </a:ext>
            </a:extLst>
          </p:cNvPr>
          <p:cNvSpPr txBox="1"/>
          <p:nvPr/>
        </p:nvSpPr>
        <p:spPr>
          <a:xfrm>
            <a:off x="5751338" y="4639710"/>
            <a:ext cx="48230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220</a:t>
            </a:r>
            <a:endParaRPr lang="en-SG" sz="1000" dirty="0"/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5C0B78A4-7F21-5267-8FE0-F128C8497D0D}"/>
              </a:ext>
            </a:extLst>
          </p:cNvPr>
          <p:cNvSpPr txBox="1"/>
          <p:nvPr/>
        </p:nvSpPr>
        <p:spPr>
          <a:xfrm>
            <a:off x="5790350" y="4836765"/>
            <a:ext cx="48230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70</a:t>
            </a:r>
            <a:endParaRPr lang="en-SG" sz="1000" dirty="0"/>
          </a:p>
        </p:txBody>
      </p:sp>
    </p:spTree>
    <p:extLst>
      <p:ext uri="{BB962C8B-B14F-4D97-AF65-F5344CB8AC3E}">
        <p14:creationId xmlns:p14="http://schemas.microsoft.com/office/powerpoint/2010/main" val="20198282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1399</TotalTime>
  <Words>105</Words>
  <Application>Microsoft Office PowerPoint</Application>
  <PresentationFormat>Widescreen</PresentationFormat>
  <Paragraphs>87</Paragraphs>
  <Slides>8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3" baseType="lpstr">
      <vt:lpstr>Aptos</vt:lpstr>
      <vt:lpstr>Aptos Display</vt:lpstr>
      <vt:lpstr>Arial</vt:lpstr>
      <vt:lpstr>Calibri</vt:lpstr>
      <vt:lpstr>Office Theme</vt:lpstr>
      <vt:lpstr>PBU Walls(TMP Points)</vt:lpstr>
      <vt:lpstr>Wall 1</vt:lpstr>
      <vt:lpstr>Wall 2</vt:lpstr>
      <vt:lpstr>Wall 3</vt:lpstr>
      <vt:lpstr>Wall 4</vt:lpstr>
      <vt:lpstr>Wall 5</vt:lpstr>
      <vt:lpstr>Wall 6</vt:lpstr>
      <vt:lpstr>Floor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Mok Zhi Zhuan</dc:creator>
  <cp:lastModifiedBy>Mok Zhi Zhuan</cp:lastModifiedBy>
  <cp:revision>35</cp:revision>
  <cp:lastPrinted>2025-07-18T01:56:59Z</cp:lastPrinted>
  <dcterms:created xsi:type="dcterms:W3CDTF">2025-05-08T09:43:42Z</dcterms:created>
  <dcterms:modified xsi:type="dcterms:W3CDTF">2025-07-23T05:28:06Z</dcterms:modified>
</cp:coreProperties>
</file>