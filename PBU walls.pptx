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9BB8-CEDC-457A-8B94-A349A5D0E58E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477B1-9F9A-4C89-8769-3CFBC39C419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920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1132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477B1-9F9A-4C89-8769-3CFBC39C4193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8237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FFC63-1C3A-A9F3-62E0-85E8469D3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DCE42-63B8-C636-9479-659D2E13B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A4C25-D071-1A7E-320F-6B9DE883D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4C802-C619-104E-92CC-E46EFF24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8A4-5A0E-C46B-6E19-9D6DDEA2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749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0DE1-A763-4B5D-6C98-0C7782BA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AAC2-1190-686D-1D4E-54607EFC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173C8-723E-3FFC-C70C-50742CF56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8A16-C94F-9F3D-AB8C-70714B92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93D38-8E5D-7370-01BA-6C413C4D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07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5AAD-B376-70C5-FBE4-DBD11F96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7F48-FF4C-BDE0-C1C8-0920D07CE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0878D-A073-8573-0483-4A6C6E32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E27A5-0B78-0050-0797-412B0DA2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89678-F680-53D4-2E51-35275CE0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805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2762-6EDA-2928-6D49-85ADC5BA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0F5E3-4EA6-BE17-AC15-9A0CA9F7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A60D0-BF14-A70F-FE82-EC144981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167FC-ECEA-77A1-8B63-11FCCAD9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95ABB-65F6-8C0C-553C-AFFE05EE4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D0208-5B23-273A-B943-7F0D1DA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279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B431-E67D-904E-323D-D262DE12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3E268-EA73-C23A-FB08-685E1119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93BE6-8F61-8020-DD0F-A8363A0CE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DE2B7-C1F3-575A-6492-DCA375B9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9C2D1-15B3-7339-4A79-2AAD5E6A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DC0FF9-B450-F845-EF9E-EF5328A6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59187-70C0-9CD7-B3F0-38DF202E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440C68-DA10-4ECD-7679-2C89C8F5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422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6076-D95A-F030-4554-C9950B59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7CEC7-A8B9-217F-E485-50C00645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23490-BCB8-357B-EF51-D3ACADE1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B516F-B446-9DA9-EE46-024CA80C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922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17AD2-7258-1BEF-E584-D9D358BC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4AF1C-687F-4DE1-4AA4-F8EC80AC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37916-8B3F-E6E2-D701-BAEDB886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213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37F7-0A9B-15A1-7BF8-9A5B474AB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AB115-416A-A432-FCC6-AB42782A2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BD7ACE-F945-2395-EBF6-DD3B4FA09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23577-FC33-9B8A-016A-0B196904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039EA5-0CD9-118C-3FE5-8A6B5E66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4A017-1128-D440-0E4D-29DF57D1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073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129A-566A-0AED-85AC-A8107125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6FD61-C116-A1ED-45E6-7B00E0C8F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C4052-FEF3-5BBD-7520-AC1598052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BB9E5-795E-25A3-2B79-0034CCA2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03D48-EF26-2C82-A53F-3B47A9F8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2FE8E-52CD-3C07-2606-76DA8734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575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F8E7-377E-C99B-F89F-1728AF4B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173A6-1845-9ECB-517E-D7A2B385E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2DB1-BA4D-CDE9-30C6-FB142E6F8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2AC81-120C-83B5-A28D-DE73C785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68DDC-C53D-1CDD-F0BC-FCE0E067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66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D658FF-0077-3B2A-9B94-C80497336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E772B-7289-0A29-65AA-B04FB01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019DC-947D-E427-7E20-8CDB40DE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158CF-1E4C-16D7-5A8B-8A6DD10A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B6316-7725-DCA5-421C-C8516BEF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777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37656-A478-677B-3B01-C9D9983FE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7A546-4C77-7309-64FD-D8F7D32BB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0BC1B-72BD-49E9-3B09-CC050F284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B7D9E-7001-4EF6-B630-F6AE7747FACD}" type="datetimeFigureOut">
              <a:rPr lang="en-SG" smtClean="0"/>
              <a:t>19/5/2025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3A40-7279-869A-39B0-97F248C96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4D762-C599-BA33-E14C-B7CE11717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7AA10-58A7-49DF-80F5-B237D64D307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942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CD77E-C50A-F4C5-38F7-729361E0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PBU Walls(TMP Base)</a:t>
            </a:r>
          </a:p>
        </p:txBody>
      </p:sp>
    </p:spTree>
    <p:extLst>
      <p:ext uri="{BB962C8B-B14F-4D97-AF65-F5344CB8AC3E}">
        <p14:creationId xmlns:p14="http://schemas.microsoft.com/office/powerpoint/2010/main" val="31360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581F6-6B83-29ED-A0C8-2FBC0A86F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Wall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F8CAE-BC15-31A1-1EB8-8F5D8E7E3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48" y="2903886"/>
            <a:ext cx="5131088" cy="2552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916CBD-C216-6DE0-60B6-D66B23C163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" r="16638" b="2"/>
          <a:stretch/>
        </p:blipFill>
        <p:spPr>
          <a:xfrm>
            <a:off x="6345165" y="2217815"/>
            <a:ext cx="4405487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9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482E2-960A-D8DF-EFB1-B8F48265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DA6D5-40B1-9223-C320-423581768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490" y="726016"/>
            <a:ext cx="2495285" cy="28517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CB4F34-ED5B-F40E-1583-D55E9F423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298" y="4490886"/>
            <a:ext cx="9516803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05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1BEDE-DDE3-5402-D002-7876859C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5C8A1C-F288-602F-C716-146E7DB50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166" y="714380"/>
            <a:ext cx="1636773" cy="3657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009ADD-3E33-22F0-DE5A-E0BC1EED2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9" y="4805309"/>
            <a:ext cx="953585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3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427488-068E-4B55-AC8D-CD070B8CD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EC401A-BC46-41FC-AD55-F7810C3CF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87F808-5648-477A-80D6-A0F3BF6DF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A116CF9-DCF6-4F08-B01A-D5F353F83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4D26783-C1CA-4BE1-9D40-3EA516AE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0AF199-99C2-4569-9CAF-24514AE5E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197"/>
            <a:ext cx="11277600" cy="5943606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0140E9-66A7-D958-6523-5B80C1E3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676401"/>
            <a:ext cx="4495801" cy="22860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Wall 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60DF39-60D7-7B51-E790-BFEF0F344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672" y="836953"/>
            <a:ext cx="2173796" cy="31504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F6D283-01E4-CA35-61D8-4CCFCE033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110" y="4395715"/>
            <a:ext cx="9526329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17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1248A-AA80-4238-04DC-BFE8203DE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Wall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917A20-3FE9-120C-C265-35C10ADB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065" y="2051804"/>
            <a:ext cx="2818470" cy="39978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F03B43-DE59-9662-713D-1DC185627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25" y="3957547"/>
            <a:ext cx="7172991" cy="9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9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42C10D-2C36-29F5-C323-A34F2537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Wall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59C954-5856-C422-7132-F29D9862F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356" y="2038453"/>
            <a:ext cx="2888432" cy="3997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D0537-AAE3-406C-8D38-BBE1A8F3D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" y="3632179"/>
            <a:ext cx="7596854" cy="118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7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9B1F6-2F92-EA38-89AC-EC0028A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Floor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8892B-00C1-4B92-5013-DB4029DD00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3" r="9631" b="-1"/>
          <a:stretch/>
        </p:blipFill>
        <p:spPr>
          <a:xfrm>
            <a:off x="7223165" y="2046364"/>
            <a:ext cx="4405487" cy="3997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DE1656-D09B-840C-E453-DBCB10700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3" y="2692596"/>
            <a:ext cx="6770179" cy="270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2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</TotalTime>
  <Words>21</Words>
  <Application>Microsoft Office PowerPoint</Application>
  <PresentationFormat>Widescreen</PresentationFormat>
  <Paragraphs>10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PBU Walls(TMP Base)</vt:lpstr>
      <vt:lpstr>Wall 1</vt:lpstr>
      <vt:lpstr>Wall 2</vt:lpstr>
      <vt:lpstr>Wall 3</vt:lpstr>
      <vt:lpstr>Wall 4</vt:lpstr>
      <vt:lpstr>Wall 5</vt:lpstr>
      <vt:lpstr>Wall 6</vt:lpstr>
      <vt:lpstr>Floor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 Zhi Zhuan</dc:creator>
  <cp:lastModifiedBy>Mok Zhi Zhuan</cp:lastModifiedBy>
  <cp:revision>17</cp:revision>
  <dcterms:created xsi:type="dcterms:W3CDTF">2025-05-08T09:43:42Z</dcterms:created>
  <dcterms:modified xsi:type="dcterms:W3CDTF">2025-05-19T06:51:09Z</dcterms:modified>
</cp:coreProperties>
</file>