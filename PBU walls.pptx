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10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9BB8-CEDC-457A-8B94-A349A5D0E58E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0477B1-9F9A-4C89-8769-3CFBC39C41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79201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31132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08237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41869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FFC63-1C3A-A9F3-62E0-85E8469D3F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3DCE42-63B8-C636-9479-659D2E13B3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A4C25-D071-1A7E-320F-6B9DE883D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4C802-C619-104E-92CC-E46EFF249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108A4-5A0E-C46B-6E19-9D6DDEA2C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27495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30DE1-A763-4B5D-6C98-0C7782BA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6AAC2-1190-686D-1D4E-54607EFC5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A173C8-723E-3FFC-C70C-50742CF56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28A16-C94F-9F3D-AB8C-70714B92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93D38-8E5D-7370-01BA-6C413C4D5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307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25AAD-B376-70C5-FBE4-DBD11F96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7F48-FF4C-BDE0-C1C8-0920D07CE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0878D-A073-8573-0483-4A6C6E32E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AE27A5-0B78-0050-0797-412B0DA2D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89678-F680-53D4-2E51-35275CE08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18053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42762-6EDA-2928-6D49-85ADC5BAF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0F5E3-4EA6-BE17-AC15-9A0CA9F795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8A60D0-BF14-A70F-FE82-EC14498135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167FC-ECEA-77A1-8B63-11FCCAD98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95ABB-65F6-8C0C-553C-AFFE05EE4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D0208-5B23-273A-B943-7F0D1DAA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82795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4B431-E67D-904E-323D-D262DE125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63E268-EA73-C23A-FB08-685E111934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493BE6-8F61-8020-DD0F-A8363A0CE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DE2B7-C1F3-575A-6492-DCA375B915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E9C2D1-15B3-7339-4A79-2AAD5E6AD3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DC0FF9-B450-F845-EF9E-EF5328A6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A59187-70C0-9CD7-B3F0-38DF202E9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440C68-DA10-4ECD-7679-2C89C8F58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422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76076-D95A-F030-4554-C9950B594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67CEC7-A8B9-217F-E485-50C006456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423490-BCB8-357B-EF51-D3ACADE16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5B516F-B446-9DA9-EE46-024CA80C0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9226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817AD2-7258-1BEF-E584-D9D358BC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4AF1C-687F-4DE1-4AA4-F8EC80AC1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37916-8B3F-E6E2-D701-BAEDB886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213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737F7-0A9B-15A1-7BF8-9A5B474AB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AB115-416A-A432-FCC6-AB42782A2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BD7ACE-F945-2395-EBF6-DD3B4FA09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723577-FC33-9B8A-016A-0B1969042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039EA5-0CD9-118C-3FE5-8A6B5E66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D4A017-1128-D440-0E4D-29DF57D1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80733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F129A-566A-0AED-85AC-A8107125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56FD61-C116-A1ED-45E6-7B00E0C8F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FC4052-FEF3-5BBD-7520-AC1598052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7BB9E5-795E-25A3-2B79-0034CCA22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03D48-EF26-2C82-A53F-3B47A9F80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32FE8E-52CD-3C07-2606-76DA8734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05758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F8E7-377E-C99B-F89F-1728AF4B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7173A6-1845-9ECB-517E-D7A2B385EC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B2DB1-BA4D-CDE9-30C6-FB142E6F8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22AC81-120C-83B5-A28D-DE73C785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E68DDC-C53D-1CDD-F0BC-FCE0E067B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6660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D658FF-0077-3B2A-9B94-C80497336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E772B-7289-0A29-65AA-B04FB01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019DC-947D-E427-7E20-8CDB40DEC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158CF-1E4C-16D7-5A8B-8A6DD10A6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B6316-7725-DCA5-421C-C8516BEF6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7779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37656-A478-677B-3B01-C9D9983FE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7A546-4C77-7309-64FD-D8F7D32BB2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BC1B-72BD-49E9-3B09-CC050F284D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CB7D9E-7001-4EF6-B630-F6AE7747FACD}" type="datetimeFigureOut">
              <a:rPr lang="en-SG" smtClean="0"/>
              <a:t>17/9/2025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A3A40-7279-869A-39B0-97F248C967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4D762-C599-BA33-E14C-B7CE117175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69420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5CD77E-C50A-F4C5-38F7-729361E0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PBU Walls(TMP Grids)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9A2EFC-75BB-70A3-9769-7174EB93502D}"/>
              </a:ext>
            </a:extLst>
          </p:cNvPr>
          <p:cNvSpPr txBox="1"/>
          <p:nvPr/>
        </p:nvSpPr>
        <p:spPr>
          <a:xfrm>
            <a:off x="1314824" y="4717210"/>
            <a:ext cx="3155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TERRAHL2-FP_MB-T1am(JMB)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3600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581F6-6B83-29ED-A0C8-2FBC0A86F5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Wall 1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BD10241-9EBD-566A-8795-D3CD4F1DE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43" y="3230881"/>
            <a:ext cx="6619315" cy="1469016"/>
          </a:xfrm>
          <a:prstGeom prst="rect">
            <a:avLst/>
          </a:prstGeom>
        </p:spPr>
      </p:pic>
      <p:pic>
        <p:nvPicPr>
          <p:cNvPr id="47" name="Picture 46" descr="A blueprint of a building&#10;&#10;AI-generated content may be incorrect.">
            <a:extLst>
              <a:ext uri="{FF2B5EF4-FFF2-40B4-BE49-F238E27FC236}">
                <a16:creationId xmlns:a16="http://schemas.microsoft.com/office/drawing/2014/main" id="{65D1795F-8CCD-B01E-E170-2F19B14F4A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0601" y="2340439"/>
            <a:ext cx="4877357" cy="3870057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2D595FE-A8DC-56A9-89B0-88152029637F}"/>
              </a:ext>
            </a:extLst>
          </p:cNvPr>
          <p:cNvCxnSpPr>
            <a:cxnSpLocks/>
          </p:cNvCxnSpPr>
          <p:nvPr/>
        </p:nvCxnSpPr>
        <p:spPr>
          <a:xfrm>
            <a:off x="9662160" y="1576447"/>
            <a:ext cx="235418" cy="463404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9EC17E2-94F6-1310-1E6B-A57CBD3016C5}"/>
              </a:ext>
            </a:extLst>
          </p:cNvPr>
          <p:cNvCxnSpPr>
            <a:cxnSpLocks/>
          </p:cNvCxnSpPr>
          <p:nvPr/>
        </p:nvCxnSpPr>
        <p:spPr>
          <a:xfrm flipV="1">
            <a:off x="7498080" y="3876827"/>
            <a:ext cx="4625021" cy="2426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490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8482E2-960A-D8DF-EFB1-B8F482656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76882B7-8B39-F40D-C543-1FD66A8A3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45" y="3685032"/>
            <a:ext cx="7349361" cy="8541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3CFB1E-80B8-D677-ABCD-850C9C4EFD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7125" y="1923288"/>
            <a:ext cx="4130425" cy="413285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86DFCF4-5D22-8921-0BEF-309C379C9BAB}"/>
              </a:ext>
            </a:extLst>
          </p:cNvPr>
          <p:cNvCxnSpPr>
            <a:cxnSpLocks/>
          </p:cNvCxnSpPr>
          <p:nvPr/>
        </p:nvCxnSpPr>
        <p:spPr>
          <a:xfrm flipV="1">
            <a:off x="7791014" y="3876827"/>
            <a:ext cx="4332087" cy="733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05C2744-6930-9A50-A939-EE33852D26C1}"/>
              </a:ext>
            </a:extLst>
          </p:cNvPr>
          <p:cNvCxnSpPr>
            <a:cxnSpLocks/>
          </p:cNvCxnSpPr>
          <p:nvPr/>
        </p:nvCxnSpPr>
        <p:spPr>
          <a:xfrm>
            <a:off x="10576560" y="1699260"/>
            <a:ext cx="387096" cy="4509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059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6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E1BEDE-DDE3-5402-D002-7876859C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3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ED136B-EBB0-5E3C-D2B0-FA819E104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993" y="3361100"/>
            <a:ext cx="7996949" cy="1158046"/>
          </a:xfrm>
          <a:prstGeom prst="rect">
            <a:avLst/>
          </a:prstGeom>
        </p:spPr>
      </p:pic>
      <p:pic>
        <p:nvPicPr>
          <p:cNvPr id="13" name="Picture 12" descr="A drawing of a door&#10;&#10;AI-generated content may be incorrect.">
            <a:extLst>
              <a:ext uri="{FF2B5EF4-FFF2-40B4-BE49-F238E27FC236}">
                <a16:creationId xmlns:a16="http://schemas.microsoft.com/office/drawing/2014/main" id="{E22E53D4-F9AD-B186-4496-93B1881D53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6138" y="1859280"/>
            <a:ext cx="3356190" cy="436626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18B1549-17C9-5B68-650D-A57A3E598560}"/>
              </a:ext>
            </a:extLst>
          </p:cNvPr>
          <p:cNvSpPr txBox="1"/>
          <p:nvPr/>
        </p:nvSpPr>
        <p:spPr>
          <a:xfrm>
            <a:off x="6774152" y="6357104"/>
            <a:ext cx="5278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Center Line of X is at Wall 5 since it is at Elevation C.</a:t>
            </a:r>
            <a:endParaRPr lang="en-SG" dirty="0">
              <a:solidFill>
                <a:srgbClr val="FF0000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6ECA2A4-D87C-E0A8-1BD1-4708D5B3D2BA}"/>
              </a:ext>
            </a:extLst>
          </p:cNvPr>
          <p:cNvCxnSpPr>
            <a:cxnSpLocks/>
          </p:cNvCxnSpPr>
          <p:nvPr/>
        </p:nvCxnSpPr>
        <p:spPr>
          <a:xfrm>
            <a:off x="8636000" y="4143527"/>
            <a:ext cx="355600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53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67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CEC401A-BC46-41FC-AD55-F7810C3CF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287F808-5648-477A-80D6-A0F3BF6DF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0A116CF9-DCF6-4F08-B01A-D5F353F83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4D26783-C1CA-4BE1-9D40-3EA516AE3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76" name="Rectangle 75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0140E9-66A7-D958-6523-5B80C1E31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/>
              <a:t>Wall 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761F49-A0AE-2ED3-6978-11D828685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189" y="3080581"/>
            <a:ext cx="7360520" cy="5538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5E8357-2E31-01A9-A020-F3DF59C65C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2656" y="1836071"/>
            <a:ext cx="3644221" cy="3550378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13C31D9-5B16-9633-6225-646277634EEF}"/>
              </a:ext>
            </a:extLst>
          </p:cNvPr>
          <p:cNvCxnSpPr>
            <a:cxnSpLocks/>
          </p:cNvCxnSpPr>
          <p:nvPr/>
        </p:nvCxnSpPr>
        <p:spPr>
          <a:xfrm>
            <a:off x="10035540" y="1676401"/>
            <a:ext cx="84773" cy="43719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4AEC9F-4C89-5793-9307-AB0782CB7B46}"/>
              </a:ext>
            </a:extLst>
          </p:cNvPr>
          <p:cNvCxnSpPr>
            <a:cxnSpLocks/>
          </p:cNvCxnSpPr>
          <p:nvPr/>
        </p:nvCxnSpPr>
        <p:spPr>
          <a:xfrm>
            <a:off x="7894709" y="3611063"/>
            <a:ext cx="4209342" cy="4668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517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A1248A-AA80-4238-04DC-BFE8203DE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61E476-4564-70DB-CA54-383149F629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856" y="2340482"/>
            <a:ext cx="3786081" cy="41157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A4E184-9CA8-BA2E-474D-0FCDA5969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197" y="4063179"/>
            <a:ext cx="7623817" cy="4734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1F365F-12CE-3E37-95FC-0776F7975D55}"/>
              </a:ext>
            </a:extLst>
          </p:cNvPr>
          <p:cNvSpPr txBox="1"/>
          <p:nvPr/>
        </p:nvSpPr>
        <p:spPr>
          <a:xfrm>
            <a:off x="5885152" y="6466355"/>
            <a:ext cx="6197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Center Line of X for Wall 3 and Wall 5 since it is at Elevation C.</a:t>
            </a:r>
            <a:endParaRPr lang="en-SG" dirty="0">
              <a:solidFill>
                <a:srgbClr val="FF0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332FB99-3181-A08C-C22C-2D479B2910CF}"/>
              </a:ext>
            </a:extLst>
          </p:cNvPr>
          <p:cNvCxnSpPr>
            <a:cxnSpLocks/>
          </p:cNvCxnSpPr>
          <p:nvPr/>
        </p:nvCxnSpPr>
        <p:spPr>
          <a:xfrm>
            <a:off x="9467850" y="2330395"/>
            <a:ext cx="82550" cy="419740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5D0FDA8-3F11-3CBF-7006-E0F72DF72F42}"/>
              </a:ext>
            </a:extLst>
          </p:cNvPr>
          <p:cNvCxnSpPr>
            <a:cxnSpLocks/>
            <a:stCxn id="8" idx="1"/>
            <a:endCxn id="8" idx="3"/>
          </p:cNvCxnSpPr>
          <p:nvPr/>
        </p:nvCxnSpPr>
        <p:spPr>
          <a:xfrm>
            <a:off x="8128856" y="4398375"/>
            <a:ext cx="378608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3190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42C10D-2C36-29F5-C323-A34F25371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82" y="182576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9C78CDD-49FE-74E1-D100-1AC455ABC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37" y="3591664"/>
            <a:ext cx="7309788" cy="104761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242BE5FF-A2F3-CB17-D104-0067651463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5896" y="2834640"/>
            <a:ext cx="4466104" cy="381762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F15F294-4B93-298A-BEE6-ABA26F0695F7}"/>
              </a:ext>
            </a:extLst>
          </p:cNvPr>
          <p:cNvCxnSpPr>
            <a:cxnSpLocks/>
          </p:cNvCxnSpPr>
          <p:nvPr/>
        </p:nvCxnSpPr>
        <p:spPr>
          <a:xfrm>
            <a:off x="9826625" y="2632075"/>
            <a:ext cx="234950" cy="352107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032CD17-FD7C-91F5-1270-CF815557A121}"/>
              </a:ext>
            </a:extLst>
          </p:cNvPr>
          <p:cNvCxnSpPr>
            <a:cxnSpLocks/>
          </p:cNvCxnSpPr>
          <p:nvPr/>
        </p:nvCxnSpPr>
        <p:spPr>
          <a:xfrm flipV="1">
            <a:off x="7841223" y="4597400"/>
            <a:ext cx="4246002" cy="18097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076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9B1F6-2F92-EA38-89AC-EC0028AE3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Floor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22B5F82-8B31-890F-0998-BE24A6C3F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8" y="2959101"/>
            <a:ext cx="6601286" cy="2251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A03D230E-A50F-4E44-6526-DD9A649FFB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648" y="2048930"/>
            <a:ext cx="4643751" cy="4593170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2D1CC1B-ABCA-6C9D-B655-AB937226514F}"/>
              </a:ext>
            </a:extLst>
          </p:cNvPr>
          <p:cNvCxnSpPr>
            <a:cxnSpLocks/>
          </p:cNvCxnSpPr>
          <p:nvPr/>
        </p:nvCxnSpPr>
        <p:spPr>
          <a:xfrm>
            <a:off x="9344025" y="2157413"/>
            <a:ext cx="79375" cy="319563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388BB7E-786B-03C1-EC1E-4335A1D89911}"/>
              </a:ext>
            </a:extLst>
          </p:cNvPr>
          <p:cNvCxnSpPr>
            <a:cxnSpLocks/>
          </p:cNvCxnSpPr>
          <p:nvPr/>
        </p:nvCxnSpPr>
        <p:spPr>
          <a:xfrm>
            <a:off x="7416800" y="3508375"/>
            <a:ext cx="422275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7A7D70DF-2CD5-8510-B139-9D3AC225382A}"/>
              </a:ext>
            </a:extLst>
          </p:cNvPr>
          <p:cNvSpPr txBox="1"/>
          <p:nvPr/>
        </p:nvSpPr>
        <p:spPr>
          <a:xfrm>
            <a:off x="7520033" y="3576638"/>
            <a:ext cx="6848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TW7aMPa5</a:t>
            </a:r>
            <a:endParaRPr lang="en-SG" sz="8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A2A1557-2F49-7A14-30F4-7E312983DB78}"/>
              </a:ext>
            </a:extLst>
          </p:cNvPr>
          <p:cNvSpPr txBox="1"/>
          <p:nvPr/>
        </p:nvSpPr>
        <p:spPr>
          <a:xfrm>
            <a:off x="7520031" y="3684360"/>
            <a:ext cx="6848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TW7aMPa4</a:t>
            </a:r>
            <a:endParaRPr lang="en-SG" sz="8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17A9A5-C8DD-E61A-BD6C-A3F89F53608C}"/>
              </a:ext>
            </a:extLst>
          </p:cNvPr>
          <p:cNvSpPr txBox="1"/>
          <p:nvPr/>
        </p:nvSpPr>
        <p:spPr>
          <a:xfrm>
            <a:off x="8659217" y="3576638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TW7aMPb5</a:t>
            </a:r>
            <a:endParaRPr lang="en-SG" sz="8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B19229D-E7AB-F791-FD9A-ED48119FE1BE}"/>
              </a:ext>
            </a:extLst>
          </p:cNvPr>
          <p:cNvSpPr txBox="1"/>
          <p:nvPr/>
        </p:nvSpPr>
        <p:spPr>
          <a:xfrm>
            <a:off x="8659216" y="3666331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TW7aMPb4</a:t>
            </a:r>
            <a:endParaRPr lang="en-SG" sz="800" dirty="0"/>
          </a:p>
        </p:txBody>
      </p:sp>
    </p:spTree>
    <p:extLst>
      <p:ext uri="{BB962C8B-B14F-4D97-AF65-F5344CB8AC3E}">
        <p14:creationId xmlns:p14="http://schemas.microsoft.com/office/powerpoint/2010/main" val="2019828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2085</TotalTime>
  <Words>64</Words>
  <Application>Microsoft Office PowerPoint</Application>
  <PresentationFormat>Widescreen</PresentationFormat>
  <Paragraphs>18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PBU Walls(TMP Grids)</vt:lpstr>
      <vt:lpstr>Wall 1</vt:lpstr>
      <vt:lpstr>Wall 2</vt:lpstr>
      <vt:lpstr>Wall 3</vt:lpstr>
      <vt:lpstr>Wall 4</vt:lpstr>
      <vt:lpstr>Wall 5</vt:lpstr>
      <vt:lpstr>Wall 6</vt:lpstr>
      <vt:lpstr>Floor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Mok Zhi Zhuan</dc:creator>
  <cp:lastModifiedBy>Mok Zhi Zhuan</cp:lastModifiedBy>
  <cp:revision>47</cp:revision>
  <cp:lastPrinted>2025-07-18T01:56:59Z</cp:lastPrinted>
  <dcterms:created xsi:type="dcterms:W3CDTF">2025-05-08T09:43:42Z</dcterms:created>
  <dcterms:modified xsi:type="dcterms:W3CDTF">2025-09-17T08:57:16Z</dcterms:modified>
</cp:coreProperties>
</file>