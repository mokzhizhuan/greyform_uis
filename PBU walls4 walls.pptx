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8"/>
  </p:notesMasterIdLst>
  <p:sldIdLst>
    <p:sldId id="263" r:id="rId2"/>
    <p:sldId id="256" r:id="rId3"/>
    <p:sldId id="257" r:id="rId4"/>
    <p:sldId id="258" r:id="rId5"/>
    <p:sldId id="259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9BB8-CEDC-457A-8B94-A349A5D0E58E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477B1-9F9A-4C89-8769-3CFBC39C41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920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77B1-9F9A-4C89-8769-3CFBC39C4193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1132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77B1-9F9A-4C89-8769-3CFBC39C4193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8237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D1A8-3BC4-7C54-8279-DD7E3C34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99F90-FD53-900B-B08B-6E33DA15D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C70BE-0D2E-4397-070C-D91883469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25F8-4748-E871-271E-54EBAEBB1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77B1-9F9A-4C89-8769-3CFBC39C4193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964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FC63-1C3A-A9F3-62E0-85E8469D3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DCE42-63B8-C636-9479-659D2E13B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A4C25-D071-1A7E-320F-6B9DE883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4C802-C619-104E-92CC-E46EFF24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8A4-5A0E-C46B-6E19-9D6DDEA2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749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0DE1-A763-4B5D-6C98-0C7782BA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6AAC2-1190-686D-1D4E-54607EFC5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173C8-723E-3FFC-C70C-50742CF5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28A16-C94F-9F3D-AB8C-70714B92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93D38-8E5D-7370-01BA-6C413C4D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07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5AAD-B376-70C5-FBE4-DBD11F96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7F48-FF4C-BDE0-C1C8-0920D07CE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0878D-A073-8573-0483-4A6C6E32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E27A5-0B78-0050-0797-412B0DA2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89678-F680-53D4-2E51-35275CE0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8053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762-6EDA-2928-6D49-85ADC5BA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0F5E3-4EA6-BE17-AC15-9A0CA9F79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A60D0-BF14-A70F-FE82-EC1449813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167FC-ECEA-77A1-8B63-11FCCAD9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95ABB-65F6-8C0C-553C-AFFE05EE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D0208-5B23-273A-B943-7F0D1DA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279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4B431-E67D-904E-323D-D262DE12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3E268-EA73-C23A-FB08-685E11193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93BE6-8F61-8020-DD0F-A8363A0CE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DE2B7-C1F3-575A-6492-DCA375B9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9C2D1-15B3-7339-4A79-2AAD5E6AD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C0FF9-B450-F845-EF9E-EF5328A6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59187-70C0-9CD7-B3F0-38DF202E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440C68-DA10-4ECD-7679-2C89C8F5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422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6076-D95A-F030-4554-C9950B59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7CEC7-A8B9-217F-E485-50C00645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23490-BCB8-357B-EF51-D3ACADE1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516F-B446-9DA9-EE46-024CA80C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922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17AD2-7258-1BEF-E584-D9D358BC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4AF1C-687F-4DE1-4AA4-F8EC80AC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37916-8B3F-E6E2-D701-BAEDB886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213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37F7-0A9B-15A1-7BF8-9A5B474A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AB115-416A-A432-FCC6-AB42782A2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D7ACE-F945-2395-EBF6-DD3B4FA09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23577-FC33-9B8A-016A-0B196904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39EA5-0CD9-118C-3FE5-8A6B5E66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4A017-1128-D440-0E4D-29DF57D1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073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F129A-566A-0AED-85AC-A8107125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56FD61-C116-A1ED-45E6-7B00E0C8F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C4052-FEF3-5BBD-7520-AC1598052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BB9E5-795E-25A3-2B79-0034CCA2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03D48-EF26-2C82-A53F-3B47A9F8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2FE8E-52CD-3C07-2606-76DA8734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575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F8E7-377E-C99B-F89F-1728AF4B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173A6-1845-9ECB-517E-D7A2B385E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2DB1-BA4D-CDE9-30C6-FB142E6F8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2AC81-120C-83B5-A28D-DE73C785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68DDC-C53D-1CDD-F0BC-FCE0E067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666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D658FF-0077-3B2A-9B94-C80497336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E772B-7289-0A29-65AA-B04FB01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019DC-947D-E427-7E20-8CDB40DE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158CF-1E4C-16D7-5A8B-8A6DD10A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B6316-7725-DCA5-421C-C8516BEF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777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37656-A478-677B-3B01-C9D9983F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7A546-4C77-7309-64FD-D8F7D32BB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BC1B-72BD-49E9-3B09-CC050F284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B7D9E-7001-4EF6-B630-F6AE7747FACD}" type="datetimeFigureOut">
              <a:rPr lang="en-SG" smtClean="0"/>
              <a:t>4/7/2025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3A40-7279-869A-39B0-97F248C96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4D762-C599-BA33-E14C-B7CE11717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942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CD77E-C50A-F4C5-38F7-729361E0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PBU Walls(TMP Base)</a:t>
            </a:r>
          </a:p>
        </p:txBody>
      </p:sp>
    </p:spTree>
    <p:extLst>
      <p:ext uri="{BB962C8B-B14F-4D97-AF65-F5344CB8AC3E}">
        <p14:creationId xmlns:p14="http://schemas.microsoft.com/office/powerpoint/2010/main" val="31360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581F6-6B83-29ED-A0C8-2FBC0A86F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Wall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35309-2376-7516-8FFE-F534B54DD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434" y="1928621"/>
            <a:ext cx="488469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9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7"/>
            <a:ext cx="11277600" cy="5943606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482E2-960A-D8DF-EFB1-B8F48265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676401"/>
            <a:ext cx="4495801" cy="2286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Wall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D834-AFAB-F5BA-234B-9B1C69A89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505" y="1237876"/>
            <a:ext cx="5068069" cy="466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5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7"/>
            <a:ext cx="11277600" cy="5943606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1BEDE-DDE3-5402-D002-7876859C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676401"/>
            <a:ext cx="4495801" cy="2286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Wall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5118B-F517-C74F-81DB-0867265DB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8" y="1562099"/>
            <a:ext cx="3499808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7"/>
            <a:ext cx="11277600" cy="5943606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140E9-66A7-D958-6523-5B80C1E3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676401"/>
            <a:ext cx="4495801" cy="2286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Wall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50B70-D870-6526-D7DA-AA894678B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066801"/>
            <a:ext cx="4142491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1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EF18E-27F3-FC9C-908F-53327EF7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BF87B-11F4-29B2-F272-404E8C9A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Wall 5(Floor)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F3298F-90B5-A7A5-2D0F-C3CEA971B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316" y="842694"/>
            <a:ext cx="6780700" cy="517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83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</TotalTime>
  <Words>22</Words>
  <Application>Microsoft Office PowerPoint</Application>
  <PresentationFormat>Widescreen</PresentationFormat>
  <Paragraphs>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PBU Walls(TMP Base)</vt:lpstr>
      <vt:lpstr>Wall 1</vt:lpstr>
      <vt:lpstr>Wall 2</vt:lpstr>
      <vt:lpstr>Wall 3</vt:lpstr>
      <vt:lpstr>Wall 4</vt:lpstr>
      <vt:lpstr>Wall 5(Floor)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Mok Zhi Zhuan</dc:creator>
  <cp:lastModifiedBy>Mok Zhi Zhuan</cp:lastModifiedBy>
  <cp:revision>18</cp:revision>
  <dcterms:created xsi:type="dcterms:W3CDTF">2025-05-08T09:43:42Z</dcterms:created>
  <dcterms:modified xsi:type="dcterms:W3CDTF">2025-07-04T02:06:55Z</dcterms:modified>
</cp:coreProperties>
</file>