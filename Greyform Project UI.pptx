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2" r:id="rId1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2D41-2A9B-6AA2-0B3C-D29091B60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08760-3CB3-CBCC-D8BB-1CC7D4DE1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5B0DD-9F83-EEF9-7CF6-9C71E1798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C561-C134-41CC-ABA3-593BDF6B9441}" type="datetimeFigureOut">
              <a:rPr lang="en-SG" smtClean="0"/>
              <a:t>6/8/2025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E63B8-F91F-F535-C373-BDF293152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2FE022-168B-7ECE-DC5F-723908825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BCB2-3DC6-412B-9113-C86DD24662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5668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41C1-8B70-13C3-A19B-80D90F0E5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A7EBA-CD23-8936-8C0E-E71CCF98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E59CA-C1A5-489E-EE29-A6A60D89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C561-C134-41CC-ABA3-593BDF6B9441}" type="datetimeFigureOut">
              <a:rPr lang="en-SG" smtClean="0"/>
              <a:t>6/8/2025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1D34F-82D8-884F-1AC4-4CFC0A6CB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95002-25C4-188A-A952-EBC1AC6B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BCB2-3DC6-412B-9113-C86DD24662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5650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7E8D-9114-25FB-4AFA-EF58C787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03343-208B-2A24-FC1F-1F240FE18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9BA55-9DA3-87D2-E8E5-77CAFFE7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C561-C134-41CC-ABA3-593BDF6B9441}" type="datetimeFigureOut">
              <a:rPr lang="en-SG" smtClean="0"/>
              <a:t>6/8/2025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59030-AC1B-1FD4-0B71-16CEC123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36356-4D4B-A328-4627-4085A4603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BCB2-3DC6-412B-9113-C86DD24662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93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B746A-38CF-29A0-2613-76A7B24AD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AC732-D3F1-108A-CDFC-2A974C985E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EA93B-FBD6-DCA0-7BCC-6A25AC655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305B2-38EF-472A-2EF7-8BFBA0D87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C561-C134-41CC-ABA3-593BDF6B9441}" type="datetimeFigureOut">
              <a:rPr lang="en-SG" smtClean="0"/>
              <a:t>6/8/2025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9BA0E-9989-555D-EE30-637C1B02F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D2D29-E948-932C-0305-19D28BC2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BCB2-3DC6-412B-9113-C86DD24662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9293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0809-34C4-3048-820C-C44719CB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4C643-2D20-3C8F-73A2-746B95F3F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23CBC-E25F-080D-B3F5-5B4D839EF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F5A1E-C8E9-C005-50D8-87A9CDF7B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7DD00B-55BE-5B47-DC74-A25E69E54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A3B627-B167-1694-9655-104B84B66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C561-C134-41CC-ABA3-593BDF6B9441}" type="datetimeFigureOut">
              <a:rPr lang="en-SG" smtClean="0"/>
              <a:t>6/8/2025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63B962-3D23-82C4-EDD2-BBD060492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105AA9-49AB-0FAD-6976-19894554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BCB2-3DC6-412B-9113-C86DD24662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8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649CD-2F3C-5B44-BF29-C6C04AEEB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FB412A-4C27-CBA0-C731-83C39CBC7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C561-C134-41CC-ABA3-593BDF6B9441}" type="datetimeFigureOut">
              <a:rPr lang="en-SG" smtClean="0"/>
              <a:t>6/8/2025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D3CF3-B428-16C2-20CC-2E80846B9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C192-4C40-321C-ADB5-FD85EC94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BCB2-3DC6-412B-9113-C86DD24662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202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EB009-29C3-0CB6-B662-DE684571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C561-C134-41CC-ABA3-593BDF6B9441}" type="datetimeFigureOut">
              <a:rPr lang="en-SG" smtClean="0"/>
              <a:t>6/8/2025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C4455-FF99-5054-8120-337951DA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CDF88-1574-11ED-BEB8-737AE7E3C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BCB2-3DC6-412B-9113-C86DD24662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0180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E181-40C6-C104-28C1-C13AF359C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F46B9-7C7A-768A-BD27-EB9BE4BD9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FE559-84CB-0E63-AB6F-D4647093A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F8275-40EF-E6BC-C680-682091B5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C561-C134-41CC-ABA3-593BDF6B9441}" type="datetimeFigureOut">
              <a:rPr lang="en-SG" smtClean="0"/>
              <a:t>6/8/2025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199B4-6D53-5F52-ADA4-C15C9D835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6A2D2-8DA4-04ED-7CB3-D0F822CC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BCB2-3DC6-412B-9113-C86DD24662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6895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5689-05FB-50D5-0610-4FC217DBA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BB9CD-52CD-4157-E4C1-E886BF23F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A5942-7CD1-C43E-55FE-7C37734C2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6061A-5E61-4D64-6096-0BF04EF25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C561-C134-41CC-ABA3-593BDF6B9441}" type="datetimeFigureOut">
              <a:rPr lang="en-SG" smtClean="0"/>
              <a:t>6/8/2025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23C60-4433-292A-BBC9-7BA86702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8D06C-FFC8-199D-6C52-2B163B8D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BCB2-3DC6-412B-9113-C86DD24662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22327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2E300-420F-8232-223C-06525722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B8EC8B-C40D-603B-1850-9F8A8BD2C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46807-3E70-4158-1888-808FCAAF4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C561-C134-41CC-ABA3-593BDF6B9441}" type="datetimeFigureOut">
              <a:rPr lang="en-SG" smtClean="0"/>
              <a:t>6/8/2025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C3A1B-AEEF-86E5-8070-EE976C815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639EC-4A96-3C3F-5B50-2F61859BA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BCB2-3DC6-412B-9113-C86DD24662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970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4DAEEB-E5CF-A754-8861-6B56F6E30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F1778-B266-5837-A564-87455B087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B738D-473A-5CDC-5715-C1920ECD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C561-C134-41CC-ABA3-593BDF6B9441}" type="datetimeFigureOut">
              <a:rPr lang="en-SG" smtClean="0"/>
              <a:t>6/8/2025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6D13F-0D37-5FF8-16CB-D56F1D153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40D77-5F48-FF31-092F-D9FBB8674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CBCB2-3DC6-412B-9113-C86DD24662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0052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652EE2-5222-D051-B0C0-A08E44FC5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52147-AE9D-AA79-B3DA-5EC340867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EF363-7148-3735-8749-E0146A2E1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DEC561-C134-41CC-ABA3-593BDF6B9441}" type="datetimeFigureOut">
              <a:rPr lang="en-SG" smtClean="0"/>
              <a:t>6/8/2025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78F42-8564-D6A4-6EF0-D7931DCA9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E46F6-8FEC-F2D5-7955-9184A3F6B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CBCB2-3DC6-412B-9113-C86DD246627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6672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2C827-8993-8D05-FA6C-2BBC4BA6E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SG" sz="4800">
                <a:solidFill>
                  <a:srgbClr val="FFFFFF"/>
                </a:solidFill>
              </a:rPr>
              <a:t>Greyform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200D8-920F-6BED-2D69-3F3A7467A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SG" dirty="0"/>
              <a:t>Design Preview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64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3E2EB-060E-AE12-4643-B973AED1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SG" sz="5400"/>
              <a:t>First page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0C99E-7FCE-8F2B-9065-0DF391E4E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SG" sz="2200"/>
              <a:t>The First page is a menu bar </a:t>
            </a:r>
          </a:p>
          <a:p>
            <a:r>
              <a:rPr lang="en-SG" sz="2200"/>
              <a:t>User can continue or exit the program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92478E-6449-E8A0-4FAD-BBD8EE3AE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51292"/>
            <a:ext cx="6903720" cy="355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1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48808-C7C7-7353-4CBC-B77FFB18F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SG" sz="5400"/>
              <a:t>Second page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529A2-5AE7-2B60-E423-E9F67DCB8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SG" sz="2200" dirty="0"/>
              <a:t>Folder Directory for the whole computer system</a:t>
            </a:r>
          </a:p>
          <a:p>
            <a:r>
              <a:rPr lang="en-SG" sz="2200" dirty="0"/>
              <a:t>File is when the user click the file (only </a:t>
            </a:r>
            <a:r>
              <a:rPr lang="en-SG" sz="2200" dirty="0" err="1"/>
              <a:t>ifc</a:t>
            </a:r>
            <a:r>
              <a:rPr lang="en-SG" sz="2200" dirty="0"/>
              <a:t>)</a:t>
            </a:r>
          </a:p>
          <a:p>
            <a:r>
              <a:rPr lang="en-SG" sz="2200" dirty="0"/>
              <a:t>File restricted for server , </a:t>
            </a:r>
            <a:r>
              <a:rPr lang="en-SG" sz="2200" dirty="0" err="1"/>
              <a:t>thumdrive</a:t>
            </a:r>
            <a:r>
              <a:rPr lang="en-SG" sz="2200" dirty="0"/>
              <a:t> , volumes and </a:t>
            </a:r>
            <a:r>
              <a:rPr lang="en-SG" sz="2200" dirty="0" err="1"/>
              <a:t>ifc</a:t>
            </a:r>
            <a:r>
              <a:rPr lang="en-SG" sz="2200" dirty="0"/>
              <a:t> , </a:t>
            </a:r>
            <a:r>
              <a:rPr lang="en-SG" sz="2200" dirty="0" err="1"/>
              <a:t>stl</a:t>
            </a:r>
            <a:r>
              <a:rPr lang="en-SG" sz="2200" dirty="0"/>
              <a:t> or </a:t>
            </a:r>
            <a:r>
              <a:rPr lang="en-SG" sz="2200" dirty="0" err="1"/>
              <a:t>dxf</a:t>
            </a:r>
            <a:r>
              <a:rPr lang="en-SG" sz="2200" dirty="0"/>
              <a:t> based on the picture.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1F39C-DB1D-A34D-4220-FD45BD1B9018}"/>
              </a:ext>
            </a:extLst>
          </p:cNvPr>
          <p:cNvSpPr txBox="1"/>
          <p:nvPr/>
        </p:nvSpPr>
        <p:spPr>
          <a:xfrm>
            <a:off x="5067300" y="990600"/>
            <a:ext cx="1780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Folder Directory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51B01B-3361-B0C8-7C43-7656769770AE}"/>
              </a:ext>
            </a:extLst>
          </p:cNvPr>
          <p:cNvSpPr txBox="1"/>
          <p:nvPr/>
        </p:nvSpPr>
        <p:spPr>
          <a:xfrm>
            <a:off x="8886825" y="964559"/>
            <a:ext cx="1501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File Directory</a:t>
            </a:r>
            <a:endParaRPr lang="en-SG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2EE464-11E2-07EE-2EC2-66721C924F32}"/>
              </a:ext>
            </a:extLst>
          </p:cNvPr>
          <p:cNvCxnSpPr>
            <a:stCxn id="8" idx="2"/>
          </p:cNvCxnSpPr>
          <p:nvPr/>
        </p:nvCxnSpPr>
        <p:spPr>
          <a:xfrm flipH="1">
            <a:off x="9620250" y="1333891"/>
            <a:ext cx="17198" cy="343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9B57513-4000-AC4B-D474-118E77B2586F}"/>
              </a:ext>
            </a:extLst>
          </p:cNvPr>
          <p:cNvCxnSpPr>
            <a:stCxn id="7" idx="2"/>
          </p:cNvCxnSpPr>
          <p:nvPr/>
        </p:nvCxnSpPr>
        <p:spPr>
          <a:xfrm flipH="1">
            <a:off x="5949753" y="1359932"/>
            <a:ext cx="7887" cy="317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04F19F1-86E8-2147-930D-3307E9893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112" y="1729264"/>
            <a:ext cx="7477712" cy="384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2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67254B-A7FF-70D4-AA27-F8B687C7E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SG" sz="5400"/>
              <a:t>Third page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83BCF-97A9-9544-EAAF-E6F955FB4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SG" sz="2200" dirty="0"/>
              <a:t>After the User click the file , the file will automatically pop up in the </a:t>
            </a:r>
            <a:r>
              <a:rPr lang="en-SG" sz="2200" dirty="0" err="1"/>
              <a:t>ui</a:t>
            </a:r>
            <a:r>
              <a:rPr lang="en-SG" sz="2200" dirty="0"/>
              <a:t> display</a:t>
            </a:r>
          </a:p>
          <a:p>
            <a:r>
              <a:rPr lang="en-SG" sz="2200" dirty="0"/>
              <a:t>User can choose to continue extracting data from excel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043515-63D6-4E31-8522-63393CA8C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68552"/>
            <a:ext cx="6903720" cy="35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46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F1514-6FF9-162B-A933-134EBABA1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SG" sz="5400"/>
              <a:t>Scan Page</a:t>
            </a:r>
          </a:p>
        </p:txBody>
      </p:sp>
      <p:sp>
        <p:nvSpPr>
          <p:cNvPr id="6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347009-BDC4-E67C-41ED-94A120736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/>
              <a:t>For the scanning page , the excel file will be extracted.</a:t>
            </a:r>
          </a:p>
          <a:p>
            <a:r>
              <a:rPr lang="en-US" sz="2200"/>
              <a:t>It will Automatically move to the walls display page after sending over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C093D-D486-5444-D05A-5DE01E4E8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015524"/>
            <a:ext cx="4014216" cy="2057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8D055F-C561-5AF0-F55C-CF2131535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379142"/>
            <a:ext cx="3995928" cy="157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01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FD16A-D2D9-2FF8-0126-696721251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SG" sz="5400"/>
              <a:t>Wall Display Page Part 1</a:t>
            </a:r>
          </a:p>
        </p:txBody>
      </p:sp>
      <p:sp>
        <p:nvSpPr>
          <p:cNvPr id="13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82A96-82B7-D8B0-8AED-45FC6681E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SG" sz="2200"/>
              <a:t>This wall display page is to automatically displayed the wall</a:t>
            </a:r>
          </a:p>
          <a:p>
            <a:r>
              <a:rPr lang="en-SG" sz="2200"/>
              <a:t>Starting is Stage 2 Wall 1 since the robot cannot mark Stage 1 , </a:t>
            </a:r>
          </a:p>
          <a:p>
            <a:r>
              <a:rPr lang="en-SG" sz="2200"/>
              <a:t>It will scan sequencely from Stage 2 Wall 1 to Stage 3 by a click of a button</a:t>
            </a:r>
          </a:p>
          <a:p>
            <a:r>
              <a:rPr lang="en-SG" sz="2200"/>
              <a:t>Camera view is included , when link to the camera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5C9918-5FF7-9FD0-541D-FC1D6D4D1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508116"/>
            <a:ext cx="4014216" cy="30721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CE605C-51D1-A05B-94C7-402F5E5D8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153362"/>
            <a:ext cx="3995928" cy="202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30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3EA8C-560C-F5E7-55FC-EBF3842C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AE6CA01B-0DEB-4E9A-9768-B728DA42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54ED58-3E72-5251-8479-AA167245B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6318649" cy="1454051"/>
          </a:xfrm>
        </p:spPr>
        <p:txBody>
          <a:bodyPr anchor="b">
            <a:normAutofit/>
          </a:bodyPr>
          <a:lstStyle/>
          <a:p>
            <a:r>
              <a:rPr lang="en-SG" sz="3600">
                <a:solidFill>
                  <a:schemeClr val="tx2"/>
                </a:solidFill>
              </a:rPr>
              <a:t>Wall Display Page Part 2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57D8C8E-634E-4E83-9657-225A4DFE4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2514948" cy="2174333"/>
            <a:chOff x="-305" y="-4155"/>
            <a:chExt cx="2514948" cy="2174333"/>
          </a:xfrm>
        </p:grpSpPr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9D5D1578-BE90-4A7E-9856-BB4025E5A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8ADDDE1-EC05-4BE5-9866-89714E0B7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0A118A52-E1FF-455C-B1A1-1CF50EE0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30E1677B-677B-48F1-971D-9E7F3CA51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D618C27-8284-65FD-EC02-B93B4F79A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774" y="451945"/>
            <a:ext cx="2956281" cy="190631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61142-5B20-B66C-0FA9-F2F556744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650524" cy="3639289"/>
          </a:xfrm>
        </p:spPr>
        <p:txBody>
          <a:bodyPr anchor="ctr">
            <a:normAutofit/>
          </a:bodyPr>
          <a:lstStyle/>
          <a:p>
            <a:r>
              <a:rPr lang="en-SG" sz="1800" dirty="0">
                <a:solidFill>
                  <a:schemeClr val="tx2"/>
                </a:solidFill>
              </a:rPr>
              <a:t>Once it right click , the program will scan the wall depending on the wall tile and fitting data </a:t>
            </a:r>
          </a:p>
          <a:p>
            <a:r>
              <a:rPr lang="en-SG" sz="1800" dirty="0">
                <a:solidFill>
                  <a:schemeClr val="tx2"/>
                </a:solidFill>
              </a:rPr>
              <a:t>Duration : 6 min 16s for the whole stages Stage 2 and Stage 3 Wall 1 to wall F</a:t>
            </a:r>
          </a:p>
          <a:p>
            <a:r>
              <a:rPr lang="en-SG" sz="1800" dirty="0">
                <a:solidFill>
                  <a:schemeClr val="tx2"/>
                </a:solidFill>
              </a:rPr>
              <a:t>Once all the wall and stages are marked finished , it will automatically move to the last page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61F0AF-A6AF-8671-64A1-BB802B9E8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435" y="2470325"/>
            <a:ext cx="3774960" cy="17311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4F7196-36A0-8FF3-391A-9A7B93C85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435" y="4430170"/>
            <a:ext cx="3774960" cy="167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5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C94C6-A3A6-F718-B646-7510B1ED4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SG" sz="5400"/>
              <a:t>Final Ui Page</a:t>
            </a:r>
            <a:endParaRPr lang="en-SG" sz="5400" dirty="0"/>
          </a:p>
        </p:txBody>
      </p:sp>
      <p:sp>
        <p:nvSpPr>
          <p:cNvPr id="4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F1AAC-B6F6-C35B-5387-6E9208B66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SG" sz="1900" dirty="0"/>
              <a:t>User can send model which is the finalization stage </a:t>
            </a:r>
          </a:p>
          <a:p>
            <a:r>
              <a:rPr lang="en-SG" sz="1900" dirty="0"/>
              <a:t>User can choose another model so that it will go back to the file directory page(page 2)</a:t>
            </a:r>
          </a:p>
          <a:p>
            <a:r>
              <a:rPr lang="en-SG" sz="1900" dirty="0"/>
              <a:t>User can close the program.</a:t>
            </a:r>
          </a:p>
          <a:p>
            <a:r>
              <a:rPr lang="en-SG" sz="1900" dirty="0"/>
              <a:t>User can open </a:t>
            </a:r>
            <a:r>
              <a:rPr lang="en-SG" sz="1900"/>
              <a:t>the excel data </a:t>
            </a:r>
            <a:r>
              <a:rPr lang="en-SG" sz="1900" dirty="0"/>
              <a:t>for the status completion preview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BEA09-5C8C-0116-A9E6-D29F19D6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68552"/>
            <a:ext cx="6903720" cy="35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142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b47298-7dbc-4c4a-b955-e35738c8384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9F74FD6C93414BACF2D33AB9B46B1F" ma:contentTypeVersion="15" ma:contentTypeDescription="Create a new document." ma:contentTypeScope="" ma:versionID="85e183139a7bf430a5cd367af777ffd1">
  <xsd:schema xmlns:xsd="http://www.w3.org/2001/XMLSchema" xmlns:xs="http://www.w3.org/2001/XMLSchema" xmlns:p="http://schemas.microsoft.com/office/2006/metadata/properties" xmlns:ns3="d7b47298-7dbc-4c4a-b955-e35738c83845" xmlns:ns4="4c7a27d0-c111-49d1-947f-3e415c425751" targetNamespace="http://schemas.microsoft.com/office/2006/metadata/properties" ma:root="true" ma:fieldsID="5e8b728fb78f9c3c3084b9e953d972a7" ns3:_="" ns4:_="">
    <xsd:import namespace="d7b47298-7dbc-4c4a-b955-e35738c83845"/>
    <xsd:import namespace="4c7a27d0-c111-49d1-947f-3e415c4257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b47298-7dbc-4c4a-b955-e35738c838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7a27d0-c111-49d1-947f-3e415c42575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ADC48C-30EF-420B-88DF-53204CEFDE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B31D4E-9D8D-4F4F-BF06-3ED364301D7D}">
  <ds:schemaRefs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metadata/properties"/>
    <ds:schemaRef ds:uri="d7b47298-7dbc-4c4a-b955-e35738c83845"/>
    <ds:schemaRef ds:uri="http://schemas.openxmlformats.org/package/2006/metadata/core-properties"/>
    <ds:schemaRef ds:uri="4c7a27d0-c111-49d1-947f-3e415c425751"/>
  </ds:schemaRefs>
</ds:datastoreItem>
</file>

<file path=customXml/itemProps3.xml><?xml version="1.0" encoding="utf-8"?>
<ds:datastoreItem xmlns:ds="http://schemas.openxmlformats.org/officeDocument/2006/customXml" ds:itemID="{664B3E63-6F0E-401B-B357-6262053BC5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b47298-7dbc-4c4a-b955-e35738c83845"/>
    <ds:schemaRef ds:uri="4c7a27d0-c111-49d1-947f-3e415c4257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285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Greyform Project</vt:lpstr>
      <vt:lpstr>First page</vt:lpstr>
      <vt:lpstr>Second page</vt:lpstr>
      <vt:lpstr>Third page</vt:lpstr>
      <vt:lpstr>Scan Page</vt:lpstr>
      <vt:lpstr>Wall Display Page Part 1</vt:lpstr>
      <vt:lpstr>Wall Display Page Part 2</vt:lpstr>
      <vt:lpstr>Final Ui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Mok Zhi Zhuan</dc:creator>
  <cp:lastModifiedBy>Mok Zhi Zhuan</cp:lastModifiedBy>
  <cp:revision>18</cp:revision>
  <cp:lastPrinted>2025-08-06T03:31:28Z</cp:lastPrinted>
  <dcterms:created xsi:type="dcterms:W3CDTF">2025-03-19T04:10:55Z</dcterms:created>
  <dcterms:modified xsi:type="dcterms:W3CDTF">2025-08-06T03:31:33Z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0x010100EA9F74FD6C93414BACF2D33AB9B46B1F</vt:lpwstr>
  </property>
</Properties>
</file>